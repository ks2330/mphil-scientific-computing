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390" r:id="rId12"/>
    <p:sldId id="266" r:id="rId13"/>
    <p:sldId id="391" r:id="rId14"/>
    <p:sldId id="267" r:id="rId15"/>
    <p:sldId id="268" r:id="rId16"/>
    <p:sldId id="269" r:id="rId17"/>
    <p:sldId id="289" r:id="rId18"/>
    <p:sldId id="290" r:id="rId19"/>
    <p:sldId id="271" r:id="rId20"/>
    <p:sldId id="272" r:id="rId21"/>
    <p:sldId id="273" r:id="rId22"/>
    <p:sldId id="392" r:id="rId23"/>
    <p:sldId id="274" r:id="rId24"/>
    <p:sldId id="275" r:id="rId25"/>
    <p:sldId id="393" r:id="rId26"/>
    <p:sldId id="396" r:id="rId27"/>
    <p:sldId id="394" r:id="rId28"/>
    <p:sldId id="395" r:id="rId29"/>
    <p:sldId id="397" r:id="rId30"/>
    <p:sldId id="398" r:id="rId31"/>
    <p:sldId id="276" r:id="rId32"/>
    <p:sldId id="277" r:id="rId33"/>
    <p:sldId id="399" r:id="rId34"/>
    <p:sldId id="400" r:id="rId35"/>
    <p:sldId id="401" r:id="rId36"/>
    <p:sldId id="402" r:id="rId37"/>
    <p:sldId id="403" r:id="rId38"/>
    <p:sldId id="404" r:id="rId39"/>
    <p:sldId id="278" r:id="rId40"/>
    <p:sldId id="279" r:id="rId41"/>
    <p:sldId id="280" r:id="rId42"/>
    <p:sldId id="281" r:id="rId43"/>
    <p:sldId id="282" r:id="rId44"/>
    <p:sldId id="405" r:id="rId45"/>
    <p:sldId id="406" r:id="rId46"/>
    <p:sldId id="283" r:id="rId47"/>
    <p:sldId id="284" r:id="rId48"/>
    <p:sldId id="285" r:id="rId49"/>
    <p:sldId id="291" r:id="rId50"/>
    <p:sldId id="286" r:id="rId51"/>
    <p:sldId id="407" r:id="rId52"/>
    <p:sldId id="287" r:id="rId53"/>
    <p:sldId id="28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5A2731-29EA-4451-9AC2-4F56CFDAD394}" v="547" dt="2026-10-07T09:09:01.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31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Millmore" userId="7b2404fb-f360-4859-a21a-833f72764a74" providerId="ADAL" clId="{F8060359-7CB0-4CFA-8452-FFE64AEC2193}"/>
    <pc:docChg chg="undo custSel addSld delSld modSld sldOrd">
      <pc:chgData name="Stephen Millmore" userId="7b2404fb-f360-4859-a21a-833f72764a74" providerId="ADAL" clId="{F8060359-7CB0-4CFA-8452-FFE64AEC2193}" dt="2026-10-02T09:12:06.018" v="30587" actId="1076"/>
      <pc:docMkLst>
        <pc:docMk/>
      </pc:docMkLst>
      <pc:sldChg chg="addSp delSp modSp mod">
        <pc:chgData name="Stephen Millmore" userId="7b2404fb-f360-4859-a21a-833f72764a74" providerId="ADAL" clId="{F8060359-7CB0-4CFA-8452-FFE64AEC2193}" dt="2026-10-01T10:32:29.633" v="24880" actId="20577"/>
        <pc:sldMkLst>
          <pc:docMk/>
          <pc:sldMk cId="0" sldId="256"/>
        </pc:sldMkLst>
        <pc:spChg chg="add mod">
          <ac:chgData name="Stephen Millmore" userId="7b2404fb-f360-4859-a21a-833f72764a74" providerId="ADAL" clId="{F8060359-7CB0-4CFA-8452-FFE64AEC2193}" dt="2026-10-01T10:32:29.633" v="24880" actId="20577"/>
          <ac:spMkLst>
            <pc:docMk/>
            <pc:sldMk cId="0" sldId="256"/>
            <ac:spMk id="5" creationId="{3F8E2DA7-4F72-409C-CB38-E1BB40C2C907}"/>
          </ac:spMkLst>
        </pc:spChg>
      </pc:sldChg>
      <pc:sldChg chg="delSp modSp mod">
        <pc:chgData name="Stephen Millmore" userId="7b2404fb-f360-4859-a21a-833f72764a74" providerId="ADAL" clId="{F8060359-7CB0-4CFA-8452-FFE64AEC2193}" dt="2026-10-01T10:48:26.078" v="25155" actId="20577"/>
        <pc:sldMkLst>
          <pc:docMk/>
          <pc:sldMk cId="0" sldId="257"/>
        </pc:sldMkLst>
        <pc:spChg chg="mod">
          <ac:chgData name="Stephen Millmore" userId="7b2404fb-f360-4859-a21a-833f72764a74" providerId="ADAL" clId="{F8060359-7CB0-4CFA-8452-FFE64AEC2193}" dt="2026-10-01T10:48:26.078" v="25155" actId="20577"/>
          <ac:spMkLst>
            <pc:docMk/>
            <pc:sldMk cId="0" sldId="257"/>
            <ac:spMk id="4" creationId="{00000000-0000-0000-0000-000000000000}"/>
          </ac:spMkLst>
        </pc:spChg>
      </pc:sldChg>
      <pc:sldChg chg="delSp modSp mod">
        <pc:chgData name="Stephen Millmore" userId="7b2404fb-f360-4859-a21a-833f72764a74" providerId="ADAL" clId="{F8060359-7CB0-4CFA-8452-FFE64AEC2193}" dt="2026-10-01T10:35:32.501" v="25143" actId="20577"/>
        <pc:sldMkLst>
          <pc:docMk/>
          <pc:sldMk cId="0" sldId="258"/>
        </pc:sldMkLst>
        <pc:spChg chg="mod">
          <ac:chgData name="Stephen Millmore" userId="7b2404fb-f360-4859-a21a-833f72764a74" providerId="ADAL" clId="{F8060359-7CB0-4CFA-8452-FFE64AEC2193}" dt="2026-10-01T10:35:32.501" v="25143" actId="20577"/>
          <ac:spMkLst>
            <pc:docMk/>
            <pc:sldMk cId="0" sldId="258"/>
            <ac:spMk id="2" creationId="{00000000-0000-0000-0000-000000000000}"/>
          </ac:spMkLst>
        </pc:spChg>
        <pc:spChg chg="mod">
          <ac:chgData name="Stephen Millmore" userId="7b2404fb-f360-4859-a21a-833f72764a74" providerId="ADAL" clId="{F8060359-7CB0-4CFA-8452-FFE64AEC2193}" dt="2026-10-01T10:35:18.387" v="25120" actId="404"/>
          <ac:spMkLst>
            <pc:docMk/>
            <pc:sldMk cId="0" sldId="258"/>
            <ac:spMk id="4" creationId="{00000000-0000-0000-0000-000000000000}"/>
          </ac:spMkLst>
        </pc:spChg>
      </pc:sldChg>
      <pc:sldChg chg="addSp delSp modSp mod">
        <pc:chgData name="Stephen Millmore" userId="7b2404fb-f360-4859-a21a-833f72764a74" providerId="ADAL" clId="{F8060359-7CB0-4CFA-8452-FFE64AEC2193}" dt="2026-10-01T10:49:48.056" v="25210" actId="27614"/>
        <pc:sldMkLst>
          <pc:docMk/>
          <pc:sldMk cId="0" sldId="259"/>
        </pc:sldMkLst>
        <pc:picChg chg="add mod">
          <ac:chgData name="Stephen Millmore" userId="7b2404fb-f360-4859-a21a-833f72764a74" providerId="ADAL" clId="{F8060359-7CB0-4CFA-8452-FFE64AEC2193}" dt="2026-10-01T10:49:48.056" v="25210" actId="27614"/>
          <ac:picMkLst>
            <pc:docMk/>
            <pc:sldMk cId="0" sldId="259"/>
            <ac:picMk id="6" creationId="{081DA37F-52C2-5E73-4D0F-15192A5F6A98}"/>
          </ac:picMkLst>
        </pc:picChg>
      </pc:sldChg>
      <pc:sldChg chg="delSp modSp mod">
        <pc:chgData name="Stephen Millmore" userId="7b2404fb-f360-4859-a21a-833f72764a74" providerId="ADAL" clId="{F8060359-7CB0-4CFA-8452-FFE64AEC2193}" dt="2026-10-01T10:51:10.067" v="25252" actId="20577"/>
        <pc:sldMkLst>
          <pc:docMk/>
          <pc:sldMk cId="0" sldId="260"/>
        </pc:sldMkLst>
        <pc:spChg chg="mod">
          <ac:chgData name="Stephen Millmore" userId="7b2404fb-f360-4859-a21a-833f72764a74" providerId="ADAL" clId="{F8060359-7CB0-4CFA-8452-FFE64AEC2193}" dt="2026-10-01T10:51:10.067" v="25252" actId="20577"/>
          <ac:spMkLst>
            <pc:docMk/>
            <pc:sldMk cId="0" sldId="260"/>
            <ac:spMk id="4" creationId="{00000000-0000-0000-0000-000000000000}"/>
          </ac:spMkLst>
        </pc:spChg>
      </pc:sldChg>
      <pc:sldChg chg="addSp delSp modSp mod">
        <pc:chgData name="Stephen Millmore" userId="7b2404fb-f360-4859-a21a-833f72764a74" providerId="ADAL" clId="{F8060359-7CB0-4CFA-8452-FFE64AEC2193}" dt="2026-10-01T10:54:31.504" v="25320" actId="1076"/>
        <pc:sldMkLst>
          <pc:docMk/>
          <pc:sldMk cId="0" sldId="261"/>
        </pc:sldMkLst>
        <pc:spChg chg="add mod">
          <ac:chgData name="Stephen Millmore" userId="7b2404fb-f360-4859-a21a-833f72764a74" providerId="ADAL" clId="{F8060359-7CB0-4CFA-8452-FFE64AEC2193}" dt="2026-10-01T10:53:43.498" v="25292" actId="20577"/>
          <ac:spMkLst>
            <pc:docMk/>
            <pc:sldMk cId="0" sldId="261"/>
            <ac:spMk id="3" creationId="{E11FFEF4-C7F3-7E16-402F-8425D4E4D660}"/>
          </ac:spMkLst>
        </pc:spChg>
        <pc:spChg chg="mod">
          <ac:chgData name="Stephen Millmore" userId="7b2404fb-f360-4859-a21a-833f72764a74" providerId="ADAL" clId="{F8060359-7CB0-4CFA-8452-FFE64AEC2193}" dt="2026-10-01T10:54:19.518" v="25318" actId="403"/>
          <ac:spMkLst>
            <pc:docMk/>
            <pc:sldMk cId="0" sldId="261"/>
            <ac:spMk id="4" creationId="{00000000-0000-0000-0000-000000000000}"/>
          </ac:spMkLst>
        </pc:spChg>
        <pc:spChg chg="add mod">
          <ac:chgData name="Stephen Millmore" userId="7b2404fb-f360-4859-a21a-833f72764a74" providerId="ADAL" clId="{F8060359-7CB0-4CFA-8452-FFE64AEC2193}" dt="2026-10-01T10:53:20.725" v="25280" actId="20577"/>
          <ac:spMkLst>
            <pc:docMk/>
            <pc:sldMk cId="0" sldId="261"/>
            <ac:spMk id="10" creationId="{31EECFDC-1869-E751-C572-B99DA11A3669}"/>
          </ac:spMkLst>
        </pc:spChg>
        <pc:spChg chg="add mod">
          <ac:chgData name="Stephen Millmore" userId="7b2404fb-f360-4859-a21a-833f72764a74" providerId="ADAL" clId="{F8060359-7CB0-4CFA-8452-FFE64AEC2193}" dt="2026-10-01T10:54:31.504" v="25320" actId="1076"/>
          <ac:spMkLst>
            <pc:docMk/>
            <pc:sldMk cId="0" sldId="261"/>
            <ac:spMk id="12" creationId="{13FC28A9-CE29-2910-DA1C-32732EC7818C}"/>
          </ac:spMkLst>
        </pc:spChg>
        <pc:picChg chg="mod">
          <ac:chgData name="Stephen Millmore" userId="7b2404fb-f360-4859-a21a-833f72764a74" providerId="ADAL" clId="{F8060359-7CB0-4CFA-8452-FFE64AEC2193}" dt="2026-10-01T10:52:21.178" v="25265" actId="1076"/>
          <ac:picMkLst>
            <pc:docMk/>
            <pc:sldMk cId="0" sldId="261"/>
            <ac:picMk id="6" creationId="{00000000-0000-0000-0000-000000000000}"/>
          </ac:picMkLst>
        </pc:picChg>
        <pc:picChg chg="mod">
          <ac:chgData name="Stephen Millmore" userId="7b2404fb-f360-4859-a21a-833f72764a74" providerId="ADAL" clId="{F8060359-7CB0-4CFA-8452-FFE64AEC2193}" dt="2026-10-01T10:53:10.620" v="25276" actId="1076"/>
          <ac:picMkLst>
            <pc:docMk/>
            <pc:sldMk cId="0" sldId="261"/>
            <ac:picMk id="7" creationId="{00000000-0000-0000-0000-000000000000}"/>
          </ac:picMkLst>
        </pc:picChg>
        <pc:picChg chg="mod">
          <ac:chgData name="Stephen Millmore" userId="7b2404fb-f360-4859-a21a-833f72764a74" providerId="ADAL" clId="{F8060359-7CB0-4CFA-8452-FFE64AEC2193}" dt="2026-10-01T10:54:27.654" v="25319" actId="1076"/>
          <ac:picMkLst>
            <pc:docMk/>
            <pc:sldMk cId="0" sldId="261"/>
            <ac:picMk id="8" creationId="{00000000-0000-0000-0000-000000000000}"/>
          </ac:picMkLst>
        </pc:picChg>
      </pc:sldChg>
      <pc:sldChg chg="addSp delSp modSp mod">
        <pc:chgData name="Stephen Millmore" userId="7b2404fb-f360-4859-a21a-833f72764a74" providerId="ADAL" clId="{F8060359-7CB0-4CFA-8452-FFE64AEC2193}" dt="2026-10-01T10:56:11.780" v="25350" actId="1076"/>
        <pc:sldMkLst>
          <pc:docMk/>
          <pc:sldMk cId="0" sldId="262"/>
        </pc:sldMkLst>
        <pc:spChg chg="mod">
          <ac:chgData name="Stephen Millmore" userId="7b2404fb-f360-4859-a21a-833f72764a74" providerId="ADAL" clId="{F8060359-7CB0-4CFA-8452-FFE64AEC2193}" dt="2026-10-01T10:55:35.278" v="25332" actId="403"/>
          <ac:spMkLst>
            <pc:docMk/>
            <pc:sldMk cId="0" sldId="262"/>
            <ac:spMk id="4" creationId="{00000000-0000-0000-0000-000000000000}"/>
          </ac:spMkLst>
        </pc:spChg>
        <pc:spChg chg="add mod">
          <ac:chgData name="Stephen Millmore" userId="7b2404fb-f360-4859-a21a-833f72764a74" providerId="ADAL" clId="{F8060359-7CB0-4CFA-8452-FFE64AEC2193}" dt="2026-10-01T10:55:05.647" v="25325"/>
          <ac:spMkLst>
            <pc:docMk/>
            <pc:sldMk cId="0" sldId="262"/>
            <ac:spMk id="9" creationId="{E9E2BFF0-EDDC-1BB4-82D1-6F6913C81466}"/>
          </ac:spMkLst>
        </pc:spChg>
        <pc:spChg chg="add mod">
          <ac:chgData name="Stephen Millmore" userId="7b2404fb-f360-4859-a21a-833f72764a74" providerId="ADAL" clId="{F8060359-7CB0-4CFA-8452-FFE64AEC2193}" dt="2026-10-01T10:56:11.780" v="25350" actId="1076"/>
          <ac:spMkLst>
            <pc:docMk/>
            <pc:sldMk cId="0" sldId="262"/>
            <ac:spMk id="11" creationId="{24A5548D-0F87-9DF0-0A68-8BAD0421D28F}"/>
          </ac:spMkLst>
        </pc:spChg>
        <pc:spChg chg="add mod">
          <ac:chgData name="Stephen Millmore" userId="7b2404fb-f360-4859-a21a-833f72764a74" providerId="ADAL" clId="{F8060359-7CB0-4CFA-8452-FFE64AEC2193}" dt="2026-10-01T10:55:57.344" v="25345" actId="6549"/>
          <ac:spMkLst>
            <pc:docMk/>
            <pc:sldMk cId="0" sldId="262"/>
            <ac:spMk id="13" creationId="{7F62C2EF-A8D8-F87B-6357-4CA58123029C}"/>
          </ac:spMkLst>
        </pc:spChg>
        <pc:picChg chg="mod">
          <ac:chgData name="Stephen Millmore" userId="7b2404fb-f360-4859-a21a-833f72764a74" providerId="ADAL" clId="{F8060359-7CB0-4CFA-8452-FFE64AEC2193}" dt="2026-10-01T10:56:06.302" v="25348" actId="1076"/>
          <ac:picMkLst>
            <pc:docMk/>
            <pc:sldMk cId="0" sldId="262"/>
            <ac:picMk id="6" creationId="{00000000-0000-0000-0000-000000000000}"/>
          </ac:picMkLst>
        </pc:picChg>
        <pc:picChg chg="mod">
          <ac:chgData name="Stephen Millmore" userId="7b2404fb-f360-4859-a21a-833f72764a74" providerId="ADAL" clId="{F8060359-7CB0-4CFA-8452-FFE64AEC2193}" dt="2026-10-01T10:56:08.338" v="25349" actId="1076"/>
          <ac:picMkLst>
            <pc:docMk/>
            <pc:sldMk cId="0" sldId="262"/>
            <ac:picMk id="7" creationId="{00000000-0000-0000-0000-000000000000}"/>
          </ac:picMkLst>
        </pc:picChg>
        <pc:picChg chg="mod">
          <ac:chgData name="Stephen Millmore" userId="7b2404fb-f360-4859-a21a-833f72764a74" providerId="ADAL" clId="{F8060359-7CB0-4CFA-8452-FFE64AEC2193}" dt="2026-10-01T10:55:52.605" v="25338" actId="1076"/>
          <ac:picMkLst>
            <pc:docMk/>
            <pc:sldMk cId="0" sldId="262"/>
            <ac:picMk id="8" creationId="{00000000-0000-0000-0000-000000000000}"/>
          </ac:picMkLst>
        </pc:picChg>
      </pc:sldChg>
      <pc:sldChg chg="delSp modSp mod addAnim delAnim modAnim">
        <pc:chgData name="Stephen Millmore" userId="7b2404fb-f360-4859-a21a-833f72764a74" providerId="ADAL" clId="{F8060359-7CB0-4CFA-8452-FFE64AEC2193}" dt="2026-10-01T11:02:34.611" v="25634" actId="113"/>
        <pc:sldMkLst>
          <pc:docMk/>
          <pc:sldMk cId="0" sldId="263"/>
        </pc:sldMkLst>
        <pc:spChg chg="mod">
          <ac:chgData name="Stephen Millmore" userId="7b2404fb-f360-4859-a21a-833f72764a74" providerId="ADAL" clId="{F8060359-7CB0-4CFA-8452-FFE64AEC2193}" dt="2026-10-01T11:02:34.611" v="25634" actId="113"/>
          <ac:spMkLst>
            <pc:docMk/>
            <pc:sldMk cId="0" sldId="263"/>
            <ac:spMk id="4" creationId="{00000000-0000-0000-0000-000000000000}"/>
          </ac:spMkLst>
        </pc:spChg>
      </pc:sldChg>
      <pc:sldChg chg="addSp delSp modSp mod">
        <pc:chgData name="Stephen Millmore" userId="7b2404fb-f360-4859-a21a-833f72764a74" providerId="ADAL" clId="{F8060359-7CB0-4CFA-8452-FFE64AEC2193}" dt="2026-10-01T11:06:53.578" v="25703" actId="255"/>
        <pc:sldMkLst>
          <pc:docMk/>
          <pc:sldMk cId="0" sldId="264"/>
        </pc:sldMkLst>
        <pc:spChg chg="add mod">
          <ac:chgData name="Stephen Millmore" userId="7b2404fb-f360-4859-a21a-833f72764a74" providerId="ADAL" clId="{F8060359-7CB0-4CFA-8452-FFE64AEC2193}" dt="2026-10-01T11:06:53.578" v="25703" actId="255"/>
          <ac:spMkLst>
            <pc:docMk/>
            <pc:sldMk cId="0" sldId="264"/>
            <ac:spMk id="3" creationId="{2565BDA4-F961-DD5A-78A7-39903BB5DE16}"/>
          </ac:spMkLst>
        </pc:spChg>
        <pc:spChg chg="mod">
          <ac:chgData name="Stephen Millmore" userId="7b2404fb-f360-4859-a21a-833f72764a74" providerId="ADAL" clId="{F8060359-7CB0-4CFA-8452-FFE64AEC2193}" dt="2026-10-01T11:05:40.612" v="25689" actId="20577"/>
          <ac:spMkLst>
            <pc:docMk/>
            <pc:sldMk cId="0" sldId="264"/>
            <ac:spMk id="4" creationId="{00000000-0000-0000-0000-000000000000}"/>
          </ac:spMkLst>
        </pc:spChg>
        <pc:picChg chg="mod">
          <ac:chgData name="Stephen Millmore" userId="7b2404fb-f360-4859-a21a-833f72764a74" providerId="ADAL" clId="{F8060359-7CB0-4CFA-8452-FFE64AEC2193}" dt="2026-10-01T11:05:56.493" v="25691" actId="1076"/>
          <ac:picMkLst>
            <pc:docMk/>
            <pc:sldMk cId="0" sldId="264"/>
            <ac:picMk id="6" creationId="{00000000-0000-0000-0000-000000000000}"/>
          </ac:picMkLst>
        </pc:picChg>
        <pc:picChg chg="add mod">
          <ac:chgData name="Stephen Millmore" userId="7b2404fb-f360-4859-a21a-833f72764a74" providerId="ADAL" clId="{F8060359-7CB0-4CFA-8452-FFE64AEC2193}" dt="2026-10-01T11:06:02.865" v="25692" actId="14100"/>
          <ac:picMkLst>
            <pc:docMk/>
            <pc:sldMk cId="0" sldId="264"/>
            <ac:picMk id="9" creationId="{AB37922A-F482-5C4C-EA98-FBFECE609A8D}"/>
          </ac:picMkLst>
        </pc:picChg>
      </pc:sldChg>
      <pc:sldChg chg="delSp modSp mod">
        <pc:chgData name="Stephen Millmore" userId="7b2404fb-f360-4859-a21a-833f72764a74" providerId="ADAL" clId="{F8060359-7CB0-4CFA-8452-FFE64AEC2193}" dt="2026-10-01T11:08:47.776" v="25760" actId="313"/>
        <pc:sldMkLst>
          <pc:docMk/>
          <pc:sldMk cId="0" sldId="265"/>
        </pc:sldMkLst>
        <pc:spChg chg="mod">
          <ac:chgData name="Stephen Millmore" userId="7b2404fb-f360-4859-a21a-833f72764a74" providerId="ADAL" clId="{F8060359-7CB0-4CFA-8452-FFE64AEC2193}" dt="2026-10-01T11:08:47.776" v="25760" actId="313"/>
          <ac:spMkLst>
            <pc:docMk/>
            <pc:sldMk cId="0" sldId="265"/>
            <ac:spMk id="4" creationId="{00000000-0000-0000-0000-000000000000}"/>
          </ac:spMkLst>
        </pc:spChg>
        <pc:picChg chg="mod">
          <ac:chgData name="Stephen Millmore" userId="7b2404fb-f360-4859-a21a-833f72764a74" providerId="ADAL" clId="{F8060359-7CB0-4CFA-8452-FFE64AEC2193}" dt="2026-10-01T11:06:26.512" v="25693" actId="1076"/>
          <ac:picMkLst>
            <pc:docMk/>
            <pc:sldMk cId="0" sldId="265"/>
            <ac:picMk id="6" creationId="{00000000-0000-0000-0000-000000000000}"/>
          </ac:picMkLst>
        </pc:picChg>
        <pc:picChg chg="mod">
          <ac:chgData name="Stephen Millmore" userId="7b2404fb-f360-4859-a21a-833f72764a74" providerId="ADAL" clId="{F8060359-7CB0-4CFA-8452-FFE64AEC2193}" dt="2026-10-01T11:07:21.986" v="25707" actId="1076"/>
          <ac:picMkLst>
            <pc:docMk/>
            <pc:sldMk cId="0" sldId="265"/>
            <ac:picMk id="7" creationId="{00000000-0000-0000-0000-000000000000}"/>
          </ac:picMkLst>
        </pc:picChg>
      </pc:sldChg>
      <pc:sldChg chg="delSp modSp mod">
        <pc:chgData name="Stephen Millmore" userId="7b2404fb-f360-4859-a21a-833f72764a74" providerId="ADAL" clId="{F8060359-7CB0-4CFA-8452-FFE64AEC2193}" dt="2026-10-01T11:13:46.697" v="25939" actId="20577"/>
        <pc:sldMkLst>
          <pc:docMk/>
          <pc:sldMk cId="0" sldId="266"/>
        </pc:sldMkLst>
        <pc:spChg chg="mod">
          <ac:chgData name="Stephen Millmore" userId="7b2404fb-f360-4859-a21a-833f72764a74" providerId="ADAL" clId="{F8060359-7CB0-4CFA-8452-FFE64AEC2193}" dt="2026-10-01T11:13:46.697" v="25939" actId="20577"/>
          <ac:spMkLst>
            <pc:docMk/>
            <pc:sldMk cId="0" sldId="266"/>
            <ac:spMk id="4" creationId="{00000000-0000-0000-0000-000000000000}"/>
          </ac:spMkLst>
        </pc:spChg>
        <pc:picChg chg="mod">
          <ac:chgData name="Stephen Millmore" userId="7b2404fb-f360-4859-a21a-833f72764a74" providerId="ADAL" clId="{F8060359-7CB0-4CFA-8452-FFE64AEC2193}" dt="2026-10-01T11:11:08.949" v="25803" actId="1076"/>
          <ac:picMkLst>
            <pc:docMk/>
            <pc:sldMk cId="0" sldId="266"/>
            <ac:picMk id="6" creationId="{00000000-0000-0000-0000-000000000000}"/>
          </ac:picMkLst>
        </pc:picChg>
        <pc:picChg chg="mod">
          <ac:chgData name="Stephen Millmore" userId="7b2404fb-f360-4859-a21a-833f72764a74" providerId="ADAL" clId="{F8060359-7CB0-4CFA-8452-FFE64AEC2193}" dt="2026-10-01T11:12:28.197" v="25915" actId="1076"/>
          <ac:picMkLst>
            <pc:docMk/>
            <pc:sldMk cId="0" sldId="266"/>
            <ac:picMk id="7" creationId="{00000000-0000-0000-0000-000000000000}"/>
          </ac:picMkLst>
        </pc:picChg>
      </pc:sldChg>
      <pc:sldChg chg="addSp modSp mod">
        <pc:chgData name="Stephen Millmore" userId="7b2404fb-f360-4859-a21a-833f72764a74" providerId="ADAL" clId="{F8060359-7CB0-4CFA-8452-FFE64AEC2193}" dt="2026-10-01T11:17:34.535" v="25944" actId="1076"/>
        <pc:sldMkLst>
          <pc:docMk/>
          <pc:sldMk cId="0" sldId="267"/>
        </pc:sldMkLst>
        <pc:picChg chg="add mod">
          <ac:chgData name="Stephen Millmore" userId="7b2404fb-f360-4859-a21a-833f72764a74" providerId="ADAL" clId="{F8060359-7CB0-4CFA-8452-FFE64AEC2193}" dt="2026-10-01T11:17:34.535" v="25944" actId="1076"/>
          <ac:picMkLst>
            <pc:docMk/>
            <pc:sldMk cId="0" sldId="267"/>
            <ac:picMk id="4" creationId="{D2979338-C7B2-8BD1-17FA-B8144924A15D}"/>
          </ac:picMkLst>
        </pc:picChg>
      </pc:sldChg>
      <pc:sldChg chg="delSp modSp mod">
        <pc:chgData name="Stephen Millmore" userId="7b2404fb-f360-4859-a21a-833f72764a74" providerId="ADAL" clId="{F8060359-7CB0-4CFA-8452-FFE64AEC2193}" dt="2026-10-01T11:31:01.257" v="26284" actId="20577"/>
        <pc:sldMkLst>
          <pc:docMk/>
          <pc:sldMk cId="0" sldId="268"/>
        </pc:sldMkLst>
        <pc:spChg chg="mod">
          <ac:chgData name="Stephen Millmore" userId="7b2404fb-f360-4859-a21a-833f72764a74" providerId="ADAL" clId="{F8060359-7CB0-4CFA-8452-FFE64AEC2193}" dt="2026-10-01T11:31:01.257" v="26284" actId="20577"/>
          <ac:spMkLst>
            <pc:docMk/>
            <pc:sldMk cId="0" sldId="268"/>
            <ac:spMk id="4" creationId="{00000000-0000-0000-0000-000000000000}"/>
          </ac:spMkLst>
        </pc:spChg>
        <pc:picChg chg="mod">
          <ac:chgData name="Stephen Millmore" userId="7b2404fb-f360-4859-a21a-833f72764a74" providerId="ADAL" clId="{F8060359-7CB0-4CFA-8452-FFE64AEC2193}" dt="2026-10-01T11:30:02.114" v="26101" actId="1076"/>
          <ac:picMkLst>
            <pc:docMk/>
            <pc:sldMk cId="0" sldId="268"/>
            <ac:picMk id="6" creationId="{00000000-0000-0000-0000-000000000000}"/>
          </ac:picMkLst>
        </pc:picChg>
      </pc:sldChg>
      <pc:sldChg chg="addSp delSp modSp mod">
        <pc:chgData name="Stephen Millmore" userId="7b2404fb-f360-4859-a21a-833f72764a74" providerId="ADAL" clId="{F8060359-7CB0-4CFA-8452-FFE64AEC2193}" dt="2026-10-01T11:47:06.239" v="26824" actId="20577"/>
        <pc:sldMkLst>
          <pc:docMk/>
          <pc:sldMk cId="0" sldId="269"/>
        </pc:sldMkLst>
        <pc:spChg chg="mod">
          <ac:chgData name="Stephen Millmore" userId="7b2404fb-f360-4859-a21a-833f72764a74" providerId="ADAL" clId="{F8060359-7CB0-4CFA-8452-FFE64AEC2193}" dt="2026-10-01T11:47:06.239" v="26824" actId="20577"/>
          <ac:spMkLst>
            <pc:docMk/>
            <pc:sldMk cId="0" sldId="269"/>
            <ac:spMk id="4" creationId="{00000000-0000-0000-0000-000000000000}"/>
          </ac:spMkLst>
        </pc:spChg>
        <pc:spChg chg="add mod">
          <ac:chgData name="Stephen Millmore" userId="7b2404fb-f360-4859-a21a-833f72764a74" providerId="ADAL" clId="{F8060359-7CB0-4CFA-8452-FFE64AEC2193}" dt="2026-10-01T11:46:25.921" v="26770" actId="1076"/>
          <ac:spMkLst>
            <pc:docMk/>
            <pc:sldMk cId="0" sldId="269"/>
            <ac:spMk id="11" creationId="{E3F4679C-AC5D-BBB6-8301-7639EF18B50B}"/>
          </ac:spMkLst>
        </pc:spChg>
        <pc:picChg chg="mod">
          <ac:chgData name="Stephen Millmore" userId="7b2404fb-f360-4859-a21a-833f72764a74" providerId="ADAL" clId="{F8060359-7CB0-4CFA-8452-FFE64AEC2193}" dt="2026-10-01T11:46:43.898" v="26773" actId="1076"/>
          <ac:picMkLst>
            <pc:docMk/>
            <pc:sldMk cId="0" sldId="269"/>
            <ac:picMk id="6" creationId="{00000000-0000-0000-0000-000000000000}"/>
          </ac:picMkLst>
        </pc:picChg>
        <pc:picChg chg="mod">
          <ac:chgData name="Stephen Millmore" userId="7b2404fb-f360-4859-a21a-833f72764a74" providerId="ADAL" clId="{F8060359-7CB0-4CFA-8452-FFE64AEC2193}" dt="2026-10-01T11:45:44.738" v="26758" actId="1076"/>
          <ac:picMkLst>
            <pc:docMk/>
            <pc:sldMk cId="0" sldId="269"/>
            <ac:picMk id="7" creationId="{00000000-0000-0000-0000-000000000000}"/>
          </ac:picMkLst>
        </pc:picChg>
        <pc:picChg chg="mod">
          <ac:chgData name="Stephen Millmore" userId="7b2404fb-f360-4859-a21a-833f72764a74" providerId="ADAL" clId="{F8060359-7CB0-4CFA-8452-FFE64AEC2193}" dt="2026-10-01T11:45:55.177" v="26761" actId="14100"/>
          <ac:picMkLst>
            <pc:docMk/>
            <pc:sldMk cId="0" sldId="269"/>
            <ac:picMk id="8" creationId="{00000000-0000-0000-0000-000000000000}"/>
          </ac:picMkLst>
        </pc:picChg>
        <pc:picChg chg="mod">
          <ac:chgData name="Stephen Millmore" userId="7b2404fb-f360-4859-a21a-833f72764a74" providerId="ADAL" clId="{F8060359-7CB0-4CFA-8452-FFE64AEC2193}" dt="2026-10-01T11:46:03.557" v="26763" actId="14100"/>
          <ac:picMkLst>
            <pc:docMk/>
            <pc:sldMk cId="0" sldId="269"/>
            <ac:picMk id="9" creationId="{00000000-0000-0000-0000-000000000000}"/>
          </ac:picMkLst>
        </pc:picChg>
        <pc:picChg chg="add mod">
          <ac:chgData name="Stephen Millmore" userId="7b2404fb-f360-4859-a21a-833f72764a74" providerId="ADAL" clId="{F8060359-7CB0-4CFA-8452-FFE64AEC2193}" dt="2026-10-01T11:38:32.841" v="26286" actId="1076"/>
          <ac:picMkLst>
            <pc:docMk/>
            <pc:sldMk cId="0" sldId="269"/>
            <ac:picMk id="10" creationId="{6B8F21B7-A0EA-3569-855D-441B014C607A}"/>
          </ac:picMkLst>
        </pc:picChg>
      </pc:sldChg>
      <pc:sldChg chg="delSp modSp mod">
        <pc:chgData name="Stephen Millmore" userId="7b2404fb-f360-4859-a21a-833f72764a74" providerId="ADAL" clId="{F8060359-7CB0-4CFA-8452-FFE64AEC2193}" dt="2026-10-01T11:54:55.440" v="27021" actId="1076"/>
        <pc:sldMkLst>
          <pc:docMk/>
          <pc:sldMk cId="0" sldId="271"/>
        </pc:sldMkLst>
        <pc:spChg chg="mod">
          <ac:chgData name="Stephen Millmore" userId="7b2404fb-f360-4859-a21a-833f72764a74" providerId="ADAL" clId="{F8060359-7CB0-4CFA-8452-FFE64AEC2193}" dt="2026-10-01T11:54:51.607" v="27020" actId="5793"/>
          <ac:spMkLst>
            <pc:docMk/>
            <pc:sldMk cId="0" sldId="271"/>
            <ac:spMk id="4" creationId="{00000000-0000-0000-0000-000000000000}"/>
          </ac:spMkLst>
        </pc:spChg>
        <pc:picChg chg="mod">
          <ac:chgData name="Stephen Millmore" userId="7b2404fb-f360-4859-a21a-833f72764a74" providerId="ADAL" clId="{F8060359-7CB0-4CFA-8452-FFE64AEC2193}" dt="2026-10-01T11:53:51.325" v="27004" actId="14100"/>
          <ac:picMkLst>
            <pc:docMk/>
            <pc:sldMk cId="0" sldId="271"/>
            <ac:picMk id="6" creationId="{00000000-0000-0000-0000-000000000000}"/>
          </ac:picMkLst>
        </pc:picChg>
        <pc:picChg chg="mod">
          <ac:chgData name="Stephen Millmore" userId="7b2404fb-f360-4859-a21a-833f72764a74" providerId="ADAL" clId="{F8060359-7CB0-4CFA-8452-FFE64AEC2193}" dt="2026-10-01T11:54:15.231" v="27012" actId="1076"/>
          <ac:picMkLst>
            <pc:docMk/>
            <pc:sldMk cId="0" sldId="271"/>
            <ac:picMk id="7" creationId="{00000000-0000-0000-0000-000000000000}"/>
          </ac:picMkLst>
        </pc:picChg>
        <pc:picChg chg="mod">
          <ac:chgData name="Stephen Millmore" userId="7b2404fb-f360-4859-a21a-833f72764a74" providerId="ADAL" clId="{F8060359-7CB0-4CFA-8452-FFE64AEC2193}" dt="2026-10-01T11:54:55.440" v="27021" actId="1076"/>
          <ac:picMkLst>
            <pc:docMk/>
            <pc:sldMk cId="0" sldId="271"/>
            <ac:picMk id="8" creationId="{00000000-0000-0000-0000-000000000000}"/>
          </ac:picMkLst>
        </pc:picChg>
      </pc:sldChg>
      <pc:sldChg chg="addSp delSp modSp mod">
        <pc:chgData name="Stephen Millmore" userId="7b2404fb-f360-4859-a21a-833f72764a74" providerId="ADAL" clId="{F8060359-7CB0-4CFA-8452-FFE64AEC2193}" dt="2026-10-01T11:58:37.440" v="27277" actId="208"/>
        <pc:sldMkLst>
          <pc:docMk/>
          <pc:sldMk cId="0" sldId="272"/>
        </pc:sldMkLst>
        <pc:spChg chg="mod">
          <ac:chgData name="Stephen Millmore" userId="7b2404fb-f360-4859-a21a-833f72764a74" providerId="ADAL" clId="{F8060359-7CB0-4CFA-8452-FFE64AEC2193}" dt="2026-10-01T11:57:45.894" v="27205" actId="20577"/>
          <ac:spMkLst>
            <pc:docMk/>
            <pc:sldMk cId="0" sldId="272"/>
            <ac:spMk id="2" creationId="{00000000-0000-0000-0000-000000000000}"/>
          </ac:spMkLst>
        </pc:spChg>
        <pc:spChg chg="add mod">
          <ac:chgData name="Stephen Millmore" userId="7b2404fb-f360-4859-a21a-833f72764a74" providerId="ADAL" clId="{F8060359-7CB0-4CFA-8452-FFE64AEC2193}" dt="2026-10-01T11:58:37.440" v="27277" actId="208"/>
          <ac:spMkLst>
            <pc:docMk/>
            <pc:sldMk cId="0" sldId="272"/>
            <ac:spMk id="3" creationId="{970EE472-6A9C-F6F9-68FF-733A11C0852E}"/>
          </ac:spMkLst>
        </pc:spChg>
        <pc:spChg chg="mod">
          <ac:chgData name="Stephen Millmore" userId="7b2404fb-f360-4859-a21a-833f72764a74" providerId="ADAL" clId="{F8060359-7CB0-4CFA-8452-FFE64AEC2193}" dt="2026-10-01T11:57:21.133" v="27201" actId="113"/>
          <ac:spMkLst>
            <pc:docMk/>
            <pc:sldMk cId="0" sldId="272"/>
            <ac:spMk id="4" creationId="{00000000-0000-0000-0000-000000000000}"/>
          </ac:spMkLst>
        </pc:spChg>
        <pc:picChg chg="mod">
          <ac:chgData name="Stephen Millmore" userId="7b2404fb-f360-4859-a21a-833f72764a74" providerId="ADAL" clId="{F8060359-7CB0-4CFA-8452-FFE64AEC2193}" dt="2026-10-01T11:55:41.756" v="27033" actId="1076"/>
          <ac:picMkLst>
            <pc:docMk/>
            <pc:sldMk cId="0" sldId="272"/>
            <ac:picMk id="6" creationId="{00000000-0000-0000-0000-000000000000}"/>
          </ac:picMkLst>
        </pc:picChg>
        <pc:picChg chg="mod">
          <ac:chgData name="Stephen Millmore" userId="7b2404fb-f360-4859-a21a-833f72764a74" providerId="ADAL" clId="{F8060359-7CB0-4CFA-8452-FFE64AEC2193}" dt="2026-10-01T11:55:53.633" v="27036" actId="1076"/>
          <ac:picMkLst>
            <pc:docMk/>
            <pc:sldMk cId="0" sldId="272"/>
            <ac:picMk id="7" creationId="{00000000-0000-0000-0000-000000000000}"/>
          </ac:picMkLst>
        </pc:picChg>
        <pc:picChg chg="mod">
          <ac:chgData name="Stephen Millmore" userId="7b2404fb-f360-4859-a21a-833f72764a74" providerId="ADAL" clId="{F8060359-7CB0-4CFA-8452-FFE64AEC2193}" dt="2026-10-01T11:57:16.665" v="27200" actId="1076"/>
          <ac:picMkLst>
            <pc:docMk/>
            <pc:sldMk cId="0" sldId="272"/>
            <ac:picMk id="8" creationId="{00000000-0000-0000-0000-000000000000}"/>
          </ac:picMkLst>
        </pc:picChg>
      </pc:sldChg>
      <pc:sldChg chg="addSp delSp modSp mod">
        <pc:chgData name="Stephen Millmore" userId="7b2404fb-f360-4859-a21a-833f72764a74" providerId="ADAL" clId="{F8060359-7CB0-4CFA-8452-FFE64AEC2193}" dt="2026-10-01T12:02:05.646" v="27569" actId="208"/>
        <pc:sldMkLst>
          <pc:docMk/>
          <pc:sldMk cId="0" sldId="273"/>
        </pc:sldMkLst>
        <pc:spChg chg="mod">
          <ac:chgData name="Stephen Millmore" userId="7b2404fb-f360-4859-a21a-833f72764a74" providerId="ADAL" clId="{F8060359-7CB0-4CFA-8452-FFE64AEC2193}" dt="2026-10-01T12:01:59.750" v="27567" actId="1076"/>
          <ac:spMkLst>
            <pc:docMk/>
            <pc:sldMk cId="0" sldId="273"/>
            <ac:spMk id="2" creationId="{00000000-0000-0000-0000-000000000000}"/>
          </ac:spMkLst>
        </pc:spChg>
        <pc:spChg chg="add mod">
          <ac:chgData name="Stephen Millmore" userId="7b2404fb-f360-4859-a21a-833f72764a74" providerId="ADAL" clId="{F8060359-7CB0-4CFA-8452-FFE64AEC2193}" dt="2026-10-01T12:02:05.646" v="27569" actId="208"/>
          <ac:spMkLst>
            <pc:docMk/>
            <pc:sldMk cId="0" sldId="273"/>
            <ac:spMk id="3" creationId="{8FD37B31-21A2-42BC-2830-953C8A344433}"/>
          </ac:spMkLst>
        </pc:spChg>
        <pc:spChg chg="mod">
          <ac:chgData name="Stephen Millmore" userId="7b2404fb-f360-4859-a21a-833f72764a74" providerId="ADAL" clId="{F8060359-7CB0-4CFA-8452-FFE64AEC2193}" dt="2026-10-01T12:01:05.275" v="27397" actId="113"/>
          <ac:spMkLst>
            <pc:docMk/>
            <pc:sldMk cId="0" sldId="273"/>
            <ac:spMk id="4" creationId="{00000000-0000-0000-0000-000000000000}"/>
          </ac:spMkLst>
        </pc:spChg>
        <pc:picChg chg="mod">
          <ac:chgData name="Stephen Millmore" userId="7b2404fb-f360-4859-a21a-833f72764a74" providerId="ADAL" clId="{F8060359-7CB0-4CFA-8452-FFE64AEC2193}" dt="2026-10-01T12:00:31.509" v="27389" actId="1076"/>
          <ac:picMkLst>
            <pc:docMk/>
            <pc:sldMk cId="0" sldId="273"/>
            <ac:picMk id="6" creationId="{00000000-0000-0000-0000-000000000000}"/>
          </ac:picMkLst>
        </pc:picChg>
        <pc:picChg chg="mod">
          <ac:chgData name="Stephen Millmore" userId="7b2404fb-f360-4859-a21a-833f72764a74" providerId="ADAL" clId="{F8060359-7CB0-4CFA-8452-FFE64AEC2193}" dt="2026-10-01T12:00:38.407" v="27391" actId="1076"/>
          <ac:picMkLst>
            <pc:docMk/>
            <pc:sldMk cId="0" sldId="273"/>
            <ac:picMk id="7" creationId="{00000000-0000-0000-0000-000000000000}"/>
          </ac:picMkLst>
        </pc:picChg>
        <pc:picChg chg="mod">
          <ac:chgData name="Stephen Millmore" userId="7b2404fb-f360-4859-a21a-833f72764a74" providerId="ADAL" clId="{F8060359-7CB0-4CFA-8452-FFE64AEC2193}" dt="2026-10-01T12:00:49.636" v="27393" actId="1076"/>
          <ac:picMkLst>
            <pc:docMk/>
            <pc:sldMk cId="0" sldId="273"/>
            <ac:picMk id="8" creationId="{00000000-0000-0000-0000-000000000000}"/>
          </ac:picMkLst>
        </pc:picChg>
        <pc:picChg chg="mod">
          <ac:chgData name="Stephen Millmore" userId="7b2404fb-f360-4859-a21a-833f72764a74" providerId="ADAL" clId="{F8060359-7CB0-4CFA-8452-FFE64AEC2193}" dt="2026-10-01T12:01:12.146" v="27399" actId="1076"/>
          <ac:picMkLst>
            <pc:docMk/>
            <pc:sldMk cId="0" sldId="273"/>
            <ac:picMk id="9" creationId="{00000000-0000-0000-0000-000000000000}"/>
          </ac:picMkLst>
        </pc:picChg>
      </pc:sldChg>
      <pc:sldChg chg="delSp modSp mod">
        <pc:chgData name="Stephen Millmore" userId="7b2404fb-f360-4859-a21a-833f72764a74" providerId="ADAL" clId="{F8060359-7CB0-4CFA-8452-FFE64AEC2193}" dt="2026-10-01T12:05:59.870" v="27885" actId="113"/>
        <pc:sldMkLst>
          <pc:docMk/>
          <pc:sldMk cId="0" sldId="274"/>
        </pc:sldMkLst>
        <pc:spChg chg="mod">
          <ac:chgData name="Stephen Millmore" userId="7b2404fb-f360-4859-a21a-833f72764a74" providerId="ADAL" clId="{F8060359-7CB0-4CFA-8452-FFE64AEC2193}" dt="2026-10-01T12:05:59.870" v="27885" actId="113"/>
          <ac:spMkLst>
            <pc:docMk/>
            <pc:sldMk cId="0" sldId="274"/>
            <ac:spMk id="4" creationId="{00000000-0000-0000-0000-000000000000}"/>
          </ac:spMkLst>
        </pc:spChg>
        <pc:picChg chg="mod">
          <ac:chgData name="Stephen Millmore" userId="7b2404fb-f360-4859-a21a-833f72764a74" providerId="ADAL" clId="{F8060359-7CB0-4CFA-8452-FFE64AEC2193}" dt="2026-10-01T12:02:30.457" v="27576" actId="1076"/>
          <ac:picMkLst>
            <pc:docMk/>
            <pc:sldMk cId="0" sldId="274"/>
            <ac:picMk id="6" creationId="{00000000-0000-0000-0000-000000000000}"/>
          </ac:picMkLst>
        </pc:picChg>
      </pc:sldChg>
      <pc:sldChg chg="delSp mod">
        <pc:chgData name="Stephen Millmore" userId="7b2404fb-f360-4859-a21a-833f72764a74" providerId="ADAL" clId="{F8060359-7CB0-4CFA-8452-FFE64AEC2193}" dt="2026-10-01T10:26:11.032" v="24821" actId="478"/>
        <pc:sldMkLst>
          <pc:docMk/>
          <pc:sldMk cId="0" sldId="275"/>
        </pc:sldMkLst>
      </pc:sldChg>
      <pc:sldChg chg="delSp modSp mod">
        <pc:chgData name="Stephen Millmore" userId="7b2404fb-f360-4859-a21a-833f72764a74" providerId="ADAL" clId="{F8060359-7CB0-4CFA-8452-FFE64AEC2193}" dt="2026-10-01T10:32:17.949" v="24844" actId="27636"/>
        <pc:sldMkLst>
          <pc:docMk/>
          <pc:sldMk cId="0" sldId="276"/>
        </pc:sldMkLst>
        <pc:spChg chg="mod">
          <ac:chgData name="Stephen Millmore" userId="7b2404fb-f360-4859-a21a-833f72764a74" providerId="ADAL" clId="{F8060359-7CB0-4CFA-8452-FFE64AEC2193}" dt="2026-10-01T10:32:17.949" v="24844" actId="27636"/>
          <ac:spMkLst>
            <pc:docMk/>
            <pc:sldMk cId="0" sldId="276"/>
            <ac:spMk id="4" creationId="{00000000-0000-0000-0000-000000000000}"/>
          </ac:spMkLst>
        </pc:spChg>
      </pc:sldChg>
      <pc:sldChg chg="delSp mod">
        <pc:chgData name="Stephen Millmore" userId="7b2404fb-f360-4859-a21a-833f72764a74" providerId="ADAL" clId="{F8060359-7CB0-4CFA-8452-FFE64AEC2193}" dt="2026-10-01T10:26:12.879" v="24823" actId="478"/>
        <pc:sldMkLst>
          <pc:docMk/>
          <pc:sldMk cId="0" sldId="277"/>
        </pc:sldMkLst>
      </pc:sldChg>
      <pc:sldChg chg="delSp mod">
        <pc:chgData name="Stephen Millmore" userId="7b2404fb-f360-4859-a21a-833f72764a74" providerId="ADAL" clId="{F8060359-7CB0-4CFA-8452-FFE64AEC2193}" dt="2026-10-01T10:26:13.824" v="24824" actId="478"/>
        <pc:sldMkLst>
          <pc:docMk/>
          <pc:sldMk cId="0" sldId="278"/>
        </pc:sldMkLst>
      </pc:sldChg>
      <pc:sldChg chg="delSp mod">
        <pc:chgData name="Stephen Millmore" userId="7b2404fb-f360-4859-a21a-833f72764a74" providerId="ADAL" clId="{F8060359-7CB0-4CFA-8452-FFE64AEC2193}" dt="2026-10-01T10:26:14.773" v="24825" actId="478"/>
        <pc:sldMkLst>
          <pc:docMk/>
          <pc:sldMk cId="0" sldId="279"/>
        </pc:sldMkLst>
      </pc:sldChg>
      <pc:sldChg chg="delSp mod">
        <pc:chgData name="Stephen Millmore" userId="7b2404fb-f360-4859-a21a-833f72764a74" providerId="ADAL" clId="{F8060359-7CB0-4CFA-8452-FFE64AEC2193}" dt="2026-10-01T10:26:15.700" v="24826" actId="478"/>
        <pc:sldMkLst>
          <pc:docMk/>
          <pc:sldMk cId="0" sldId="280"/>
        </pc:sldMkLst>
      </pc:sldChg>
      <pc:sldChg chg="delSp mod">
        <pc:chgData name="Stephen Millmore" userId="7b2404fb-f360-4859-a21a-833f72764a74" providerId="ADAL" clId="{F8060359-7CB0-4CFA-8452-FFE64AEC2193}" dt="2026-10-01T10:26:16.619" v="24827" actId="478"/>
        <pc:sldMkLst>
          <pc:docMk/>
          <pc:sldMk cId="0" sldId="281"/>
        </pc:sldMkLst>
      </pc:sldChg>
      <pc:sldChg chg="delSp modSp mod">
        <pc:chgData name="Stephen Millmore" userId="7b2404fb-f360-4859-a21a-833f72764a74" providerId="ADAL" clId="{F8060359-7CB0-4CFA-8452-FFE64AEC2193}" dt="2026-10-01T10:32:17.962" v="24845" actId="27636"/>
        <pc:sldMkLst>
          <pc:docMk/>
          <pc:sldMk cId="0" sldId="282"/>
        </pc:sldMkLst>
        <pc:spChg chg="mod">
          <ac:chgData name="Stephen Millmore" userId="7b2404fb-f360-4859-a21a-833f72764a74" providerId="ADAL" clId="{F8060359-7CB0-4CFA-8452-FFE64AEC2193}" dt="2026-10-01T10:32:17.962" v="24845" actId="27636"/>
          <ac:spMkLst>
            <pc:docMk/>
            <pc:sldMk cId="0" sldId="282"/>
            <ac:spMk id="4" creationId="{00000000-0000-0000-0000-000000000000}"/>
          </ac:spMkLst>
        </pc:spChg>
      </pc:sldChg>
      <pc:sldChg chg="addSp modSp mod">
        <pc:chgData name="Stephen Millmore" userId="7b2404fb-f360-4859-a21a-833f72764a74" providerId="ADAL" clId="{F8060359-7CB0-4CFA-8452-FFE64AEC2193}" dt="2026-10-02T08:51:31.750" v="29000" actId="27614"/>
        <pc:sldMkLst>
          <pc:docMk/>
          <pc:sldMk cId="0" sldId="283"/>
        </pc:sldMkLst>
        <pc:spChg chg="mod">
          <ac:chgData name="Stephen Millmore" userId="7b2404fb-f360-4859-a21a-833f72764a74" providerId="ADAL" clId="{F8060359-7CB0-4CFA-8452-FFE64AEC2193}" dt="2026-10-01T10:35:09.096" v="25118" actId="20577"/>
          <ac:spMkLst>
            <pc:docMk/>
            <pc:sldMk cId="0" sldId="283"/>
            <ac:spMk id="2" creationId="{00000000-0000-0000-0000-000000000000}"/>
          </ac:spMkLst>
        </pc:spChg>
        <pc:picChg chg="add mod">
          <ac:chgData name="Stephen Millmore" userId="7b2404fb-f360-4859-a21a-833f72764a74" providerId="ADAL" clId="{F8060359-7CB0-4CFA-8452-FFE64AEC2193}" dt="2026-10-02T08:51:31.750" v="29000" actId="27614"/>
          <ac:picMkLst>
            <pc:docMk/>
            <pc:sldMk cId="0" sldId="283"/>
            <ac:picMk id="4" creationId="{249FF033-FE85-C7C1-29D6-1561DA968439}"/>
          </ac:picMkLst>
        </pc:picChg>
      </pc:sldChg>
      <pc:sldChg chg="addSp delSp modSp mod">
        <pc:chgData name="Stephen Millmore" userId="7b2404fb-f360-4859-a21a-833f72764a74" providerId="ADAL" clId="{F8060359-7CB0-4CFA-8452-FFE64AEC2193}" dt="2026-10-02T08:42:48.571" v="28508" actId="20577"/>
        <pc:sldMkLst>
          <pc:docMk/>
          <pc:sldMk cId="0" sldId="284"/>
        </pc:sldMkLst>
        <pc:spChg chg="mod">
          <ac:chgData name="Stephen Millmore" userId="7b2404fb-f360-4859-a21a-833f72764a74" providerId="ADAL" clId="{F8060359-7CB0-4CFA-8452-FFE64AEC2193}" dt="2026-10-02T08:42:48.571" v="28508" actId="20577"/>
          <ac:spMkLst>
            <pc:docMk/>
            <pc:sldMk cId="0" sldId="284"/>
            <ac:spMk id="4" creationId="{00000000-0000-0000-0000-000000000000}"/>
          </ac:spMkLst>
        </pc:spChg>
        <pc:picChg chg="mod">
          <ac:chgData name="Stephen Millmore" userId="7b2404fb-f360-4859-a21a-833f72764a74" providerId="ADAL" clId="{F8060359-7CB0-4CFA-8452-FFE64AEC2193}" dt="2026-10-02T08:38:58.538" v="28109" actId="1076"/>
          <ac:picMkLst>
            <pc:docMk/>
            <pc:sldMk cId="0" sldId="284"/>
            <ac:picMk id="6" creationId="{00000000-0000-0000-0000-000000000000}"/>
          </ac:picMkLst>
        </pc:picChg>
      </pc:sldChg>
      <pc:sldChg chg="addSp delSp modSp mod">
        <pc:chgData name="Stephen Millmore" userId="7b2404fb-f360-4859-a21a-833f72764a74" providerId="ADAL" clId="{F8060359-7CB0-4CFA-8452-FFE64AEC2193}" dt="2026-10-02T08:57:40.972" v="29086" actId="27636"/>
        <pc:sldMkLst>
          <pc:docMk/>
          <pc:sldMk cId="0" sldId="285"/>
        </pc:sldMkLst>
        <pc:spChg chg="add mod">
          <ac:chgData name="Stephen Millmore" userId="7b2404fb-f360-4859-a21a-833f72764a74" providerId="ADAL" clId="{F8060359-7CB0-4CFA-8452-FFE64AEC2193}" dt="2026-10-02T08:43:31.371" v="28533" actId="404"/>
          <ac:spMkLst>
            <pc:docMk/>
            <pc:sldMk cId="0" sldId="285"/>
            <ac:spMk id="3" creationId="{D5C96439-7AFC-AC14-0676-C2886EAF8B21}"/>
          </ac:spMkLst>
        </pc:spChg>
        <pc:spChg chg="mod">
          <ac:chgData name="Stephen Millmore" userId="7b2404fb-f360-4859-a21a-833f72764a74" providerId="ADAL" clId="{F8060359-7CB0-4CFA-8452-FFE64AEC2193}" dt="2026-10-02T08:57:40.972" v="29086" actId="27636"/>
          <ac:spMkLst>
            <pc:docMk/>
            <pc:sldMk cId="0" sldId="285"/>
            <ac:spMk id="4" creationId="{00000000-0000-0000-0000-000000000000}"/>
          </ac:spMkLst>
        </pc:spChg>
        <pc:picChg chg="mod">
          <ac:chgData name="Stephen Millmore" userId="7b2404fb-f360-4859-a21a-833f72764a74" providerId="ADAL" clId="{F8060359-7CB0-4CFA-8452-FFE64AEC2193}" dt="2026-10-02T08:43:11.419" v="28511" actId="1076"/>
          <ac:picMkLst>
            <pc:docMk/>
            <pc:sldMk cId="0" sldId="285"/>
            <ac:picMk id="6" creationId="{00000000-0000-0000-0000-000000000000}"/>
          </ac:picMkLst>
        </pc:picChg>
      </pc:sldChg>
      <pc:sldChg chg="delSp modSp mod">
        <pc:chgData name="Stephen Millmore" userId="7b2404fb-f360-4859-a21a-833f72764a74" providerId="ADAL" clId="{F8060359-7CB0-4CFA-8452-FFE64AEC2193}" dt="2026-10-02T09:06:31.400" v="30037" actId="6549"/>
        <pc:sldMkLst>
          <pc:docMk/>
          <pc:sldMk cId="0" sldId="286"/>
        </pc:sldMkLst>
        <pc:spChg chg="mod">
          <ac:chgData name="Stephen Millmore" userId="7b2404fb-f360-4859-a21a-833f72764a74" providerId="ADAL" clId="{F8060359-7CB0-4CFA-8452-FFE64AEC2193}" dt="2026-10-02T09:06:31.400" v="30037" actId="6549"/>
          <ac:spMkLst>
            <pc:docMk/>
            <pc:sldMk cId="0" sldId="286"/>
            <ac:spMk id="4" creationId="{00000000-0000-0000-0000-000000000000}"/>
          </ac:spMkLst>
        </pc:spChg>
        <pc:picChg chg="mod">
          <ac:chgData name="Stephen Millmore" userId="7b2404fb-f360-4859-a21a-833f72764a74" providerId="ADAL" clId="{F8060359-7CB0-4CFA-8452-FFE64AEC2193}" dt="2026-10-02T09:05:13.482" v="29990" actId="1076"/>
          <ac:picMkLst>
            <pc:docMk/>
            <pc:sldMk cId="0" sldId="286"/>
            <ac:picMk id="6" creationId="{00000000-0000-0000-0000-000000000000}"/>
          </ac:picMkLst>
        </pc:picChg>
        <pc:picChg chg="mod">
          <ac:chgData name="Stephen Millmore" userId="7b2404fb-f360-4859-a21a-833f72764a74" providerId="ADAL" clId="{F8060359-7CB0-4CFA-8452-FFE64AEC2193}" dt="2026-10-02T09:05:32.614" v="29997" actId="1076"/>
          <ac:picMkLst>
            <pc:docMk/>
            <pc:sldMk cId="0" sldId="286"/>
            <ac:picMk id="7" creationId="{00000000-0000-0000-0000-000000000000}"/>
          </ac:picMkLst>
        </pc:picChg>
      </pc:sldChg>
      <pc:sldChg chg="delSp modSp mod">
        <pc:chgData name="Stephen Millmore" userId="7b2404fb-f360-4859-a21a-833f72764a74" providerId="ADAL" clId="{F8060359-7CB0-4CFA-8452-FFE64AEC2193}" dt="2026-10-02T09:08:31.082" v="30219" actId="20577"/>
        <pc:sldMkLst>
          <pc:docMk/>
          <pc:sldMk cId="0" sldId="287"/>
        </pc:sldMkLst>
        <pc:spChg chg="mod">
          <ac:chgData name="Stephen Millmore" userId="7b2404fb-f360-4859-a21a-833f72764a74" providerId="ADAL" clId="{F8060359-7CB0-4CFA-8452-FFE64AEC2193}" dt="2026-10-02T09:08:31.082" v="30219" actId="20577"/>
          <ac:spMkLst>
            <pc:docMk/>
            <pc:sldMk cId="0" sldId="287"/>
            <ac:spMk id="4" creationId="{00000000-0000-0000-0000-000000000000}"/>
          </ac:spMkLst>
        </pc:spChg>
        <pc:picChg chg="mod">
          <ac:chgData name="Stephen Millmore" userId="7b2404fb-f360-4859-a21a-833f72764a74" providerId="ADAL" clId="{F8060359-7CB0-4CFA-8452-FFE64AEC2193}" dt="2026-10-02T09:07:19.053" v="30046" actId="1076"/>
          <ac:picMkLst>
            <pc:docMk/>
            <pc:sldMk cId="0" sldId="287"/>
            <ac:picMk id="6" creationId="{00000000-0000-0000-0000-000000000000}"/>
          </ac:picMkLst>
        </pc:picChg>
        <pc:picChg chg="mod">
          <ac:chgData name="Stephen Millmore" userId="7b2404fb-f360-4859-a21a-833f72764a74" providerId="ADAL" clId="{F8060359-7CB0-4CFA-8452-FFE64AEC2193}" dt="2026-10-02T09:07:16.499" v="30045" actId="1076"/>
          <ac:picMkLst>
            <pc:docMk/>
            <pc:sldMk cId="0" sldId="287"/>
            <ac:picMk id="7" creationId="{00000000-0000-0000-0000-000000000000}"/>
          </ac:picMkLst>
        </pc:picChg>
      </pc:sldChg>
      <pc:sldChg chg="delSp modSp mod">
        <pc:chgData name="Stephen Millmore" userId="7b2404fb-f360-4859-a21a-833f72764a74" providerId="ADAL" clId="{F8060359-7CB0-4CFA-8452-FFE64AEC2193}" dt="2026-10-02T09:12:06.018" v="30587" actId="1076"/>
        <pc:sldMkLst>
          <pc:docMk/>
          <pc:sldMk cId="0" sldId="288"/>
        </pc:sldMkLst>
        <pc:spChg chg="mod">
          <ac:chgData name="Stephen Millmore" userId="7b2404fb-f360-4859-a21a-833f72764a74" providerId="ADAL" clId="{F8060359-7CB0-4CFA-8452-FFE64AEC2193}" dt="2026-10-02T09:12:01.877" v="30585" actId="20577"/>
          <ac:spMkLst>
            <pc:docMk/>
            <pc:sldMk cId="0" sldId="288"/>
            <ac:spMk id="4" creationId="{00000000-0000-0000-0000-000000000000}"/>
          </ac:spMkLst>
        </pc:spChg>
        <pc:picChg chg="mod">
          <ac:chgData name="Stephen Millmore" userId="7b2404fb-f360-4859-a21a-833f72764a74" providerId="ADAL" clId="{F8060359-7CB0-4CFA-8452-FFE64AEC2193}" dt="2026-10-02T09:12:04.504" v="30586" actId="1076"/>
          <ac:picMkLst>
            <pc:docMk/>
            <pc:sldMk cId="0" sldId="288"/>
            <ac:picMk id="6" creationId="{00000000-0000-0000-0000-000000000000}"/>
          </ac:picMkLst>
        </pc:picChg>
        <pc:picChg chg="mod">
          <ac:chgData name="Stephen Millmore" userId="7b2404fb-f360-4859-a21a-833f72764a74" providerId="ADAL" clId="{F8060359-7CB0-4CFA-8452-FFE64AEC2193}" dt="2026-10-02T09:12:06.018" v="30587" actId="1076"/>
          <ac:picMkLst>
            <pc:docMk/>
            <pc:sldMk cId="0" sldId="288"/>
            <ac:picMk id="7" creationId="{00000000-0000-0000-0000-000000000000}"/>
          </ac:picMkLst>
        </pc:picChg>
      </pc:sldChg>
      <pc:sldChg chg="addSp delSp modSp add mod ord">
        <pc:chgData name="Stephen Millmore" userId="7b2404fb-f360-4859-a21a-833f72764a74" providerId="ADAL" clId="{F8060359-7CB0-4CFA-8452-FFE64AEC2193}" dt="2026-10-01T11:53:42.957" v="27002"/>
        <pc:sldMkLst>
          <pc:docMk/>
          <pc:sldMk cId="1064382380" sldId="289"/>
        </pc:sldMkLst>
        <pc:spChg chg="mod">
          <ac:chgData name="Stephen Millmore" userId="7b2404fb-f360-4859-a21a-833f72764a74" providerId="ADAL" clId="{F8060359-7CB0-4CFA-8452-FFE64AEC2193}" dt="2026-10-01T11:49:13.865" v="26839" actId="1076"/>
          <ac:spMkLst>
            <pc:docMk/>
            <pc:sldMk cId="1064382380" sldId="289"/>
            <ac:spMk id="4" creationId="{1E5F60A6-EC76-D711-8FB4-C6B4D08C3A33}"/>
          </ac:spMkLst>
        </pc:spChg>
        <pc:spChg chg="add mod">
          <ac:chgData name="Stephen Millmore" userId="7b2404fb-f360-4859-a21a-833f72764a74" providerId="ADAL" clId="{F8060359-7CB0-4CFA-8452-FFE64AEC2193}" dt="2026-10-01T11:50:19.427" v="26890" actId="404"/>
          <ac:spMkLst>
            <pc:docMk/>
            <pc:sldMk cId="1064382380" sldId="289"/>
            <ac:spMk id="5" creationId="{ED2961B1-E044-39D5-8728-DB93C1ED0696}"/>
          </ac:spMkLst>
        </pc:spChg>
        <pc:picChg chg="add mod">
          <ac:chgData name="Stephen Millmore" userId="7b2404fb-f360-4859-a21a-833f72764a74" providerId="ADAL" clId="{F8060359-7CB0-4CFA-8452-FFE64AEC2193}" dt="2026-10-01T11:49:02.785" v="26837" actId="1076"/>
          <ac:picMkLst>
            <pc:docMk/>
            <pc:sldMk cId="1064382380" sldId="289"/>
            <ac:picMk id="3" creationId="{1FBE08A2-7253-6F18-E2CD-FB3C6AA83302}"/>
          </ac:picMkLst>
        </pc:picChg>
        <pc:picChg chg="mod">
          <ac:chgData name="Stephen Millmore" userId="7b2404fb-f360-4859-a21a-833f72764a74" providerId="ADAL" clId="{F8060359-7CB0-4CFA-8452-FFE64AEC2193}" dt="2026-10-01T11:47:59.898" v="26832" actId="1076"/>
          <ac:picMkLst>
            <pc:docMk/>
            <pc:sldMk cId="1064382380" sldId="289"/>
            <ac:picMk id="9" creationId="{59C6893C-C7C5-DA2F-3DD4-D206A76AF2FF}"/>
          </ac:picMkLst>
        </pc:picChg>
      </pc:sldChg>
      <pc:sldChg chg="modSp add mod">
        <pc:chgData name="Stephen Millmore" userId="7b2404fb-f360-4859-a21a-833f72764a74" providerId="ADAL" clId="{F8060359-7CB0-4CFA-8452-FFE64AEC2193}" dt="2026-10-01T11:53:14.660" v="27000" actId="20577"/>
        <pc:sldMkLst>
          <pc:docMk/>
          <pc:sldMk cId="3720048375" sldId="290"/>
        </pc:sldMkLst>
        <pc:spChg chg="mod">
          <ac:chgData name="Stephen Millmore" userId="7b2404fb-f360-4859-a21a-833f72764a74" providerId="ADAL" clId="{F8060359-7CB0-4CFA-8452-FFE64AEC2193}" dt="2026-10-01T11:53:14.660" v="27000" actId="20577"/>
          <ac:spMkLst>
            <pc:docMk/>
            <pc:sldMk cId="3720048375" sldId="290"/>
            <ac:spMk id="4" creationId="{6D9F05AD-77C6-1A29-A2BE-E31AC4B88EEF}"/>
          </ac:spMkLst>
        </pc:spChg>
      </pc:sldChg>
      <pc:sldChg chg="addSp delSp modSp add mod">
        <pc:chgData name="Stephen Millmore" userId="7b2404fb-f360-4859-a21a-833f72764a74" providerId="ADAL" clId="{F8060359-7CB0-4CFA-8452-FFE64AEC2193}" dt="2026-10-02T09:04:51.860" v="29984" actId="27636"/>
        <pc:sldMkLst>
          <pc:docMk/>
          <pc:sldMk cId="2323140857" sldId="291"/>
        </pc:sldMkLst>
        <pc:spChg chg="mod">
          <ac:chgData name="Stephen Millmore" userId="7b2404fb-f360-4859-a21a-833f72764a74" providerId="ADAL" clId="{F8060359-7CB0-4CFA-8452-FFE64AEC2193}" dt="2026-10-02T08:59:55.491" v="29108" actId="20577"/>
          <ac:spMkLst>
            <pc:docMk/>
            <pc:sldMk cId="2323140857" sldId="291"/>
            <ac:spMk id="2" creationId="{75E108B0-7D77-70E9-A8B9-F2EE293423EB}"/>
          </ac:spMkLst>
        </pc:spChg>
        <pc:spChg chg="mod">
          <ac:chgData name="Stephen Millmore" userId="7b2404fb-f360-4859-a21a-833f72764a74" providerId="ADAL" clId="{F8060359-7CB0-4CFA-8452-FFE64AEC2193}" dt="2026-10-02T08:59:47.524" v="29093" actId="14100"/>
          <ac:spMkLst>
            <pc:docMk/>
            <pc:sldMk cId="2323140857" sldId="291"/>
            <ac:spMk id="3" creationId="{B48E6CC4-9678-1652-CBF3-E839CD294E10}"/>
          </ac:spMkLst>
        </pc:spChg>
        <pc:spChg chg="mod">
          <ac:chgData name="Stephen Millmore" userId="7b2404fb-f360-4859-a21a-833f72764a74" providerId="ADAL" clId="{F8060359-7CB0-4CFA-8452-FFE64AEC2193}" dt="2026-10-02T09:04:51.860" v="29984" actId="27636"/>
          <ac:spMkLst>
            <pc:docMk/>
            <pc:sldMk cId="2323140857" sldId="291"/>
            <ac:spMk id="4" creationId="{9F8DA791-8443-F5A6-2320-C7593A1E6F2C}"/>
          </ac:spMkLst>
        </pc:spChg>
        <pc:picChg chg="add mod">
          <ac:chgData name="Stephen Millmore" userId="7b2404fb-f360-4859-a21a-833f72764a74" providerId="ADAL" clId="{F8060359-7CB0-4CFA-8452-FFE64AEC2193}" dt="2026-10-02T08:59:14.473" v="29091" actId="1076"/>
          <ac:picMkLst>
            <pc:docMk/>
            <pc:sldMk cId="2323140857" sldId="291"/>
            <ac:picMk id="5" creationId="{F9EE2A54-7146-1F8B-EFD0-673E7A8AF607}"/>
          </ac:picMkLst>
        </pc:picChg>
      </pc:sldChg>
    </pc:docChg>
  </pc:docChgLst>
  <pc:docChgLst>
    <pc:chgData name="Stephen Millmore" userId="7b2404fb-f360-4859-a21a-833f72764a74" providerId="ADAL" clId="{81ACD43F-62AC-445E-9ACE-F10791BBB929}"/>
    <pc:docChg chg="undo custSel addSld delSld modSld sldOrd">
      <pc:chgData name="Stephen Millmore" userId="7b2404fb-f360-4859-a21a-833f72764a74" providerId="ADAL" clId="{81ACD43F-62AC-445E-9ACE-F10791BBB929}" dt="2026-10-07T09:09:01.589" v="1491"/>
      <pc:docMkLst>
        <pc:docMk/>
      </pc:docMkLst>
      <pc:sldChg chg="modAnim">
        <pc:chgData name="Stephen Millmore" userId="7b2404fb-f360-4859-a21a-833f72764a74" providerId="ADAL" clId="{81ACD43F-62AC-445E-9ACE-F10791BBB929}" dt="2026-10-07T08:40:38.332" v="895"/>
        <pc:sldMkLst>
          <pc:docMk/>
          <pc:sldMk cId="0" sldId="257"/>
        </pc:sldMkLst>
      </pc:sldChg>
      <pc:sldChg chg="modAnim">
        <pc:chgData name="Stephen Millmore" userId="7b2404fb-f360-4859-a21a-833f72764a74" providerId="ADAL" clId="{81ACD43F-62AC-445E-9ACE-F10791BBB929}" dt="2026-10-07T08:40:51.481" v="896"/>
        <pc:sldMkLst>
          <pc:docMk/>
          <pc:sldMk cId="0" sldId="260"/>
        </pc:sldMkLst>
      </pc:sldChg>
      <pc:sldChg chg="addSp modSp addAnim delAnim modAnim">
        <pc:chgData name="Stephen Millmore" userId="7b2404fb-f360-4859-a21a-833f72764a74" providerId="ADAL" clId="{81ACD43F-62AC-445E-9ACE-F10791BBB929}" dt="2026-10-07T08:41:58.638" v="903"/>
        <pc:sldMkLst>
          <pc:docMk/>
          <pc:sldMk cId="0" sldId="261"/>
        </pc:sldMkLst>
        <pc:spChg chg="add mod">
          <ac:chgData name="Stephen Millmore" userId="7b2404fb-f360-4859-a21a-833f72764a74" providerId="ADAL" clId="{81ACD43F-62AC-445E-9ACE-F10791BBB929}" dt="2026-10-07T08:41:30.859" v="898" actId="571"/>
          <ac:spMkLst>
            <pc:docMk/>
            <pc:sldMk cId="0" sldId="261"/>
            <ac:spMk id="5" creationId="{06DDBE9D-CF70-0F15-59EF-59651CB51D2E}"/>
          </ac:spMkLst>
        </pc:spChg>
        <pc:spChg chg="add mod">
          <ac:chgData name="Stephen Millmore" userId="7b2404fb-f360-4859-a21a-833f72764a74" providerId="ADAL" clId="{81ACD43F-62AC-445E-9ACE-F10791BBB929}" dt="2026-10-07T08:41:30.859" v="898" actId="571"/>
          <ac:spMkLst>
            <pc:docMk/>
            <pc:sldMk cId="0" sldId="261"/>
            <ac:spMk id="11" creationId="{031380C7-F080-599B-6D6C-ECEF5DBDB119}"/>
          </ac:spMkLst>
        </pc:spChg>
        <pc:picChg chg="add mod">
          <ac:chgData name="Stephen Millmore" userId="7b2404fb-f360-4859-a21a-833f72764a74" providerId="ADAL" clId="{81ACD43F-62AC-445E-9ACE-F10791BBB929}" dt="2026-10-07T08:41:30.859" v="898" actId="571"/>
          <ac:picMkLst>
            <pc:docMk/>
            <pc:sldMk cId="0" sldId="261"/>
            <ac:picMk id="9" creationId="{D7ACEFEA-8A83-B701-5AB5-1CA117381E67}"/>
          </ac:picMkLst>
        </pc:picChg>
      </pc:sldChg>
      <pc:sldChg chg="addAnim delAnim modAnim">
        <pc:chgData name="Stephen Millmore" userId="7b2404fb-f360-4859-a21a-833f72764a74" providerId="ADAL" clId="{81ACD43F-62AC-445E-9ACE-F10791BBB929}" dt="2026-10-07T08:42:16.374" v="905"/>
        <pc:sldMkLst>
          <pc:docMk/>
          <pc:sldMk cId="0" sldId="262"/>
        </pc:sldMkLst>
      </pc:sldChg>
      <pc:sldChg chg="modAnim">
        <pc:chgData name="Stephen Millmore" userId="7b2404fb-f360-4859-a21a-833f72764a74" providerId="ADAL" clId="{81ACD43F-62AC-445E-9ACE-F10791BBB929}" dt="2026-10-07T08:42:43.046" v="906"/>
        <pc:sldMkLst>
          <pc:docMk/>
          <pc:sldMk cId="0" sldId="264"/>
        </pc:sldMkLst>
      </pc:sldChg>
      <pc:sldChg chg="addAnim delAnim modAnim">
        <pc:chgData name="Stephen Millmore" userId="7b2404fb-f360-4859-a21a-833f72764a74" providerId="ADAL" clId="{81ACD43F-62AC-445E-9ACE-F10791BBB929}" dt="2026-10-07T08:44:05.786" v="944"/>
        <pc:sldMkLst>
          <pc:docMk/>
          <pc:sldMk cId="0" sldId="265"/>
        </pc:sldMkLst>
      </pc:sldChg>
      <pc:sldChg chg="modAnim">
        <pc:chgData name="Stephen Millmore" userId="7b2404fb-f360-4859-a21a-833f72764a74" providerId="ADAL" clId="{81ACD43F-62AC-445E-9ACE-F10791BBB929}" dt="2026-10-07T08:44:54.464" v="947"/>
        <pc:sldMkLst>
          <pc:docMk/>
          <pc:sldMk cId="0" sldId="266"/>
        </pc:sldMkLst>
      </pc:sldChg>
      <pc:sldChg chg="modAnim">
        <pc:chgData name="Stephen Millmore" userId="7b2404fb-f360-4859-a21a-833f72764a74" providerId="ADAL" clId="{81ACD43F-62AC-445E-9ACE-F10791BBB929}" dt="2026-10-07T08:45:34.056" v="961"/>
        <pc:sldMkLst>
          <pc:docMk/>
          <pc:sldMk cId="0" sldId="268"/>
        </pc:sldMkLst>
      </pc:sldChg>
      <pc:sldChg chg="addAnim delAnim modAnim">
        <pc:chgData name="Stephen Millmore" userId="7b2404fb-f360-4859-a21a-833f72764a74" providerId="ADAL" clId="{81ACD43F-62AC-445E-9ACE-F10791BBB929}" dt="2026-10-07T08:46:11.128" v="965"/>
        <pc:sldMkLst>
          <pc:docMk/>
          <pc:sldMk cId="0" sldId="269"/>
        </pc:sldMkLst>
      </pc:sldChg>
      <pc:sldChg chg="modSp del mod addAnim delAnim modAnim">
        <pc:chgData name="Stephen Millmore" userId="7b2404fb-f360-4859-a21a-833f72764a74" providerId="ADAL" clId="{81ACD43F-62AC-445E-9ACE-F10791BBB929}" dt="2026-10-07T08:48:42" v="984" actId="2696"/>
        <pc:sldMkLst>
          <pc:docMk/>
          <pc:sldMk cId="0" sldId="270"/>
        </pc:sldMkLst>
        <pc:spChg chg="mod">
          <ac:chgData name="Stephen Millmore" userId="7b2404fb-f360-4859-a21a-833f72764a74" providerId="ADAL" clId="{81ACD43F-62AC-445E-9ACE-F10791BBB929}" dt="2026-10-07T08:47:27.492" v="977"/>
          <ac:spMkLst>
            <pc:docMk/>
            <pc:sldMk cId="0" sldId="270"/>
            <ac:spMk id="4" creationId="{00000000-0000-0000-0000-000000000000}"/>
          </ac:spMkLst>
        </pc:spChg>
        <pc:picChg chg="mod">
          <ac:chgData name="Stephen Millmore" userId="7b2404fb-f360-4859-a21a-833f72764a74" providerId="ADAL" clId="{81ACD43F-62AC-445E-9ACE-F10791BBB929}" dt="2026-10-07T08:46:42.628" v="967" actId="1076"/>
          <ac:picMkLst>
            <pc:docMk/>
            <pc:sldMk cId="0" sldId="270"/>
            <ac:picMk id="6" creationId="{00000000-0000-0000-0000-000000000000}"/>
          </ac:picMkLst>
        </pc:picChg>
        <pc:picChg chg="mod">
          <ac:chgData name="Stephen Millmore" userId="7b2404fb-f360-4859-a21a-833f72764a74" providerId="ADAL" clId="{81ACD43F-62AC-445E-9ACE-F10791BBB929}" dt="2026-10-07T08:46:46.278" v="968" actId="1076"/>
          <ac:picMkLst>
            <pc:docMk/>
            <pc:sldMk cId="0" sldId="270"/>
            <ac:picMk id="7" creationId="{00000000-0000-0000-0000-000000000000}"/>
          </ac:picMkLst>
        </pc:picChg>
        <pc:picChg chg="mod">
          <ac:chgData name="Stephen Millmore" userId="7b2404fb-f360-4859-a21a-833f72764a74" providerId="ADAL" clId="{81ACD43F-62AC-445E-9ACE-F10791BBB929}" dt="2026-10-07T08:46:50.173" v="969" actId="1076"/>
          <ac:picMkLst>
            <pc:docMk/>
            <pc:sldMk cId="0" sldId="270"/>
            <ac:picMk id="8" creationId="{00000000-0000-0000-0000-000000000000}"/>
          </ac:picMkLst>
        </pc:picChg>
        <pc:picChg chg="mod">
          <ac:chgData name="Stephen Millmore" userId="7b2404fb-f360-4859-a21a-833f72764a74" providerId="ADAL" clId="{81ACD43F-62AC-445E-9ACE-F10791BBB929}" dt="2026-10-07T08:46:28.500" v="966" actId="1076"/>
          <ac:picMkLst>
            <pc:docMk/>
            <pc:sldMk cId="0" sldId="270"/>
            <ac:picMk id="9" creationId="{00000000-0000-0000-0000-000000000000}"/>
          </ac:picMkLst>
        </pc:picChg>
      </pc:sldChg>
      <pc:sldChg chg="addSp modSp mod addAnim delAnim modAnim">
        <pc:chgData name="Stephen Millmore" userId="7b2404fb-f360-4859-a21a-833f72764a74" providerId="ADAL" clId="{81ACD43F-62AC-445E-9ACE-F10791BBB929}" dt="2026-10-07T08:51:35.263" v="1226"/>
        <pc:sldMkLst>
          <pc:docMk/>
          <pc:sldMk cId="0" sldId="271"/>
        </pc:sldMkLst>
        <pc:spChg chg="add mod">
          <ac:chgData name="Stephen Millmore" userId="7b2404fb-f360-4859-a21a-833f72764a74" providerId="ADAL" clId="{81ACD43F-62AC-445E-9ACE-F10791BBB929}" dt="2026-10-07T08:50:25.164" v="1115" actId="1076"/>
          <ac:spMkLst>
            <pc:docMk/>
            <pc:sldMk cId="0" sldId="271"/>
            <ac:spMk id="3" creationId="{7F017482-3212-CA45-019E-4E4875086E3F}"/>
          </ac:spMkLst>
        </pc:spChg>
        <pc:spChg chg="add mod">
          <ac:chgData name="Stephen Millmore" userId="7b2404fb-f360-4859-a21a-833f72764a74" providerId="ADAL" clId="{81ACD43F-62AC-445E-9ACE-F10791BBB929}" dt="2026-10-07T08:51:11.980" v="1222" actId="20577"/>
          <ac:spMkLst>
            <pc:docMk/>
            <pc:sldMk cId="0" sldId="271"/>
            <ac:spMk id="9" creationId="{6B527BDC-69B9-FD12-4B64-1EE610BD4548}"/>
          </ac:spMkLst>
        </pc:spChg>
      </pc:sldChg>
      <pc:sldChg chg="modSp mod addAnim delAnim modAnim">
        <pc:chgData name="Stephen Millmore" userId="7b2404fb-f360-4859-a21a-833f72764a74" providerId="ADAL" clId="{81ACD43F-62AC-445E-9ACE-F10791BBB929}" dt="2026-10-07T08:52:32.986" v="1234"/>
        <pc:sldMkLst>
          <pc:docMk/>
          <pc:sldMk cId="0" sldId="272"/>
        </pc:sldMkLst>
        <pc:spChg chg="mod">
          <ac:chgData name="Stephen Millmore" userId="7b2404fb-f360-4859-a21a-833f72764a74" providerId="ADAL" clId="{81ACD43F-62AC-445E-9ACE-F10791BBB929}" dt="2026-10-07T08:52:10.569" v="1230" actId="1076"/>
          <ac:spMkLst>
            <pc:docMk/>
            <pc:sldMk cId="0" sldId="272"/>
            <ac:spMk id="3" creationId="{970EE472-6A9C-F6F9-68FF-733A11C0852E}"/>
          </ac:spMkLst>
        </pc:spChg>
      </pc:sldChg>
      <pc:sldChg chg="modSp mod addAnim delAnim modAnim">
        <pc:chgData name="Stephen Millmore" userId="7b2404fb-f360-4859-a21a-833f72764a74" providerId="ADAL" clId="{81ACD43F-62AC-445E-9ACE-F10791BBB929}" dt="2026-10-07T08:53:38.957" v="1244"/>
        <pc:sldMkLst>
          <pc:docMk/>
          <pc:sldMk cId="0" sldId="273"/>
        </pc:sldMkLst>
        <pc:spChg chg="mod">
          <ac:chgData name="Stephen Millmore" userId="7b2404fb-f360-4859-a21a-833f72764a74" providerId="ADAL" clId="{81ACD43F-62AC-445E-9ACE-F10791BBB929}" dt="2026-10-07T08:52:59.956" v="1238" actId="14100"/>
          <ac:spMkLst>
            <pc:docMk/>
            <pc:sldMk cId="0" sldId="273"/>
            <ac:spMk id="3" creationId="{8FD37B31-21A2-42BC-2830-953C8A344433}"/>
          </ac:spMkLst>
        </pc:spChg>
      </pc:sldChg>
      <pc:sldChg chg="modAnim">
        <pc:chgData name="Stephen Millmore" userId="7b2404fb-f360-4859-a21a-833f72764a74" providerId="ADAL" clId="{81ACD43F-62AC-445E-9ACE-F10791BBB929}" dt="2026-10-07T08:54:07.351" v="1267"/>
        <pc:sldMkLst>
          <pc:docMk/>
          <pc:sldMk cId="0" sldId="274"/>
        </pc:sldMkLst>
      </pc:sldChg>
      <pc:sldChg chg="addSp delSp modSp mod modAnim">
        <pc:chgData name="Stephen Millmore" userId="7b2404fb-f360-4859-a21a-833f72764a74" providerId="ADAL" clId="{81ACD43F-62AC-445E-9ACE-F10791BBB929}" dt="2026-10-07T08:56:46.698" v="1395"/>
        <pc:sldMkLst>
          <pc:docMk/>
          <pc:sldMk cId="0" sldId="275"/>
        </pc:sldMkLst>
        <pc:spChg chg="add mod">
          <ac:chgData name="Stephen Millmore" userId="7b2404fb-f360-4859-a21a-833f72764a74" providerId="ADAL" clId="{81ACD43F-62AC-445E-9ACE-F10791BBB929}" dt="2026-10-07T08:56:29.726" v="1390" actId="571"/>
          <ac:spMkLst>
            <pc:docMk/>
            <pc:sldMk cId="0" sldId="275"/>
            <ac:spMk id="3" creationId="{91B296BC-9362-69FB-ED22-1E84728BC539}"/>
          </ac:spMkLst>
        </pc:spChg>
        <pc:spChg chg="mod">
          <ac:chgData name="Stephen Millmore" userId="7b2404fb-f360-4859-a21a-833f72764a74" providerId="ADAL" clId="{81ACD43F-62AC-445E-9ACE-F10791BBB929}" dt="2026-10-07T08:56:12.713" v="1385" actId="27636"/>
          <ac:spMkLst>
            <pc:docMk/>
            <pc:sldMk cId="0" sldId="275"/>
            <ac:spMk id="4" creationId="{00000000-0000-0000-0000-000000000000}"/>
          </ac:spMkLst>
        </pc:spChg>
        <pc:spChg chg="add mod">
          <ac:chgData name="Stephen Millmore" userId="7b2404fb-f360-4859-a21a-833f72764a74" providerId="ADAL" clId="{81ACD43F-62AC-445E-9ACE-F10791BBB929}" dt="2026-10-07T08:54:54.792" v="1356" actId="14100"/>
          <ac:spMkLst>
            <pc:docMk/>
            <pc:sldMk cId="0" sldId="275"/>
            <ac:spMk id="9" creationId="{EAB66BF8-E81A-921A-DA24-624CA0EB7DAD}"/>
          </ac:spMkLst>
        </pc:spChg>
        <pc:picChg chg="add">
          <ac:chgData name="Stephen Millmore" userId="7b2404fb-f360-4859-a21a-833f72764a74" providerId="ADAL" clId="{81ACD43F-62AC-445E-9ACE-F10791BBB929}" dt="2026-10-01T14:17:23.119" v="3" actId="22"/>
          <ac:picMkLst>
            <pc:docMk/>
            <pc:sldMk cId="0" sldId="275"/>
            <ac:picMk id="5" creationId="{3D62815F-1BB1-3F9B-56B1-C08110AE5943}"/>
          </ac:picMkLst>
        </pc:picChg>
        <pc:picChg chg="mod">
          <ac:chgData name="Stephen Millmore" userId="7b2404fb-f360-4859-a21a-833f72764a74" providerId="ADAL" clId="{81ACD43F-62AC-445E-9ACE-F10791BBB929}" dt="2026-10-07T08:56:26.469" v="1388" actId="1076"/>
          <ac:picMkLst>
            <pc:docMk/>
            <pc:sldMk cId="0" sldId="275"/>
            <ac:picMk id="6" creationId="{00000000-0000-0000-0000-000000000000}"/>
          </ac:picMkLst>
        </pc:picChg>
        <pc:picChg chg="mod">
          <ac:chgData name="Stephen Millmore" userId="7b2404fb-f360-4859-a21a-833f72764a74" providerId="ADAL" clId="{81ACD43F-62AC-445E-9ACE-F10791BBB929}" dt="2026-10-01T14:20:09.015" v="82" actId="1076"/>
          <ac:picMkLst>
            <pc:docMk/>
            <pc:sldMk cId="0" sldId="275"/>
            <ac:picMk id="7" creationId="{00000000-0000-0000-0000-000000000000}"/>
          </ac:picMkLst>
        </pc:picChg>
        <pc:picChg chg="del mod">
          <ac:chgData name="Stephen Millmore" userId="7b2404fb-f360-4859-a21a-833f72764a74" providerId="ADAL" clId="{81ACD43F-62AC-445E-9ACE-F10791BBB929}" dt="2026-10-07T08:56:16.055" v="1386" actId="478"/>
          <ac:picMkLst>
            <pc:docMk/>
            <pc:sldMk cId="0" sldId="275"/>
            <ac:picMk id="8" creationId="{00000000-0000-0000-0000-000000000000}"/>
          </ac:picMkLst>
        </pc:picChg>
        <pc:picChg chg="add mod">
          <ac:chgData name="Stephen Millmore" userId="7b2404fb-f360-4859-a21a-833f72764a74" providerId="ADAL" clId="{81ACD43F-62AC-445E-9ACE-F10791BBB929}" dt="2026-10-07T08:56:29.726" v="1390" actId="571"/>
          <ac:picMkLst>
            <pc:docMk/>
            <pc:sldMk cId="0" sldId="275"/>
            <ac:picMk id="10" creationId="{849B576C-C8F2-CE5A-5045-1FAA2C118084}"/>
          </ac:picMkLst>
        </pc:picChg>
      </pc:sldChg>
      <pc:sldChg chg="modSp mod modAnim">
        <pc:chgData name="Stephen Millmore" userId="7b2404fb-f360-4859-a21a-833f72764a74" providerId="ADAL" clId="{81ACD43F-62AC-445E-9ACE-F10791BBB929}" dt="2026-10-07T08:59:13.184" v="1409"/>
        <pc:sldMkLst>
          <pc:docMk/>
          <pc:sldMk cId="0" sldId="276"/>
        </pc:sldMkLst>
        <pc:spChg chg="mod">
          <ac:chgData name="Stephen Millmore" userId="7b2404fb-f360-4859-a21a-833f72764a74" providerId="ADAL" clId="{81ACD43F-62AC-445E-9ACE-F10791BBB929}" dt="2026-10-01T14:28:26.227" v="393" actId="20577"/>
          <ac:spMkLst>
            <pc:docMk/>
            <pc:sldMk cId="0" sldId="276"/>
            <ac:spMk id="4" creationId="{00000000-0000-0000-0000-000000000000}"/>
          </ac:spMkLst>
        </pc:spChg>
        <pc:picChg chg="mod">
          <ac:chgData name="Stephen Millmore" userId="7b2404fb-f360-4859-a21a-833f72764a74" providerId="ADAL" clId="{81ACD43F-62AC-445E-9ACE-F10791BBB929}" dt="2026-10-01T14:23:22.997" v="317" actId="1076"/>
          <ac:picMkLst>
            <pc:docMk/>
            <pc:sldMk cId="0" sldId="276"/>
            <ac:picMk id="6" creationId="{00000000-0000-0000-0000-000000000000}"/>
          </ac:picMkLst>
        </pc:picChg>
        <pc:picChg chg="mod">
          <ac:chgData name="Stephen Millmore" userId="7b2404fb-f360-4859-a21a-833f72764a74" providerId="ADAL" clId="{81ACD43F-62AC-445E-9ACE-F10791BBB929}" dt="2026-10-01T14:28:42.058" v="396" actId="1076"/>
          <ac:picMkLst>
            <pc:docMk/>
            <pc:sldMk cId="0" sldId="276"/>
            <ac:picMk id="7" creationId="{00000000-0000-0000-0000-000000000000}"/>
          </ac:picMkLst>
        </pc:picChg>
      </pc:sldChg>
      <pc:sldChg chg="addSp modSp mod ord modAnim">
        <pc:chgData name="Stephen Millmore" userId="7b2404fb-f360-4859-a21a-833f72764a74" providerId="ADAL" clId="{81ACD43F-62AC-445E-9ACE-F10791BBB929}" dt="2026-10-07T09:02:50.383" v="1432"/>
        <pc:sldMkLst>
          <pc:docMk/>
          <pc:sldMk cId="0" sldId="277"/>
        </pc:sldMkLst>
        <pc:spChg chg="mod">
          <ac:chgData name="Stephen Millmore" userId="7b2404fb-f360-4859-a21a-833f72764a74" providerId="ADAL" clId="{81ACD43F-62AC-445E-9ACE-F10791BBB929}" dt="2026-10-01T14:33:17.984" v="492" actId="6549"/>
          <ac:spMkLst>
            <pc:docMk/>
            <pc:sldMk cId="0" sldId="277"/>
            <ac:spMk id="4" creationId="{00000000-0000-0000-0000-000000000000}"/>
          </ac:spMkLst>
        </pc:spChg>
        <pc:picChg chg="add">
          <ac:chgData name="Stephen Millmore" userId="7b2404fb-f360-4859-a21a-833f72764a74" providerId="ADAL" clId="{81ACD43F-62AC-445E-9ACE-F10791BBB929}" dt="2026-10-01T14:29:17.255" v="398" actId="22"/>
          <ac:picMkLst>
            <pc:docMk/>
            <pc:sldMk cId="0" sldId="277"/>
            <ac:picMk id="5" creationId="{01BEE7A3-DCBB-005C-F61F-08B675883F89}"/>
          </ac:picMkLst>
        </pc:picChg>
        <pc:picChg chg="mod">
          <ac:chgData name="Stephen Millmore" userId="7b2404fb-f360-4859-a21a-833f72764a74" providerId="ADAL" clId="{81ACD43F-62AC-445E-9ACE-F10791BBB929}" dt="2026-10-01T14:31:31.584" v="476" actId="1076"/>
          <ac:picMkLst>
            <pc:docMk/>
            <pc:sldMk cId="0" sldId="277"/>
            <ac:picMk id="6" creationId="{00000000-0000-0000-0000-000000000000}"/>
          </ac:picMkLst>
        </pc:picChg>
        <pc:picChg chg="mod">
          <ac:chgData name="Stephen Millmore" userId="7b2404fb-f360-4859-a21a-833f72764a74" providerId="ADAL" clId="{81ACD43F-62AC-445E-9ACE-F10791BBB929}" dt="2026-10-01T14:31:50.878" v="482" actId="1076"/>
          <ac:picMkLst>
            <pc:docMk/>
            <pc:sldMk cId="0" sldId="277"/>
            <ac:picMk id="7" creationId="{00000000-0000-0000-0000-000000000000}"/>
          </ac:picMkLst>
        </pc:picChg>
      </pc:sldChg>
      <pc:sldChg chg="modSp mod">
        <pc:chgData name="Stephen Millmore" userId="7b2404fb-f360-4859-a21a-833f72764a74" providerId="ADAL" clId="{81ACD43F-62AC-445E-9ACE-F10791BBB929}" dt="2026-10-01T14:37:25.751" v="508" actId="114"/>
        <pc:sldMkLst>
          <pc:docMk/>
          <pc:sldMk cId="0" sldId="278"/>
        </pc:sldMkLst>
        <pc:spChg chg="mod">
          <ac:chgData name="Stephen Millmore" userId="7b2404fb-f360-4859-a21a-833f72764a74" providerId="ADAL" clId="{81ACD43F-62AC-445E-9ACE-F10791BBB929}" dt="2026-10-01T14:37:25.751" v="508" actId="114"/>
          <ac:spMkLst>
            <pc:docMk/>
            <pc:sldMk cId="0" sldId="278"/>
            <ac:spMk id="4" creationId="{00000000-0000-0000-0000-000000000000}"/>
          </ac:spMkLst>
        </pc:spChg>
        <pc:picChg chg="mod">
          <ac:chgData name="Stephen Millmore" userId="7b2404fb-f360-4859-a21a-833f72764a74" providerId="ADAL" clId="{81ACD43F-62AC-445E-9ACE-F10791BBB929}" dt="2026-10-01T14:34:04.037" v="497" actId="1076"/>
          <ac:picMkLst>
            <pc:docMk/>
            <pc:sldMk cId="0" sldId="278"/>
            <ac:picMk id="6" creationId="{00000000-0000-0000-0000-000000000000}"/>
          </ac:picMkLst>
        </pc:picChg>
        <pc:picChg chg="mod">
          <ac:chgData name="Stephen Millmore" userId="7b2404fb-f360-4859-a21a-833f72764a74" providerId="ADAL" clId="{81ACD43F-62AC-445E-9ACE-F10791BBB929}" dt="2026-10-01T14:37:08.898" v="504" actId="1076"/>
          <ac:picMkLst>
            <pc:docMk/>
            <pc:sldMk cId="0" sldId="278"/>
            <ac:picMk id="7" creationId="{00000000-0000-0000-0000-000000000000}"/>
          </ac:picMkLst>
        </pc:picChg>
        <pc:picChg chg="mod">
          <ac:chgData name="Stephen Millmore" userId="7b2404fb-f360-4859-a21a-833f72764a74" providerId="ADAL" clId="{81ACD43F-62AC-445E-9ACE-F10791BBB929}" dt="2026-10-01T14:37:13.039" v="506" actId="1076"/>
          <ac:picMkLst>
            <pc:docMk/>
            <pc:sldMk cId="0" sldId="278"/>
            <ac:picMk id="8" creationId="{00000000-0000-0000-0000-000000000000}"/>
          </ac:picMkLst>
        </pc:picChg>
      </pc:sldChg>
      <pc:sldChg chg="addSp modSp mod">
        <pc:chgData name="Stephen Millmore" userId="7b2404fb-f360-4859-a21a-833f72764a74" providerId="ADAL" clId="{81ACD43F-62AC-445E-9ACE-F10791BBB929}" dt="2026-10-01T14:46:51.915" v="536" actId="113"/>
        <pc:sldMkLst>
          <pc:docMk/>
          <pc:sldMk cId="0" sldId="279"/>
        </pc:sldMkLst>
        <pc:spChg chg="mod">
          <ac:chgData name="Stephen Millmore" userId="7b2404fb-f360-4859-a21a-833f72764a74" providerId="ADAL" clId="{81ACD43F-62AC-445E-9ACE-F10791BBB929}" dt="2026-10-01T14:38:14.535" v="509" actId="20577"/>
          <ac:spMkLst>
            <pc:docMk/>
            <pc:sldMk cId="0" sldId="279"/>
            <ac:spMk id="2" creationId="{00000000-0000-0000-0000-000000000000}"/>
          </ac:spMkLst>
        </pc:spChg>
        <pc:spChg chg="mod">
          <ac:chgData name="Stephen Millmore" userId="7b2404fb-f360-4859-a21a-833f72764a74" providerId="ADAL" clId="{81ACD43F-62AC-445E-9ACE-F10791BBB929}" dt="2026-10-01T14:46:51.915" v="536" actId="113"/>
          <ac:spMkLst>
            <pc:docMk/>
            <pc:sldMk cId="0" sldId="279"/>
            <ac:spMk id="4" creationId="{00000000-0000-0000-0000-000000000000}"/>
          </ac:spMkLst>
        </pc:spChg>
        <pc:picChg chg="add mod">
          <ac:chgData name="Stephen Millmore" userId="7b2404fb-f360-4859-a21a-833f72764a74" providerId="ADAL" clId="{81ACD43F-62AC-445E-9ACE-F10791BBB929}" dt="2026-10-01T14:38:35.251" v="516" actId="1076"/>
          <ac:picMkLst>
            <pc:docMk/>
            <pc:sldMk cId="0" sldId="279"/>
            <ac:picMk id="5" creationId="{88464E0A-D215-8A97-FC48-882CCBC75122}"/>
          </ac:picMkLst>
        </pc:picChg>
        <pc:picChg chg="mod">
          <ac:chgData name="Stephen Millmore" userId="7b2404fb-f360-4859-a21a-833f72764a74" providerId="ADAL" clId="{81ACD43F-62AC-445E-9ACE-F10791BBB929}" dt="2026-10-01T14:38:43.338" v="520" actId="1076"/>
          <ac:picMkLst>
            <pc:docMk/>
            <pc:sldMk cId="0" sldId="279"/>
            <ac:picMk id="6" creationId="{00000000-0000-0000-0000-000000000000}"/>
          </ac:picMkLst>
        </pc:picChg>
        <pc:picChg chg="mod">
          <ac:chgData name="Stephen Millmore" userId="7b2404fb-f360-4859-a21a-833f72764a74" providerId="ADAL" clId="{81ACD43F-62AC-445E-9ACE-F10791BBB929}" dt="2026-10-01T14:39:29.015" v="525" actId="1076"/>
          <ac:picMkLst>
            <pc:docMk/>
            <pc:sldMk cId="0" sldId="279"/>
            <ac:picMk id="7" creationId="{00000000-0000-0000-0000-000000000000}"/>
          </ac:picMkLst>
        </pc:picChg>
      </pc:sldChg>
      <pc:sldChg chg="addSp delSp modSp mod">
        <pc:chgData name="Stephen Millmore" userId="7b2404fb-f360-4859-a21a-833f72764a74" providerId="ADAL" clId="{81ACD43F-62AC-445E-9ACE-F10791BBB929}" dt="2026-10-01T14:50:53.249" v="747" actId="14100"/>
        <pc:sldMkLst>
          <pc:docMk/>
          <pc:sldMk cId="0" sldId="280"/>
        </pc:sldMkLst>
        <pc:spChg chg="mod">
          <ac:chgData name="Stephen Millmore" userId="7b2404fb-f360-4859-a21a-833f72764a74" providerId="ADAL" clId="{81ACD43F-62AC-445E-9ACE-F10791BBB929}" dt="2026-10-01T14:47:20.513" v="549" actId="20577"/>
          <ac:spMkLst>
            <pc:docMk/>
            <pc:sldMk cId="0" sldId="280"/>
            <ac:spMk id="4" creationId="{00000000-0000-0000-0000-000000000000}"/>
          </ac:spMkLst>
        </pc:spChg>
        <pc:spChg chg="add mod">
          <ac:chgData name="Stephen Millmore" userId="7b2404fb-f360-4859-a21a-833f72764a74" providerId="ADAL" clId="{81ACD43F-62AC-445E-9ACE-F10791BBB929}" dt="2026-10-01T14:50:50.945" v="746" actId="1076"/>
          <ac:spMkLst>
            <pc:docMk/>
            <pc:sldMk cId="0" sldId="280"/>
            <ac:spMk id="5" creationId="{AA2C830C-907B-DEB6-49AE-1B3A90BB4E62}"/>
          </ac:spMkLst>
        </pc:spChg>
        <pc:picChg chg="mod">
          <ac:chgData name="Stephen Millmore" userId="7b2404fb-f360-4859-a21a-833f72764a74" providerId="ADAL" clId="{81ACD43F-62AC-445E-9ACE-F10791BBB929}" dt="2026-10-01T14:47:01.462" v="539" actId="14100"/>
          <ac:picMkLst>
            <pc:docMk/>
            <pc:sldMk cId="0" sldId="280"/>
            <ac:picMk id="6" creationId="{00000000-0000-0000-0000-000000000000}"/>
          </ac:picMkLst>
        </pc:picChg>
        <pc:picChg chg="mod">
          <ac:chgData name="Stephen Millmore" userId="7b2404fb-f360-4859-a21a-833f72764a74" providerId="ADAL" clId="{81ACD43F-62AC-445E-9ACE-F10791BBB929}" dt="2026-10-01T14:47:26.434" v="552" actId="1076"/>
          <ac:picMkLst>
            <pc:docMk/>
            <pc:sldMk cId="0" sldId="280"/>
            <ac:picMk id="7" creationId="{00000000-0000-0000-0000-000000000000}"/>
          </ac:picMkLst>
        </pc:picChg>
        <pc:picChg chg="mod">
          <ac:chgData name="Stephen Millmore" userId="7b2404fb-f360-4859-a21a-833f72764a74" providerId="ADAL" clId="{81ACD43F-62AC-445E-9ACE-F10791BBB929}" dt="2026-10-01T14:50:53.249" v="747" actId="14100"/>
          <ac:picMkLst>
            <pc:docMk/>
            <pc:sldMk cId="0" sldId="280"/>
            <ac:picMk id="8" creationId="{00000000-0000-0000-0000-000000000000}"/>
          </ac:picMkLst>
        </pc:picChg>
      </pc:sldChg>
      <pc:sldChg chg="modSp mod">
        <pc:chgData name="Stephen Millmore" userId="7b2404fb-f360-4859-a21a-833f72764a74" providerId="ADAL" clId="{81ACD43F-62AC-445E-9ACE-F10791BBB929}" dt="2026-10-07T09:03:51.175" v="1436" actId="403"/>
        <pc:sldMkLst>
          <pc:docMk/>
          <pc:sldMk cId="0" sldId="281"/>
        </pc:sldMkLst>
        <pc:spChg chg="mod">
          <ac:chgData name="Stephen Millmore" userId="7b2404fb-f360-4859-a21a-833f72764a74" providerId="ADAL" clId="{81ACD43F-62AC-445E-9ACE-F10791BBB929}" dt="2026-10-07T09:03:51.175" v="1436" actId="403"/>
          <ac:spMkLst>
            <pc:docMk/>
            <pc:sldMk cId="0" sldId="281"/>
            <ac:spMk id="10" creationId="{00000000-0000-0000-0000-000000000000}"/>
          </ac:spMkLst>
        </pc:spChg>
        <pc:picChg chg="mod">
          <ac:chgData name="Stephen Millmore" userId="7b2404fb-f360-4859-a21a-833f72764a74" providerId="ADAL" clId="{81ACD43F-62AC-445E-9ACE-F10791BBB929}" dt="2026-10-01T14:53:13.569" v="764" actId="1076"/>
          <ac:picMkLst>
            <pc:docMk/>
            <pc:sldMk cId="0" sldId="281"/>
            <ac:picMk id="6" creationId="{00000000-0000-0000-0000-000000000000}"/>
          </ac:picMkLst>
        </pc:picChg>
        <pc:picChg chg="mod">
          <ac:chgData name="Stephen Millmore" userId="7b2404fb-f360-4859-a21a-833f72764a74" providerId="ADAL" clId="{81ACD43F-62AC-445E-9ACE-F10791BBB929}" dt="2026-10-01T14:53:18.001" v="765" actId="1076"/>
          <ac:picMkLst>
            <pc:docMk/>
            <pc:sldMk cId="0" sldId="281"/>
            <ac:picMk id="7" creationId="{00000000-0000-0000-0000-000000000000}"/>
          </ac:picMkLst>
        </pc:picChg>
        <pc:picChg chg="mod">
          <ac:chgData name="Stephen Millmore" userId="7b2404fb-f360-4859-a21a-833f72764a74" providerId="ADAL" clId="{81ACD43F-62AC-445E-9ACE-F10791BBB929}" dt="2026-10-01T14:53:33.023" v="770" actId="1076"/>
          <ac:picMkLst>
            <pc:docMk/>
            <pc:sldMk cId="0" sldId="281"/>
            <ac:picMk id="8" creationId="{00000000-0000-0000-0000-000000000000}"/>
          </ac:picMkLst>
        </pc:picChg>
        <pc:picChg chg="mod">
          <ac:chgData name="Stephen Millmore" userId="7b2404fb-f360-4859-a21a-833f72764a74" providerId="ADAL" clId="{81ACD43F-62AC-445E-9ACE-F10791BBB929}" dt="2026-10-01T14:53:35.352" v="771" actId="1076"/>
          <ac:picMkLst>
            <pc:docMk/>
            <pc:sldMk cId="0" sldId="281"/>
            <ac:picMk id="9" creationId="{00000000-0000-0000-0000-000000000000}"/>
          </ac:picMkLst>
        </pc:picChg>
      </pc:sldChg>
      <pc:sldChg chg="modSp mod modAnim">
        <pc:chgData name="Stephen Millmore" userId="7b2404fb-f360-4859-a21a-833f72764a74" providerId="ADAL" clId="{81ACD43F-62AC-445E-9ACE-F10791BBB929}" dt="2026-10-07T09:05:35.123" v="1455" actId="14100"/>
        <pc:sldMkLst>
          <pc:docMk/>
          <pc:sldMk cId="0" sldId="282"/>
        </pc:sldMkLst>
        <pc:spChg chg="mod">
          <ac:chgData name="Stephen Millmore" userId="7b2404fb-f360-4859-a21a-833f72764a74" providerId="ADAL" clId="{81ACD43F-62AC-445E-9ACE-F10791BBB929}" dt="2026-10-01T15:11:45.646" v="894"/>
          <ac:spMkLst>
            <pc:docMk/>
            <pc:sldMk cId="0" sldId="282"/>
            <ac:spMk id="4" creationId="{00000000-0000-0000-0000-000000000000}"/>
          </ac:spMkLst>
        </pc:spChg>
        <pc:picChg chg="mod">
          <ac:chgData name="Stephen Millmore" userId="7b2404fb-f360-4859-a21a-833f72764a74" providerId="ADAL" clId="{81ACD43F-62AC-445E-9ACE-F10791BBB929}" dt="2026-10-01T15:10:18.040" v="827" actId="1076"/>
          <ac:picMkLst>
            <pc:docMk/>
            <pc:sldMk cId="0" sldId="282"/>
            <ac:picMk id="6" creationId="{00000000-0000-0000-0000-000000000000}"/>
          </ac:picMkLst>
        </pc:picChg>
        <pc:picChg chg="mod">
          <ac:chgData name="Stephen Millmore" userId="7b2404fb-f360-4859-a21a-833f72764a74" providerId="ADAL" clId="{81ACD43F-62AC-445E-9ACE-F10791BBB929}" dt="2026-10-07T09:05:35.123" v="1455" actId="14100"/>
          <ac:picMkLst>
            <pc:docMk/>
            <pc:sldMk cId="0" sldId="282"/>
            <ac:picMk id="7" creationId="{00000000-0000-0000-0000-000000000000}"/>
          </ac:picMkLst>
        </pc:picChg>
      </pc:sldChg>
      <pc:sldChg chg="modSp modAnim">
        <pc:chgData name="Stephen Millmore" userId="7b2404fb-f360-4859-a21a-833f72764a74" providerId="ADAL" clId="{81ACD43F-62AC-445E-9ACE-F10791BBB929}" dt="2026-10-07T09:05:47.822" v="1466" actId="20577"/>
        <pc:sldMkLst>
          <pc:docMk/>
          <pc:sldMk cId="0" sldId="284"/>
        </pc:sldMkLst>
        <pc:spChg chg="mod">
          <ac:chgData name="Stephen Millmore" userId="7b2404fb-f360-4859-a21a-833f72764a74" providerId="ADAL" clId="{81ACD43F-62AC-445E-9ACE-F10791BBB929}" dt="2026-10-07T09:05:47.822" v="1466" actId="20577"/>
          <ac:spMkLst>
            <pc:docMk/>
            <pc:sldMk cId="0" sldId="284"/>
            <ac:spMk id="4" creationId="{00000000-0000-0000-0000-000000000000}"/>
          </ac:spMkLst>
        </pc:spChg>
      </pc:sldChg>
      <pc:sldChg chg="modAnim">
        <pc:chgData name="Stephen Millmore" userId="7b2404fb-f360-4859-a21a-833f72764a74" providerId="ADAL" clId="{81ACD43F-62AC-445E-9ACE-F10791BBB929}" dt="2026-10-07T09:05:55.855" v="1467"/>
        <pc:sldMkLst>
          <pc:docMk/>
          <pc:sldMk cId="0" sldId="285"/>
        </pc:sldMkLst>
      </pc:sldChg>
      <pc:sldChg chg="addAnim delAnim modAnim">
        <pc:chgData name="Stephen Millmore" userId="7b2404fb-f360-4859-a21a-833f72764a74" providerId="ADAL" clId="{81ACD43F-62AC-445E-9ACE-F10791BBB929}" dt="2026-10-07T09:07:24.339" v="1472"/>
        <pc:sldMkLst>
          <pc:docMk/>
          <pc:sldMk cId="0" sldId="286"/>
        </pc:sldMkLst>
      </pc:sldChg>
      <pc:sldChg chg="modAnim">
        <pc:chgData name="Stephen Millmore" userId="7b2404fb-f360-4859-a21a-833f72764a74" providerId="ADAL" clId="{81ACD43F-62AC-445E-9ACE-F10791BBB929}" dt="2026-10-07T09:08:17.950" v="1488"/>
        <pc:sldMkLst>
          <pc:docMk/>
          <pc:sldMk cId="0" sldId="287"/>
        </pc:sldMkLst>
      </pc:sldChg>
      <pc:sldChg chg="modAnim">
        <pc:chgData name="Stephen Millmore" userId="7b2404fb-f360-4859-a21a-833f72764a74" providerId="ADAL" clId="{81ACD43F-62AC-445E-9ACE-F10791BBB929}" dt="2026-10-07T09:09:01.589" v="1491"/>
        <pc:sldMkLst>
          <pc:docMk/>
          <pc:sldMk cId="0" sldId="288"/>
        </pc:sldMkLst>
      </pc:sldChg>
      <pc:sldChg chg="modAnim">
        <pc:chgData name="Stephen Millmore" userId="7b2404fb-f360-4859-a21a-833f72764a74" providerId="ADAL" clId="{81ACD43F-62AC-445E-9ACE-F10791BBB929}" dt="2026-10-07T08:48:54.690" v="986"/>
        <pc:sldMkLst>
          <pc:docMk/>
          <pc:sldMk cId="1064382380" sldId="289"/>
        </pc:sldMkLst>
      </pc:sldChg>
      <pc:sldChg chg="ord modAnim">
        <pc:chgData name="Stephen Millmore" userId="7b2404fb-f360-4859-a21a-833f72764a74" providerId="ADAL" clId="{81ACD43F-62AC-445E-9ACE-F10791BBB929}" dt="2026-10-07T08:49:03.426" v="987"/>
        <pc:sldMkLst>
          <pc:docMk/>
          <pc:sldMk cId="3720048375" sldId="290"/>
        </pc:sldMkLst>
      </pc:sldChg>
      <pc:sldChg chg="modAnim">
        <pc:chgData name="Stephen Millmore" userId="7b2404fb-f360-4859-a21a-833f72764a74" providerId="ADAL" clId="{81ACD43F-62AC-445E-9ACE-F10791BBB929}" dt="2026-10-07T09:07:02.689" v="1468"/>
        <pc:sldMkLst>
          <pc:docMk/>
          <pc:sldMk cId="2323140857" sldId="291"/>
        </pc:sldMkLst>
      </pc:sldChg>
      <pc:sldChg chg="modSp add mod">
        <pc:chgData name="Stephen Millmore" userId="7b2404fb-f360-4859-a21a-833f72764a74" providerId="ADAL" clId="{81ACD43F-62AC-445E-9ACE-F10791BBB929}" dt="2026-10-07T08:43:44.648" v="940" actId="20577"/>
        <pc:sldMkLst>
          <pc:docMk/>
          <pc:sldMk cId="4275323539" sldId="390"/>
        </pc:sldMkLst>
        <pc:spChg chg="mod">
          <ac:chgData name="Stephen Millmore" userId="7b2404fb-f360-4859-a21a-833f72764a74" providerId="ADAL" clId="{81ACD43F-62AC-445E-9ACE-F10791BBB929}" dt="2026-10-07T08:43:44.648" v="940" actId="20577"/>
          <ac:spMkLst>
            <pc:docMk/>
            <pc:sldMk cId="4275323539" sldId="390"/>
            <ac:spMk id="3" creationId="{4DF64CEA-63A1-D258-EF31-D976CE6065EB}"/>
          </ac:spMkLst>
        </pc:spChg>
      </pc:sldChg>
      <pc:sldChg chg="modSp add mod">
        <pc:chgData name="Stephen Millmore" userId="7b2404fb-f360-4859-a21a-833f72764a74" providerId="ADAL" clId="{81ACD43F-62AC-445E-9ACE-F10791BBB929}" dt="2026-10-07T08:45:06.146" v="959" actId="20577"/>
        <pc:sldMkLst>
          <pc:docMk/>
          <pc:sldMk cId="3004622967" sldId="391"/>
        </pc:sldMkLst>
        <pc:spChg chg="mod">
          <ac:chgData name="Stephen Millmore" userId="7b2404fb-f360-4859-a21a-833f72764a74" providerId="ADAL" clId="{81ACD43F-62AC-445E-9ACE-F10791BBB929}" dt="2026-10-07T08:45:06.146" v="959" actId="20577"/>
          <ac:spMkLst>
            <pc:docMk/>
            <pc:sldMk cId="3004622967" sldId="391"/>
            <ac:spMk id="3" creationId="{1ADCFBDB-D2AF-5F5D-0293-6B7321404BBA}"/>
          </ac:spMkLst>
        </pc:spChg>
      </pc:sldChg>
      <pc:sldChg chg="modSp add mod">
        <pc:chgData name="Stephen Millmore" userId="7b2404fb-f360-4859-a21a-833f72764a74" providerId="ADAL" clId="{81ACD43F-62AC-445E-9ACE-F10791BBB929}" dt="2026-10-07T08:53:58.430" v="1266" actId="20577"/>
        <pc:sldMkLst>
          <pc:docMk/>
          <pc:sldMk cId="3178012366" sldId="392"/>
        </pc:sldMkLst>
        <pc:spChg chg="mod">
          <ac:chgData name="Stephen Millmore" userId="7b2404fb-f360-4859-a21a-833f72764a74" providerId="ADAL" clId="{81ACD43F-62AC-445E-9ACE-F10791BBB929}" dt="2026-10-07T08:53:58.430" v="1266" actId="20577"/>
          <ac:spMkLst>
            <pc:docMk/>
            <pc:sldMk cId="3178012366" sldId="392"/>
            <ac:spMk id="3" creationId="{43EDBBCD-5227-FF6E-C91E-8C7302BB93A3}"/>
          </ac:spMkLst>
        </pc:spChg>
      </pc:sldChg>
      <pc:sldChg chg="modSp add mod">
        <pc:chgData name="Stephen Millmore" userId="7b2404fb-f360-4859-a21a-833f72764a74" providerId="ADAL" clId="{81ACD43F-62AC-445E-9ACE-F10791BBB929}" dt="2026-10-07T08:55:19.995" v="1367" actId="6549"/>
        <pc:sldMkLst>
          <pc:docMk/>
          <pc:sldMk cId="3559459404" sldId="393"/>
        </pc:sldMkLst>
        <pc:spChg chg="mod">
          <ac:chgData name="Stephen Millmore" userId="7b2404fb-f360-4859-a21a-833f72764a74" providerId="ADAL" clId="{81ACD43F-62AC-445E-9ACE-F10791BBB929}" dt="2026-10-07T08:55:19.995" v="1367" actId="6549"/>
          <ac:spMkLst>
            <pc:docMk/>
            <pc:sldMk cId="3559459404" sldId="393"/>
            <ac:spMk id="3" creationId="{E3E4AE42-A0C1-5C64-3120-BD075ED97192}"/>
          </ac:spMkLst>
        </pc:spChg>
      </pc:sldChg>
      <pc:sldChg chg="add modAnim">
        <pc:chgData name="Stephen Millmore" userId="7b2404fb-f360-4859-a21a-833f72764a74" providerId="ADAL" clId="{81ACD43F-62AC-445E-9ACE-F10791BBB929}" dt="2026-10-07T08:57:23.166" v="1401"/>
        <pc:sldMkLst>
          <pc:docMk/>
          <pc:sldMk cId="1369420257" sldId="394"/>
        </pc:sldMkLst>
      </pc:sldChg>
      <pc:sldChg chg="modSp add mod">
        <pc:chgData name="Stephen Millmore" userId="7b2404fb-f360-4859-a21a-833f72764a74" providerId="ADAL" clId="{81ACD43F-62AC-445E-9ACE-F10791BBB929}" dt="2026-10-07T08:57:46.346" v="1406" actId="20577"/>
        <pc:sldMkLst>
          <pc:docMk/>
          <pc:sldMk cId="3762243502" sldId="395"/>
        </pc:sldMkLst>
        <pc:spChg chg="mod">
          <ac:chgData name="Stephen Millmore" userId="7b2404fb-f360-4859-a21a-833f72764a74" providerId="ADAL" clId="{81ACD43F-62AC-445E-9ACE-F10791BBB929}" dt="2026-10-07T08:57:46.346" v="1406" actId="20577"/>
          <ac:spMkLst>
            <pc:docMk/>
            <pc:sldMk cId="3762243502" sldId="395"/>
            <ac:spMk id="3" creationId="{4ED65B5D-849D-F82A-BB51-9E5439BAA90B}"/>
          </ac:spMkLst>
        </pc:spChg>
      </pc:sldChg>
      <pc:sldChg chg="add ord">
        <pc:chgData name="Stephen Millmore" userId="7b2404fb-f360-4859-a21a-833f72764a74" providerId="ADAL" clId="{81ACD43F-62AC-445E-9ACE-F10791BBB929}" dt="2026-10-07T08:56:59.453" v="1398"/>
        <pc:sldMkLst>
          <pc:docMk/>
          <pc:sldMk cId="4252449277" sldId="396"/>
        </pc:sldMkLst>
      </pc:sldChg>
      <pc:sldChg chg="add">
        <pc:chgData name="Stephen Millmore" userId="7b2404fb-f360-4859-a21a-833f72764a74" providerId="ADAL" clId="{81ACD43F-62AC-445E-9ACE-F10791BBB929}" dt="2026-10-07T08:57:48.959" v="1407"/>
        <pc:sldMkLst>
          <pc:docMk/>
          <pc:sldMk cId="722871783" sldId="397"/>
        </pc:sldMkLst>
      </pc:sldChg>
      <pc:sldChg chg="add">
        <pc:chgData name="Stephen Millmore" userId="7b2404fb-f360-4859-a21a-833f72764a74" providerId="ADAL" clId="{81ACD43F-62AC-445E-9ACE-F10791BBB929}" dt="2026-10-07T08:58:58.162" v="1408"/>
        <pc:sldMkLst>
          <pc:docMk/>
          <pc:sldMk cId="1271176982" sldId="398"/>
        </pc:sldMkLst>
      </pc:sldChg>
      <pc:sldChg chg="modSp add mod">
        <pc:chgData name="Stephen Millmore" userId="7b2404fb-f360-4859-a21a-833f72764a74" providerId="ADAL" clId="{81ACD43F-62AC-445E-9ACE-F10791BBB929}" dt="2026-10-07T09:00:02.212" v="1424" actId="20577"/>
        <pc:sldMkLst>
          <pc:docMk/>
          <pc:sldMk cId="1709356430" sldId="399"/>
        </pc:sldMkLst>
        <pc:spChg chg="mod">
          <ac:chgData name="Stephen Millmore" userId="7b2404fb-f360-4859-a21a-833f72764a74" providerId="ADAL" clId="{81ACD43F-62AC-445E-9ACE-F10791BBB929}" dt="2026-10-07T09:00:02.212" v="1424" actId="20577"/>
          <ac:spMkLst>
            <pc:docMk/>
            <pc:sldMk cId="1709356430" sldId="399"/>
            <ac:spMk id="3" creationId="{C4A9EB4B-6640-ADF3-4326-3F3CE92866A2}"/>
          </ac:spMkLst>
        </pc:spChg>
      </pc:sldChg>
      <pc:sldChg chg="add">
        <pc:chgData name="Stephen Millmore" userId="7b2404fb-f360-4859-a21a-833f72764a74" providerId="ADAL" clId="{81ACD43F-62AC-445E-9ACE-F10791BBB929}" dt="2026-10-07T09:01:47.969" v="1425"/>
        <pc:sldMkLst>
          <pc:docMk/>
          <pc:sldMk cId="810817255" sldId="400"/>
        </pc:sldMkLst>
      </pc:sldChg>
      <pc:sldChg chg="add">
        <pc:chgData name="Stephen Millmore" userId="7b2404fb-f360-4859-a21a-833f72764a74" providerId="ADAL" clId="{81ACD43F-62AC-445E-9ACE-F10791BBB929}" dt="2026-10-07T09:01:48.384" v="1426"/>
        <pc:sldMkLst>
          <pc:docMk/>
          <pc:sldMk cId="4234308601" sldId="401"/>
        </pc:sldMkLst>
      </pc:sldChg>
      <pc:sldChg chg="add">
        <pc:chgData name="Stephen Millmore" userId="7b2404fb-f360-4859-a21a-833f72764a74" providerId="ADAL" clId="{81ACD43F-62AC-445E-9ACE-F10791BBB929}" dt="2026-10-07T09:01:48.789" v="1427"/>
        <pc:sldMkLst>
          <pc:docMk/>
          <pc:sldMk cId="3534413269" sldId="402"/>
        </pc:sldMkLst>
      </pc:sldChg>
      <pc:sldChg chg="add">
        <pc:chgData name="Stephen Millmore" userId="7b2404fb-f360-4859-a21a-833f72764a74" providerId="ADAL" clId="{81ACD43F-62AC-445E-9ACE-F10791BBB929}" dt="2026-10-07T09:03:24.046" v="1433"/>
        <pc:sldMkLst>
          <pc:docMk/>
          <pc:sldMk cId="827876588" sldId="403"/>
        </pc:sldMkLst>
      </pc:sldChg>
      <pc:sldChg chg="add">
        <pc:chgData name="Stephen Millmore" userId="7b2404fb-f360-4859-a21a-833f72764a74" providerId="ADAL" clId="{81ACD43F-62AC-445E-9ACE-F10791BBB929}" dt="2026-10-07T09:03:24.383" v="1434"/>
        <pc:sldMkLst>
          <pc:docMk/>
          <pc:sldMk cId="459726961" sldId="404"/>
        </pc:sldMkLst>
      </pc:sldChg>
      <pc:sldChg chg="modSp add mod">
        <pc:chgData name="Stephen Millmore" userId="7b2404fb-f360-4859-a21a-833f72764a74" providerId="ADAL" clId="{81ACD43F-62AC-445E-9ACE-F10791BBB929}" dt="2026-10-07T09:05:29.131" v="1453" actId="20577"/>
        <pc:sldMkLst>
          <pc:docMk/>
          <pc:sldMk cId="1420214404" sldId="405"/>
        </pc:sldMkLst>
        <pc:spChg chg="mod">
          <ac:chgData name="Stephen Millmore" userId="7b2404fb-f360-4859-a21a-833f72764a74" providerId="ADAL" clId="{81ACD43F-62AC-445E-9ACE-F10791BBB929}" dt="2026-10-07T09:05:29.131" v="1453" actId="20577"/>
          <ac:spMkLst>
            <pc:docMk/>
            <pc:sldMk cId="1420214404" sldId="405"/>
            <ac:spMk id="3" creationId="{EC4AE6B2-620A-1711-BD44-8CFC7E6FD425}"/>
          </ac:spMkLst>
        </pc:spChg>
      </pc:sldChg>
      <pc:sldChg chg="add">
        <pc:chgData name="Stephen Millmore" userId="7b2404fb-f360-4859-a21a-833f72764a74" providerId="ADAL" clId="{81ACD43F-62AC-445E-9ACE-F10791BBB929}" dt="2026-10-07T09:05:31.489" v="1454"/>
        <pc:sldMkLst>
          <pc:docMk/>
          <pc:sldMk cId="4053837678" sldId="406"/>
        </pc:sldMkLst>
      </pc:sldChg>
      <pc:sldChg chg="modSp add mod">
        <pc:chgData name="Stephen Millmore" userId="7b2404fb-f360-4859-a21a-833f72764a74" providerId="ADAL" clId="{81ACD43F-62AC-445E-9ACE-F10791BBB929}" dt="2026-10-07T09:07:57.218" v="1486" actId="20577"/>
        <pc:sldMkLst>
          <pc:docMk/>
          <pc:sldMk cId="2347553391" sldId="407"/>
        </pc:sldMkLst>
        <pc:spChg chg="mod">
          <ac:chgData name="Stephen Millmore" userId="7b2404fb-f360-4859-a21a-833f72764a74" providerId="ADAL" clId="{81ACD43F-62AC-445E-9ACE-F10791BBB929}" dt="2026-10-07T09:07:57.218" v="1486" actId="20577"/>
          <ac:spMkLst>
            <pc:docMk/>
            <pc:sldMk cId="2347553391" sldId="407"/>
            <ac:spMk id="3" creationId="{3FFB0C41-0186-5CDE-A8A2-4429B62842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C7051-9062-409C-AE15-A6F1197FF95B}" type="datetimeFigureOut">
              <a:rPr lang="en-GB" smtClean="0"/>
              <a:t>07/10/2026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8D7100-7860-40F6-91C6-0D4E22308A49}" type="slidenum">
              <a:rPr lang="en-GB" smtClean="0"/>
              <a:t>‹#›</a:t>
            </a:fld>
            <a:endParaRPr lang="en-GB"/>
          </a:p>
        </p:txBody>
      </p:sp>
    </p:spTree>
    <p:extLst>
      <p:ext uri="{BB962C8B-B14F-4D97-AF65-F5344CB8AC3E}">
        <p14:creationId xmlns:p14="http://schemas.microsoft.com/office/powerpoint/2010/main" val="327588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FA55-AB30-DC00-E2D5-68E8C958A37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A2A787B-CFE3-6DC2-8024-0F3E64B0B5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EFCCD79-E43C-F3C8-544C-5A174FC3773E}"/>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2C8E6D58-05B8-F5C3-A035-F7C00C8D9B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93D760-E676-D76C-E7A6-BC0710FAECC3}"/>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555727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DD004-397A-980E-C179-F9B825D6D15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54BDE7A-C9BD-5D48-8ED9-FDF82A7FB2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CC54283-3B57-036F-F7E5-7440DB725588}"/>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59AF0BA2-5F33-A0ED-F607-756FFF371C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0A7E19-6197-C66B-8306-F294C21E87A6}"/>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424153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0A67F-2255-BDD7-8A59-2118FE32AE9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63F4723-D975-03E2-44E8-702199E724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9B290E-EDF0-FA32-8161-B3B394D7866A}"/>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57F57736-164F-E5EE-675C-A1395E71A9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FE7AFD4-CC0F-D913-3A93-8EC164471E89}"/>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484133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B428-181F-BFCF-DA92-29995069B55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4301729-74D5-9433-CDFD-80218A59374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9CA5E06B-69F1-EADB-BB1F-62CC49C009C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C622311-E765-9BF3-8FC2-739EF31D6706}"/>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6" name="Footer Placeholder 5">
            <a:extLst>
              <a:ext uri="{FF2B5EF4-FFF2-40B4-BE49-F238E27FC236}">
                <a16:creationId xmlns:a16="http://schemas.microsoft.com/office/drawing/2014/main" id="{499F365E-9401-08DE-D3A0-C6BC83599D1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6A48CD9-152A-EBD8-E221-A59FDA6D213D}"/>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276254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DA84-A405-DEDE-EA19-DCCA0926C4C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5F4D0D1A-A68D-F8FA-432C-F87A52F358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B37FA5-083B-CBBD-4F35-7AEB939DC3A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484906-4322-6720-6959-0CE1F23527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CA1C4C-F47B-0BAE-085B-C1E99F07BE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7442B9B-7E19-D371-AF0A-1867306949CB}"/>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8" name="Footer Placeholder 7">
            <a:extLst>
              <a:ext uri="{FF2B5EF4-FFF2-40B4-BE49-F238E27FC236}">
                <a16:creationId xmlns:a16="http://schemas.microsoft.com/office/drawing/2014/main" id="{E203848B-B261-DEB6-BD59-38888DEEF13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8206104-ECD0-28DA-19E8-BB91DF186BDB}"/>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99781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76DB-4410-7DCC-AD51-8273A2B22DE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EC1AF26A-640A-6217-7A3C-69A7D466E13A}"/>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4" name="Footer Placeholder 3">
            <a:extLst>
              <a:ext uri="{FF2B5EF4-FFF2-40B4-BE49-F238E27FC236}">
                <a16:creationId xmlns:a16="http://schemas.microsoft.com/office/drawing/2014/main" id="{F4221451-4B3C-E455-432C-DB73D8186AB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C6006B-E5FE-AEBF-E534-5D0413208D8B}"/>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928312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AAB999-75F0-0393-64BD-5629BE264877}"/>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3" name="Footer Placeholder 2">
            <a:extLst>
              <a:ext uri="{FF2B5EF4-FFF2-40B4-BE49-F238E27FC236}">
                <a16:creationId xmlns:a16="http://schemas.microsoft.com/office/drawing/2014/main" id="{5E8F2CEA-D6F9-5458-EC7A-78F58486315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61C71D6-C3C0-D0E4-AB1A-6EC9C35FA1C9}"/>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2981286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7551-8117-0F02-0917-94FA11932A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351FE65-537B-4FF0-1431-53208C90F2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BE10B7D-C6D8-36CB-7941-F7654D5DE1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7E84519-A286-3C31-40A6-C84E19D8D77A}"/>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6" name="Footer Placeholder 5">
            <a:extLst>
              <a:ext uri="{FF2B5EF4-FFF2-40B4-BE49-F238E27FC236}">
                <a16:creationId xmlns:a16="http://schemas.microsoft.com/office/drawing/2014/main" id="{8FB535EE-7C1C-48EF-6443-1332DA1BED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1B981-C8BD-5C93-3F1B-E3EB23353664}"/>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3167172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D123-13C3-9EE5-FD39-128AAA989D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9F8C6E1-9D2E-9B5C-5E04-27DD6C8937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373B5C8-693E-CED5-5E09-7367C4B032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18B8B8-A322-D829-23F6-A2C77D33AD99}"/>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6" name="Footer Placeholder 5">
            <a:extLst>
              <a:ext uri="{FF2B5EF4-FFF2-40B4-BE49-F238E27FC236}">
                <a16:creationId xmlns:a16="http://schemas.microsoft.com/office/drawing/2014/main" id="{C4925D4F-B481-C386-8315-B4452FFC2E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8B3BDF-E459-D9C0-2F7B-C51F031C1158}"/>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8178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2CFC3-DD72-FEF3-0E01-5837CE22113D}"/>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537BEFA-5226-117B-AE48-BF37D9518F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8C91218-7C69-8DCC-959F-2AEBD9FE1C6B}"/>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C72D6782-4812-5023-7D77-3EDF9DCC29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0EE6C2-F748-15D4-B64F-EAFD75D1C155}"/>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146185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E333F4-1559-3508-32AC-D6792F1D3372}"/>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AB6504C-601D-55EA-12FF-0B2BA18865D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E6D5D75-F368-364E-BDB5-EF5AFCEA83B0}"/>
              </a:ext>
            </a:extLst>
          </p:cNvPr>
          <p:cNvSpPr>
            <a:spLocks noGrp="1"/>
          </p:cNvSpPr>
          <p:nvPr>
            <p:ph type="dt" sz="half" idx="10"/>
          </p:nvPr>
        </p:nvSpPr>
        <p:spPr/>
        <p:txBody>
          <a:body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A4317816-F9B0-36E6-989C-53A724F3EF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6C50D4-B7F9-700B-20CB-364B35185155}"/>
              </a:ext>
            </a:extLst>
          </p:cNvPr>
          <p:cNvSpPr>
            <a:spLocks noGrp="1"/>
          </p:cNvSpPr>
          <p:nvPr>
            <p:ph type="sldNum" sz="quarter" idx="12"/>
          </p:nvPr>
        </p:nvSpPr>
        <p:spPr/>
        <p:txBody>
          <a:bodyPr/>
          <a:lstStyle/>
          <a:p>
            <a:fld id="{668C4D4B-4E77-4E13-BD0A-801E02CDC7E0}" type="slidenum">
              <a:rPr lang="en-GB" smtClean="0"/>
              <a:t>‹#›</a:t>
            </a:fld>
            <a:endParaRPr lang="en-GB"/>
          </a:p>
        </p:txBody>
      </p:sp>
    </p:spTree>
    <p:extLst>
      <p:ext uri="{BB962C8B-B14F-4D97-AF65-F5344CB8AC3E}">
        <p14:creationId xmlns:p14="http://schemas.microsoft.com/office/powerpoint/2010/main" val="911804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Quote on Cam Blu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6EF71B-F60E-7B48-83E4-55A1FCF584D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620" t="1868" r="1868" b="1620"/>
          <a:stretch/>
        </p:blipFill>
        <p:spPr>
          <a:xfrm>
            <a:off x="2" y="1"/>
            <a:ext cx="12191999" cy="6860776"/>
          </a:xfrm>
          <a:prstGeom prst="rect">
            <a:avLst/>
          </a:prstGeom>
        </p:spPr>
      </p:pic>
      <p:sp>
        <p:nvSpPr>
          <p:cNvPr id="4" name="Slide Number">
            <a:extLst>
              <a:ext uri="{FF2B5EF4-FFF2-40B4-BE49-F238E27FC236}">
                <a16:creationId xmlns:a16="http://schemas.microsoft.com/office/drawing/2014/main" id="{F1FDF40F-AA30-C342-848B-716B6756B991}"/>
              </a:ext>
            </a:extLst>
          </p:cNvPr>
          <p:cNvSpPr txBox="1">
            <a:spLocks noGrp="1"/>
          </p:cNvSpPr>
          <p:nvPr>
            <p:ph type="sldNum" sz="quarter" idx="2"/>
          </p:nvPr>
        </p:nvSpPr>
        <p:spPr>
          <a:xfrm>
            <a:off x="11590553" y="6356352"/>
            <a:ext cx="249423" cy="246217"/>
          </a:xfrm>
          <a:prstGeom prst="rect">
            <a:avLst/>
          </a:prstGeom>
        </p:spPr>
        <p:txBody>
          <a:bodyPr lIns="45718" tIns="45718" rIns="45718" bIns="45718" anchor="t"/>
          <a:lstStyle>
            <a:lvl1pPr algn="ctr" defTabSz="685748">
              <a:lnSpc>
                <a:spcPct val="100000"/>
              </a:lnSpc>
              <a:spcBef>
                <a:spcPts val="0"/>
              </a:spcBef>
              <a:defRPr sz="750" b="0" i="0">
                <a:solidFill>
                  <a:schemeClr val="bg1"/>
                </a:solidFill>
                <a:latin typeface="Arial" panose="020B0604020202020204" pitchFamily="34" charset="0"/>
                <a:ea typeface="Open Sans Regular"/>
                <a:cs typeface="Arial" panose="020B0604020202020204" pitchFamily="34" charset="0"/>
                <a:sym typeface="Open Sans Regular"/>
              </a:defRPr>
            </a:lvl1pPr>
          </a:lstStyle>
          <a:p>
            <a:fld id="{72DA58F3-7ABE-4823-8671-C5AB3367817B}" type="slidenum">
              <a:rPr lang="en-GB" smtClean="0"/>
              <a:t>‹#›</a:t>
            </a:fld>
            <a:endParaRPr lang="en-GB"/>
          </a:p>
        </p:txBody>
      </p:sp>
      <p:sp>
        <p:nvSpPr>
          <p:cNvPr id="9" name="Text Placeholder 8">
            <a:extLst>
              <a:ext uri="{FF2B5EF4-FFF2-40B4-BE49-F238E27FC236}">
                <a16:creationId xmlns:a16="http://schemas.microsoft.com/office/drawing/2014/main" id="{F38C8141-5A82-894D-AA12-C382770E5E82}"/>
              </a:ext>
            </a:extLst>
          </p:cNvPr>
          <p:cNvSpPr>
            <a:spLocks noGrp="1"/>
          </p:cNvSpPr>
          <p:nvPr>
            <p:ph type="body" sz="quarter" idx="10" hasCustomPrompt="1"/>
          </p:nvPr>
        </p:nvSpPr>
        <p:spPr>
          <a:xfrm>
            <a:off x="1301507" y="2077279"/>
            <a:ext cx="9588988" cy="3010537"/>
          </a:xfrm>
          <a:prstGeom prst="rect">
            <a:avLst/>
          </a:prstGeom>
        </p:spPr>
        <p:txBody>
          <a:bodyPr>
            <a:normAutofit/>
          </a:bodyPr>
          <a:lstStyle>
            <a:lvl1pPr marL="0" indent="0" algn="ctr">
              <a:buNone/>
              <a:defRPr sz="2250" b="0" i="1">
                <a:solidFill>
                  <a:schemeClr val="tx1">
                    <a:lumMod val="75000"/>
                    <a:lumOff val="25000"/>
                  </a:schemeClr>
                </a:solidFill>
                <a:latin typeface="Arial" panose="020B0604020202020204" pitchFamily="34" charset="0"/>
                <a:ea typeface="Open Sans Extrabold" panose="020B0606030504020204" pitchFamily="34" charset="0"/>
                <a:cs typeface="Arial" panose="020B0604020202020204" pitchFamily="34" charset="0"/>
              </a:defRPr>
            </a:lvl1pPr>
          </a:lstStyle>
          <a:p>
            <a:pPr lvl="0"/>
            <a:r>
              <a:rPr lang="en-GB"/>
              <a:t>“Click to add a quote here”</a:t>
            </a:r>
          </a:p>
        </p:txBody>
      </p:sp>
      <p:grpSp>
        <p:nvGrpSpPr>
          <p:cNvPr id="5" name="Group 4">
            <a:extLst>
              <a:ext uri="{FF2B5EF4-FFF2-40B4-BE49-F238E27FC236}">
                <a16:creationId xmlns:a16="http://schemas.microsoft.com/office/drawing/2014/main" id="{87461086-B098-5A56-B1BB-C5AFF0ABC48D}"/>
              </a:ext>
            </a:extLst>
          </p:cNvPr>
          <p:cNvGrpSpPr/>
          <p:nvPr/>
        </p:nvGrpSpPr>
        <p:grpSpPr>
          <a:xfrm>
            <a:off x="191344" y="116632"/>
            <a:ext cx="3695217" cy="644279"/>
            <a:chOff x="191344" y="116632"/>
            <a:chExt cx="3695217" cy="644279"/>
          </a:xfrm>
        </p:grpSpPr>
        <p:pic>
          <p:nvPicPr>
            <p:cNvPr id="8" name="Picture 7">
              <a:extLst>
                <a:ext uri="{FF2B5EF4-FFF2-40B4-BE49-F238E27FC236}">
                  <a16:creationId xmlns:a16="http://schemas.microsoft.com/office/drawing/2014/main" id="{3BE1A39C-3555-4F26-6768-2FDE7A7D47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86561" y="360257"/>
              <a:ext cx="3600000" cy="400654"/>
            </a:xfrm>
            <a:prstGeom prst="rect">
              <a:avLst/>
            </a:prstGeom>
          </p:spPr>
        </p:pic>
        <p:sp>
          <p:nvSpPr>
            <p:cNvPr id="10" name="Text Box 1">
              <a:extLst>
                <a:ext uri="{FF2B5EF4-FFF2-40B4-BE49-F238E27FC236}">
                  <a16:creationId xmlns:a16="http://schemas.microsoft.com/office/drawing/2014/main" id="{D79D3A15-557E-A135-7056-EF2918A3AA75}"/>
                </a:ext>
              </a:extLst>
            </p:cNvPr>
            <p:cNvSpPr txBox="1"/>
            <p:nvPr/>
          </p:nvSpPr>
          <p:spPr>
            <a:xfrm>
              <a:off x="191344" y="116632"/>
              <a:ext cx="3300437" cy="31034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685748" rtl="0" eaLnBrk="1" fontAlgn="auto" latinLnBrk="0" hangingPunct="0">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rPr>
                <a:t>Laboratory for Scientific Computing</a:t>
              </a:r>
            </a:p>
          </p:txBody>
        </p:sp>
      </p:grpSp>
    </p:spTree>
    <p:extLst>
      <p:ext uri="{BB962C8B-B14F-4D97-AF65-F5344CB8AC3E}">
        <p14:creationId xmlns:p14="http://schemas.microsoft.com/office/powerpoint/2010/main" val="423675397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ext and media 2">
    <p:spTree>
      <p:nvGrpSpPr>
        <p:cNvPr id="1" name=""/>
        <p:cNvGrpSpPr/>
        <p:nvPr/>
      </p:nvGrpSpPr>
      <p:grpSpPr>
        <a:xfrm>
          <a:off x="0" y="0"/>
          <a:ext cx="0" cy="0"/>
          <a:chOff x="0" y="0"/>
          <a:chExt cx="0" cy="0"/>
        </a:xfrm>
      </p:grpSpPr>
      <p:sp>
        <p:nvSpPr>
          <p:cNvPr id="5" name="Прямоугольник 8">
            <a:extLst>
              <a:ext uri="{FF2B5EF4-FFF2-40B4-BE49-F238E27FC236}">
                <a16:creationId xmlns:a16="http://schemas.microsoft.com/office/drawing/2014/main" id="{B4B0D22C-051D-4147-AAAA-FD7CE0AE94C2}"/>
              </a:ext>
            </a:extLst>
          </p:cNvPr>
          <p:cNvSpPr/>
          <p:nvPr/>
        </p:nvSpPr>
        <p:spPr>
          <a:xfrm>
            <a:off x="-366504" y="-9012"/>
            <a:ext cx="12206479" cy="6858000"/>
          </a:xfrm>
          <a:prstGeom prst="rect">
            <a:avLst/>
          </a:prstGeom>
          <a:solidFill>
            <a:srgbClr val="F2F2F2">
              <a:alpha val="29851"/>
            </a:srgbClr>
          </a:solidFill>
          <a:ln w="12700">
            <a:miter lim="400000"/>
          </a:ln>
        </p:spPr>
        <p:txBody>
          <a:bodyPr lIns="34289" tIns="34289" rIns="34289" bIns="34289" anchor="ctr"/>
          <a:lstStyle/>
          <a:p>
            <a:pPr marL="0" marR="0" lvl="0" indent="0" algn="ctr" defTabSz="685800" rtl="0" eaLnBrk="1" fontAlgn="auto" latinLnBrk="0" hangingPunct="0">
              <a:lnSpc>
                <a:spcPct val="100000"/>
              </a:lnSpc>
              <a:spcBef>
                <a:spcPts val="0"/>
              </a:spcBef>
              <a:spcAft>
                <a:spcPts val="0"/>
              </a:spcAft>
              <a:buClrTx/>
              <a:buSzTx/>
              <a:buFontTx/>
              <a:buNone/>
              <a:tabLst/>
              <a:defRPr>
                <a:solidFill>
                  <a:srgbClr val="FFFFFF"/>
                </a:solidFill>
                <a:latin typeface="King"/>
                <a:ea typeface="King"/>
                <a:cs typeface="King"/>
                <a:sym typeface="King"/>
              </a:defRPr>
            </a:pPr>
            <a:endParaRPr kumimoji="0" sz="1350" b="0" i="0" u="none" strike="noStrike" kern="0" cap="none" spc="0" normalizeH="0" baseline="0" noProof="0">
              <a:ln>
                <a:noFill/>
              </a:ln>
              <a:solidFill>
                <a:srgbClr val="FFFFFF"/>
              </a:solidFill>
              <a:effectLst/>
              <a:uLnTx/>
              <a:uFillTx/>
              <a:latin typeface="King"/>
              <a:sym typeface="King"/>
            </a:endParaRPr>
          </a:p>
        </p:txBody>
      </p:sp>
      <p:sp>
        <p:nvSpPr>
          <p:cNvPr id="4" name="Slide Number">
            <a:extLst>
              <a:ext uri="{FF2B5EF4-FFF2-40B4-BE49-F238E27FC236}">
                <a16:creationId xmlns:a16="http://schemas.microsoft.com/office/drawing/2014/main" id="{F1FDF40F-AA30-C342-848B-716B6756B991}"/>
              </a:ext>
            </a:extLst>
          </p:cNvPr>
          <p:cNvSpPr txBox="1">
            <a:spLocks noGrp="1"/>
          </p:cNvSpPr>
          <p:nvPr>
            <p:ph type="sldNum" sz="quarter" idx="2"/>
          </p:nvPr>
        </p:nvSpPr>
        <p:spPr>
          <a:xfrm>
            <a:off x="11590553" y="6356352"/>
            <a:ext cx="249423" cy="246217"/>
          </a:xfrm>
          <a:prstGeom prst="rect">
            <a:avLst/>
          </a:prstGeom>
        </p:spPr>
        <p:txBody>
          <a:bodyPr lIns="45718" tIns="45718" rIns="45718" bIns="45718" anchor="t"/>
          <a:lstStyle>
            <a:lvl1pPr algn="ctr" defTabSz="685748">
              <a:lnSpc>
                <a:spcPct val="100000"/>
              </a:lnSpc>
              <a:spcBef>
                <a:spcPts val="0"/>
              </a:spcBef>
              <a:defRPr sz="750" b="0" i="0">
                <a:solidFill>
                  <a:schemeClr val="tx1">
                    <a:lumMod val="50000"/>
                  </a:schemeClr>
                </a:solidFill>
                <a:latin typeface="Arial" panose="020B0604020202020204" pitchFamily="34" charset="0"/>
                <a:ea typeface="Open Sans Regular"/>
                <a:cs typeface="Arial" panose="020B0604020202020204" pitchFamily="34" charset="0"/>
                <a:sym typeface="Open Sans Regular"/>
              </a:defRPr>
            </a:lvl1pPr>
          </a:lstStyle>
          <a:p>
            <a:fld id="{72DA58F3-7ABE-4823-8671-C5AB3367817B}" type="slidenum">
              <a:rPr lang="en-GB" smtClean="0"/>
              <a:t>‹#›</a:t>
            </a:fld>
            <a:endParaRPr lang="en-GB"/>
          </a:p>
        </p:txBody>
      </p:sp>
      <p:sp>
        <p:nvSpPr>
          <p:cNvPr id="6" name="Title 1">
            <a:extLst>
              <a:ext uri="{FF2B5EF4-FFF2-40B4-BE49-F238E27FC236}">
                <a16:creationId xmlns:a16="http://schemas.microsoft.com/office/drawing/2014/main" id="{A3190112-CEED-9340-B787-75A4C7E333FF}"/>
              </a:ext>
            </a:extLst>
          </p:cNvPr>
          <p:cNvSpPr>
            <a:spLocks noGrp="1"/>
          </p:cNvSpPr>
          <p:nvPr>
            <p:ph type="title" hasCustomPrompt="1"/>
          </p:nvPr>
        </p:nvSpPr>
        <p:spPr>
          <a:xfrm>
            <a:off x="417505" y="1212589"/>
            <a:ext cx="10936297" cy="459765"/>
          </a:xfrm>
          <a:prstGeom prst="rect">
            <a:avLst/>
          </a:prstGeom>
        </p:spPr>
        <p:txBody>
          <a:bodyPr>
            <a:normAutofit/>
          </a:bodyPr>
          <a:lstStyle>
            <a:lvl1pPr>
              <a:defRPr sz="2250" b="0" i="0">
                <a:solidFill>
                  <a:schemeClr val="tx1">
                    <a:lumMod val="50000"/>
                  </a:schemeClr>
                </a:solidFill>
                <a:latin typeface="Arial" panose="020B0604020202020204" pitchFamily="34" charset="0"/>
                <a:cs typeface="Arial" panose="020B0604020202020204" pitchFamily="34" charset="0"/>
              </a:defRPr>
            </a:lvl1pPr>
          </a:lstStyle>
          <a:p>
            <a:r>
              <a:rPr lang="en-GB"/>
              <a:t>Your heading here</a:t>
            </a:r>
            <a:endParaRPr lang="en-US"/>
          </a:p>
        </p:txBody>
      </p:sp>
      <p:sp>
        <p:nvSpPr>
          <p:cNvPr id="7" name="Content Placeholder 3">
            <a:extLst>
              <a:ext uri="{FF2B5EF4-FFF2-40B4-BE49-F238E27FC236}">
                <a16:creationId xmlns:a16="http://schemas.microsoft.com/office/drawing/2014/main" id="{45A38A35-98AD-244B-BC56-964CBC1CCACC}"/>
              </a:ext>
            </a:extLst>
          </p:cNvPr>
          <p:cNvSpPr>
            <a:spLocks noGrp="1"/>
          </p:cNvSpPr>
          <p:nvPr>
            <p:ph sz="half" idx="10" hasCustomPrompt="1"/>
          </p:nvPr>
        </p:nvSpPr>
        <p:spPr>
          <a:xfrm>
            <a:off x="6172200" y="2438931"/>
            <a:ext cx="5181600" cy="3422608"/>
          </a:xfrm>
          <a:prstGeom prst="rect">
            <a:avLst/>
          </a:prstGeom>
        </p:spPr>
        <p:txBody>
          <a:bodyPr>
            <a:normAutofit/>
          </a:bodyPr>
          <a:lstStyle>
            <a:lvl1pPr>
              <a:lnSpc>
                <a:spcPct val="150000"/>
              </a:lnSpc>
              <a:defRPr sz="1350" b="0" i="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buNone/>
              <a:defRPr sz="1200" b="0" i="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stStyle>
          <a:p>
            <a:pPr lvl="0"/>
            <a:r>
              <a:rPr lang="en-GB"/>
              <a:t>Click to add your text here</a:t>
            </a:r>
          </a:p>
        </p:txBody>
      </p:sp>
      <p:sp>
        <p:nvSpPr>
          <p:cNvPr id="8" name="Content Placeholder 3">
            <a:extLst>
              <a:ext uri="{FF2B5EF4-FFF2-40B4-BE49-F238E27FC236}">
                <a16:creationId xmlns:a16="http://schemas.microsoft.com/office/drawing/2014/main" id="{FBE56363-26EA-0E45-92A7-DC3D5187182E}"/>
              </a:ext>
            </a:extLst>
          </p:cNvPr>
          <p:cNvSpPr>
            <a:spLocks noGrp="1"/>
          </p:cNvSpPr>
          <p:nvPr>
            <p:ph sz="half" idx="11" hasCustomPrompt="1"/>
          </p:nvPr>
        </p:nvSpPr>
        <p:spPr>
          <a:xfrm>
            <a:off x="417503" y="2438931"/>
            <a:ext cx="5181600" cy="3422608"/>
          </a:xfrm>
          <a:prstGeom prst="rect">
            <a:avLst/>
          </a:prstGeom>
        </p:spPr>
        <p:txBody>
          <a:bodyPr>
            <a:normAutofit/>
          </a:bodyPr>
          <a:lstStyle>
            <a:lvl1pPr>
              <a:lnSpc>
                <a:spcPct val="150000"/>
              </a:lnSpc>
              <a:defRPr sz="1350" b="0" i="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buNone/>
              <a:defRPr sz="1200" b="0" i="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stStyle>
          <a:p>
            <a:pPr lvl="0"/>
            <a:r>
              <a:rPr lang="en-GB"/>
              <a:t>Click to add your text here</a:t>
            </a:r>
          </a:p>
        </p:txBody>
      </p:sp>
      <p:pic>
        <p:nvPicPr>
          <p:cNvPr id="11" name="UoC_BrandTexture_SingleColour_RGB_UoC_SingleColour_CB_Texture_CMYK.png">
            <a:extLst>
              <a:ext uri="{FF2B5EF4-FFF2-40B4-BE49-F238E27FC236}">
                <a16:creationId xmlns:a16="http://schemas.microsoft.com/office/drawing/2014/main" id="{29EF94AE-3313-FC4E-B5A9-4CAF3AD8CA9F}"/>
              </a:ext>
              <a:ext uri="{C183D7F6-B498-43B3-948B-1728B52AA6E4}">
                <adec:decorative xmlns:adec="http://schemas.microsoft.com/office/drawing/2017/decorative" val="1"/>
              </a:ext>
            </a:extLst>
          </p:cNvPr>
          <p:cNvPicPr>
            <a:picLocks noChangeAspect="1"/>
          </p:cNvPicPr>
          <p:nvPr/>
        </p:nvPicPr>
        <p:blipFill rotWithShape="1">
          <a:blip r:embed="rId2"/>
          <a:srcRect l="29669" t="7599" r="11393" b="85049"/>
          <a:stretch/>
        </p:blipFill>
        <p:spPr>
          <a:xfrm>
            <a:off x="0" y="-9013"/>
            <a:ext cx="12192000" cy="855679"/>
          </a:xfrm>
          <a:prstGeom prst="rect">
            <a:avLst/>
          </a:prstGeom>
          <a:ln w="12700">
            <a:miter lim="400000"/>
          </a:ln>
        </p:spPr>
      </p:pic>
      <p:grpSp>
        <p:nvGrpSpPr>
          <p:cNvPr id="3" name="Group 2">
            <a:extLst>
              <a:ext uri="{FF2B5EF4-FFF2-40B4-BE49-F238E27FC236}">
                <a16:creationId xmlns:a16="http://schemas.microsoft.com/office/drawing/2014/main" id="{8A160D4D-5096-A1F4-9D53-0787DCD52149}"/>
              </a:ext>
            </a:extLst>
          </p:cNvPr>
          <p:cNvGrpSpPr/>
          <p:nvPr/>
        </p:nvGrpSpPr>
        <p:grpSpPr>
          <a:xfrm>
            <a:off x="191344" y="116632"/>
            <a:ext cx="3695217" cy="644279"/>
            <a:chOff x="191344" y="116632"/>
            <a:chExt cx="3695217" cy="644279"/>
          </a:xfrm>
        </p:grpSpPr>
        <p:pic>
          <p:nvPicPr>
            <p:cNvPr id="12" name="Picture 11">
              <a:extLst>
                <a:ext uri="{FF2B5EF4-FFF2-40B4-BE49-F238E27FC236}">
                  <a16:creationId xmlns:a16="http://schemas.microsoft.com/office/drawing/2014/main" id="{C70DEE98-C849-78F9-388D-56620E03B96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86561" y="360257"/>
              <a:ext cx="3600000" cy="400654"/>
            </a:xfrm>
            <a:prstGeom prst="rect">
              <a:avLst/>
            </a:prstGeom>
          </p:spPr>
        </p:pic>
        <p:sp>
          <p:nvSpPr>
            <p:cNvPr id="13" name="Text Box 1">
              <a:extLst>
                <a:ext uri="{FF2B5EF4-FFF2-40B4-BE49-F238E27FC236}">
                  <a16:creationId xmlns:a16="http://schemas.microsoft.com/office/drawing/2014/main" id="{9E52DE24-BFF0-8348-2945-978021348D6E}"/>
                </a:ext>
              </a:extLst>
            </p:cNvPr>
            <p:cNvSpPr txBox="1"/>
            <p:nvPr/>
          </p:nvSpPr>
          <p:spPr>
            <a:xfrm>
              <a:off x="191344" y="116632"/>
              <a:ext cx="3300437" cy="31034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l" defTabSz="685748" rtl="0" eaLnBrk="1" fontAlgn="auto" latinLnBrk="0" hangingPunct="0">
                <a:lnSpc>
                  <a:spcPct val="100000"/>
                </a:lnSpc>
                <a:spcBef>
                  <a:spcPts val="0"/>
                </a:spcBef>
                <a:spcAft>
                  <a:spcPts val="0"/>
                </a:spcAft>
                <a:buClrTx/>
                <a:buSzTx/>
                <a:buFontTx/>
                <a:buNone/>
                <a:tabLst/>
                <a:defRPr/>
              </a:pPr>
              <a:r>
                <a:rPr kumimoji="0" lang="en-GB" sz="900" b="0" i="0" u="none" strike="noStrike" kern="0" cap="none" spc="0" normalizeH="0" baseline="0" noProof="0">
                  <a:ln>
                    <a:noFill/>
                  </a:ln>
                  <a:solidFill>
                    <a:schemeClr val="tx1"/>
                  </a:solidFill>
                  <a:effectLst/>
                  <a:uLnTx/>
                  <a:uFillTx/>
                  <a:latin typeface="Open Sans" panose="020B0606030504020204" pitchFamily="34" charset="0"/>
                  <a:ea typeface="Open Sans" panose="020B0606030504020204" pitchFamily="34" charset="0"/>
                  <a:cs typeface="Open Sans" panose="020B0606030504020204" pitchFamily="34" charset="0"/>
                  <a:sym typeface="Calibri"/>
                </a:rPr>
                <a:t>Laboratory for Scientific Computing</a:t>
              </a:r>
            </a:p>
          </p:txBody>
        </p:sp>
      </p:grpSp>
    </p:spTree>
    <p:extLst>
      <p:ext uri="{BB962C8B-B14F-4D97-AF65-F5344CB8AC3E}">
        <p14:creationId xmlns:p14="http://schemas.microsoft.com/office/powerpoint/2010/main" val="88428200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44DAC2-C681-6B3A-B639-151DB377BC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A45ED96-5809-0B63-9264-FF8207CBE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F6B3C83-BFD9-BA2A-0350-15A308C002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8FAEA0-57BE-473E-ABDC-BF68B67FABA1}" type="datetimeFigureOut">
              <a:rPr lang="en-GB" smtClean="0"/>
              <a:t>07/10/2026</a:t>
            </a:fld>
            <a:endParaRPr lang="en-GB"/>
          </a:p>
        </p:txBody>
      </p:sp>
      <p:sp>
        <p:nvSpPr>
          <p:cNvPr id="5" name="Footer Placeholder 4">
            <a:extLst>
              <a:ext uri="{FF2B5EF4-FFF2-40B4-BE49-F238E27FC236}">
                <a16:creationId xmlns:a16="http://schemas.microsoft.com/office/drawing/2014/main" id="{F8B39C97-1B4B-EC4A-D21A-09382ECE7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BCCB7C1-05E5-FFC1-E6D3-B48A31F726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8C4D4B-4E77-4E13-BD0A-801E02CDC7E0}" type="slidenum">
              <a:rPr lang="en-GB" smtClean="0"/>
              <a:t>‹#›</a:t>
            </a:fld>
            <a:endParaRPr lang="en-GB"/>
          </a:p>
        </p:txBody>
      </p:sp>
    </p:spTree>
    <p:extLst>
      <p:ext uri="{BB962C8B-B14F-4D97-AF65-F5344CB8AC3E}">
        <p14:creationId xmlns:p14="http://schemas.microsoft.com/office/powerpoint/2010/main" val="4159949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3.png"/><Relationship Id="rId1" Type="http://schemas.openxmlformats.org/officeDocument/2006/relationships/slideLayout" Target="../slideLayouts/slideLayout13.xml"/><Relationship Id="rId4" Type="http://schemas.openxmlformats.org/officeDocument/2006/relationships/image" Target="../media/image30.gif"/></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 Id="rId5" Type="http://schemas.openxmlformats.org/officeDocument/2006/relationships/image" Target="../media/image47.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0.png"/><Relationship Id="rId1" Type="http://schemas.openxmlformats.org/officeDocument/2006/relationships/slideLayout" Target="../slideLayouts/slideLayout13.xml"/><Relationship Id="rId5" Type="http://schemas.openxmlformats.org/officeDocument/2006/relationships/image" Target="../media/image47.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4.png"/><Relationship Id="rId1" Type="http://schemas.openxmlformats.org/officeDocument/2006/relationships/slideLayout" Target="../slideLayouts/slideLayout13.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0.png"/><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4.png"/><Relationship Id="rId1" Type="http://schemas.openxmlformats.org/officeDocument/2006/relationships/slideLayout" Target="../slideLayouts/slideLayout13.xml"/><Relationship Id="rId5" Type="http://schemas.openxmlformats.org/officeDocument/2006/relationships/image" Target="../media/image62.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7.png"/><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70.png"/><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3.png"/><Relationship Id="rId1" Type="http://schemas.openxmlformats.org/officeDocument/2006/relationships/slideLayout" Target="../slideLayouts/slideLayout13.xml"/><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2.png"/><Relationship Id="rId1" Type="http://schemas.openxmlformats.org/officeDocument/2006/relationships/slideLayout" Target="../slideLayouts/slideLayout13.xml"/><Relationship Id="rId4" Type="http://schemas.openxmlformats.org/officeDocument/2006/relationships/image" Target="../media/image8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7.png"/><Relationship Id="rId1" Type="http://schemas.openxmlformats.org/officeDocument/2006/relationships/slideLayout" Target="../slideLayouts/slideLayout13.xml"/><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3F8E2DA7-4F72-409C-CB38-E1BB40C2C907}"/>
              </a:ext>
            </a:extLst>
          </p:cNvPr>
          <p:cNvSpPr txBox="1">
            <a:spLocks/>
          </p:cNvSpPr>
          <p:nvPr/>
        </p:nvSpPr>
        <p:spPr>
          <a:xfrm>
            <a:off x="1453907" y="2229679"/>
            <a:ext cx="9588988" cy="3010537"/>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250" b="0" i="1" kern="1200">
                <a:solidFill>
                  <a:schemeClr val="tx1">
                    <a:lumMod val="75000"/>
                    <a:lumOff val="25000"/>
                  </a:schemeClr>
                </a:solidFill>
                <a:latin typeface="Arial" panose="020B0604020202020204" pitchFamily="34" charset="0"/>
                <a:ea typeface="Open Sans Extrabold" panose="020B0606030504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400" b="1" i="0"/>
              <a:t>Mathematical Methods for Scientific Computing</a:t>
            </a:r>
          </a:p>
          <a:p>
            <a:r>
              <a:rPr lang="en-GB" sz="2400"/>
              <a:t>Partial Differential Equations</a:t>
            </a:r>
          </a:p>
          <a:p>
            <a:r>
              <a:rPr lang="en-GB" sz="1000"/>
              <a:t> </a:t>
            </a:r>
          </a:p>
          <a:p>
            <a:r>
              <a:rPr lang="en-GB" sz="1600" i="0"/>
              <a:t>Stephen Millmore </a:t>
            </a:r>
          </a:p>
          <a:p>
            <a:r>
              <a:rPr lang="en-GB" sz="1600" i="0"/>
              <a:t>Laboratory for Scientific Computing,</a:t>
            </a:r>
          </a:p>
          <a:p>
            <a:r>
              <a:rPr lang="en-GB" sz="1600" i="0"/>
              <a:t>University of Cambridge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Partial differential equations</a:t>
            </a:r>
          </a:p>
        </p:txBody>
      </p:sp>
      <p:sp>
        <p:nvSpPr>
          <p:cNvPr id="4" name="Content Placeholder 3"/>
          <p:cNvSpPr>
            <a:spLocks noGrp="1"/>
          </p:cNvSpPr>
          <p:nvPr>
            <p:ph sz="half" idx="11"/>
          </p:nvPr>
        </p:nvSpPr>
        <p:spPr>
          <a:xfrm>
            <a:off x="417578" y="2262131"/>
            <a:ext cx="10936224" cy="4004198"/>
          </a:xfrm>
        </p:spPr>
        <p:txBody>
          <a:bodyPr wrap="square">
            <a:normAutofit lnSpcReduction="10000"/>
          </a:bodyPr>
          <a:lstStyle/>
          <a:p>
            <a:r>
              <a:rPr sz="1500" dirty="0"/>
              <a:t>The overall field of partial differential equations is large </a:t>
            </a:r>
            <a:r>
              <a:rPr lang="en-GB" sz="1500" dirty="0"/>
              <a:t>–</a:t>
            </a:r>
            <a:r>
              <a:rPr sz="1500" dirty="0"/>
              <a:t> you have likely covered many different techniques for solving these equations, e.g. separation of variables</a:t>
            </a:r>
          </a:p>
          <a:p>
            <a:r>
              <a:rPr sz="1500" dirty="0"/>
              <a:t>We are not going to cover that here</a:t>
            </a:r>
            <a:r>
              <a:rPr lang="en-GB" sz="1500" dirty="0"/>
              <a:t> – if we already have an analytic solution technique for the PDE, there is very little need to use scientific computing</a:t>
            </a:r>
            <a:endParaRPr sz="1500" dirty="0"/>
          </a:p>
          <a:p>
            <a:r>
              <a:rPr sz="1500" dirty="0"/>
              <a:t>Instead, we are going to focus on how PDEs are used </a:t>
            </a:r>
            <a:r>
              <a:rPr lang="en-GB" sz="1500" dirty="0"/>
              <a:t>in</a:t>
            </a:r>
            <a:r>
              <a:rPr sz="1500" dirty="0"/>
              <a:t> scientific computing</a:t>
            </a:r>
            <a:r>
              <a:rPr lang="en-GB" sz="1500" dirty="0"/>
              <a:t>, which relates more to equation manipulation and classification, than solution</a:t>
            </a:r>
            <a:endParaRPr sz="1500" dirty="0"/>
          </a:p>
          <a:p>
            <a:r>
              <a:rPr sz="1500" dirty="0"/>
              <a:t>A wide range of physical problems can be expressed as the solutions to PDEs, often very complex systems of PDEs</a:t>
            </a:r>
          </a:p>
          <a:p>
            <a:r>
              <a:rPr sz="1500" dirty="0"/>
              <a:t>In these cases, we would expect our computational methods to do the actual solving</a:t>
            </a:r>
          </a:p>
          <a:p>
            <a:r>
              <a:rPr sz="1500" dirty="0"/>
              <a:t>The challenge might often be expressing our system in a manner that can be solved </a:t>
            </a:r>
            <a:r>
              <a:rPr lang="en-GB" sz="1500" dirty="0"/>
              <a:t>- </a:t>
            </a:r>
            <a:r>
              <a:rPr sz="1500" dirty="0"/>
              <a:t>we need to know something about the behaviour of our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Outline</a:t>
            </a:r>
            <a:endParaRPr/>
          </a:p>
        </p:txBody>
      </p:sp>
      <p:sp>
        <p:nvSpPr>
          <p:cNvPr id="4" name="Content Placeholder 3"/>
          <p:cNvSpPr>
            <a:spLocks noGrp="1"/>
          </p:cNvSpPr>
          <p:nvPr>
            <p:ph sz="half" idx="11"/>
          </p:nvPr>
        </p:nvSpPr>
        <p:spPr>
          <a:xfrm>
            <a:off x="420624" y="2468880"/>
            <a:ext cx="10936224" cy="3383280"/>
          </a:xfrm>
        </p:spPr>
        <p:txBody>
          <a:bodyPr wrap="square">
            <a:normAutofit/>
          </a:bodyPr>
          <a:lstStyle/>
          <a:p>
            <a:pPr>
              <a:spcAft>
                <a:spcPts val="1400"/>
              </a:spcAft>
            </a:pPr>
            <a:r>
              <a:rPr sz="1800"/>
              <a:t>1.  Classification of PDEs</a:t>
            </a:r>
          </a:p>
          <a:p>
            <a:pPr>
              <a:spcAft>
                <a:spcPts val="1400"/>
              </a:spcAft>
            </a:pPr>
            <a:r>
              <a:rPr sz="1800"/>
              <a:t>2.  Different forms for PDEs</a:t>
            </a:r>
          </a:p>
          <a:p>
            <a:pPr>
              <a:spcAft>
                <a:spcPts val="1400"/>
              </a:spcAft>
            </a:pPr>
            <a:r>
              <a:rPr sz="1800"/>
              <a:t>3.  Discontinuities</a:t>
            </a:r>
            <a:r>
              <a:rPr lang="en-GB" sz="1800"/>
              <a:t> and PDEs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Classification of PDEs</a:t>
            </a:r>
          </a:p>
        </p:txBody>
      </p:sp>
      <p:pic>
        <p:nvPicPr>
          <p:cNvPr id="6" name="Picture 5" descr="The image depicts a variety of scientific concepts, including a double cone, sliding mechanisms, boundary conditions, and different scales, all connected through visual elements such as arrows and lines.&#10;&#10;AI-generated content may be incorrect.">
            <a:extLst>
              <a:ext uri="{FF2B5EF4-FFF2-40B4-BE49-F238E27FC236}">
                <a16:creationId xmlns:a16="http://schemas.microsoft.com/office/drawing/2014/main" id="{081DA37F-52C2-5E73-4D0F-15192A5F6A98}"/>
              </a:ext>
            </a:extLst>
          </p:cNvPr>
          <p:cNvPicPr>
            <a:picLocks noChangeAspect="1"/>
          </p:cNvPicPr>
          <p:nvPr/>
        </p:nvPicPr>
        <p:blipFill>
          <a:blip r:embed="rId2"/>
          <a:stretch>
            <a:fillRect/>
          </a:stretch>
        </p:blipFill>
        <p:spPr>
          <a:xfrm>
            <a:off x="2628900" y="2708563"/>
            <a:ext cx="6934200" cy="37822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of PDEs</a:t>
            </a:r>
          </a:p>
        </p:txBody>
      </p:sp>
      <p:sp>
        <p:nvSpPr>
          <p:cNvPr id="4" name="Content Placeholder 3"/>
          <p:cNvSpPr>
            <a:spLocks noGrp="1"/>
          </p:cNvSpPr>
          <p:nvPr>
            <p:ph sz="half" idx="11"/>
          </p:nvPr>
        </p:nvSpPr>
        <p:spPr>
          <a:xfrm>
            <a:off x="420624" y="2029691"/>
            <a:ext cx="10936224" cy="3822469"/>
          </a:xfrm>
        </p:spPr>
        <p:txBody>
          <a:bodyPr wrap="square">
            <a:normAutofit/>
          </a:bodyPr>
          <a:lstStyle/>
          <a:p>
            <a:r>
              <a:rPr sz="1600" dirty="0"/>
              <a:t>There is no single technique for solving a PDE, or system of PDEs</a:t>
            </a:r>
            <a:r>
              <a:rPr lang="en-GB" sz="1600" dirty="0"/>
              <a:t>, neither analytically nor in scientific computing</a:t>
            </a:r>
            <a:endParaRPr sz="1600" dirty="0"/>
          </a:p>
          <a:p>
            <a:r>
              <a:rPr sz="1600" dirty="0"/>
              <a:t>This is based on the mathematical and physical behaviour of the underlying problem</a:t>
            </a:r>
          </a:p>
          <a:p>
            <a:r>
              <a:rPr sz="1600" dirty="0"/>
              <a:t>By </a:t>
            </a:r>
            <a:r>
              <a:rPr sz="1600" b="1" dirty="0"/>
              <a:t>classifying</a:t>
            </a:r>
            <a:r>
              <a:rPr sz="1600" dirty="0"/>
              <a:t> our PDEs (a mathematical approach), we can </a:t>
            </a:r>
            <a:r>
              <a:rPr lang="en-GB" sz="1600" dirty="0"/>
              <a:t>attempt to </a:t>
            </a:r>
            <a:r>
              <a:rPr sz="1600" dirty="0"/>
              <a:t>identify whether they are capable of producing the correct physics we wish to capture</a:t>
            </a:r>
          </a:p>
          <a:p>
            <a:r>
              <a:rPr sz="1600" dirty="0"/>
              <a:t>And we can also ensure we can identify a computational approach which will allow this behaviour to be captured</a:t>
            </a:r>
          </a:p>
          <a:p>
            <a:r>
              <a:rPr sz="1600" dirty="0"/>
              <a:t>More accurately, we can identify a computational approach that is both suitably accurate and suitably efficient for the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Steady state problems</a:t>
            </a:r>
          </a:p>
        </p:txBody>
      </p:sp>
      <p:sp>
        <p:nvSpPr>
          <p:cNvPr id="4" name="Content Placeholder 3"/>
          <p:cNvSpPr>
            <a:spLocks noGrp="1"/>
          </p:cNvSpPr>
          <p:nvPr>
            <p:ph sz="half" idx="11"/>
          </p:nvPr>
        </p:nvSpPr>
        <p:spPr>
          <a:xfrm>
            <a:off x="472920" y="1915445"/>
            <a:ext cx="10936297" cy="3422608"/>
          </a:xfrm>
        </p:spPr>
        <p:txBody>
          <a:bodyPr wrap="square">
            <a:normAutofit/>
          </a:bodyPr>
          <a:lstStyle/>
          <a:p>
            <a:r>
              <a:rPr sz="1600" dirty="0"/>
              <a:t>One class of problem could be those where the solution is a fixed value (typically in time)</a:t>
            </a:r>
          </a:p>
          <a:p>
            <a:r>
              <a:rPr sz="1600" dirty="0"/>
              <a:t>This could be considered to be a balance of physical states, </a:t>
            </a:r>
            <a:r>
              <a:rPr lang="en-GB" sz="1600" dirty="0"/>
              <a:t>for example</a:t>
            </a:r>
            <a:endParaRPr sz="1600" dirty="0"/>
          </a:p>
        </p:txBody>
      </p:sp>
      <p:pic>
        <p:nvPicPr>
          <p:cNvPr id="6" name="Picture 5" descr="steady_car.png"/>
          <p:cNvPicPr>
            <a:picLocks noChangeAspect="1"/>
          </p:cNvPicPr>
          <p:nvPr/>
        </p:nvPicPr>
        <p:blipFill>
          <a:blip r:embed="rId2"/>
          <a:stretch>
            <a:fillRect/>
          </a:stretch>
        </p:blipFill>
        <p:spPr>
          <a:xfrm>
            <a:off x="641244" y="3147330"/>
            <a:ext cx="3435158" cy="2296069"/>
          </a:xfrm>
          <a:prstGeom prst="rect">
            <a:avLst/>
          </a:prstGeom>
        </p:spPr>
      </p:pic>
      <p:pic>
        <p:nvPicPr>
          <p:cNvPr id="7" name="Picture 6" descr="steady_energy.png"/>
          <p:cNvPicPr>
            <a:picLocks noChangeAspect="1"/>
          </p:cNvPicPr>
          <p:nvPr/>
        </p:nvPicPr>
        <p:blipFill>
          <a:blip r:embed="rId3"/>
          <a:stretch>
            <a:fillRect/>
          </a:stretch>
        </p:blipFill>
        <p:spPr>
          <a:xfrm>
            <a:off x="4663445" y="3109874"/>
            <a:ext cx="3296865" cy="2505618"/>
          </a:xfrm>
          <a:prstGeom prst="rect">
            <a:avLst/>
          </a:prstGeom>
        </p:spPr>
      </p:pic>
      <p:pic>
        <p:nvPicPr>
          <p:cNvPr id="8" name="Picture 7" descr="steady_tokamak.png"/>
          <p:cNvPicPr>
            <a:picLocks noChangeAspect="1"/>
          </p:cNvPicPr>
          <p:nvPr/>
        </p:nvPicPr>
        <p:blipFill>
          <a:blip r:embed="rId4"/>
          <a:stretch>
            <a:fillRect/>
          </a:stretch>
        </p:blipFill>
        <p:spPr>
          <a:xfrm>
            <a:off x="8848586" y="1531956"/>
            <a:ext cx="2870494" cy="3837315"/>
          </a:xfrm>
          <a:prstGeom prst="rect">
            <a:avLst/>
          </a:prstGeom>
        </p:spPr>
      </p:pic>
      <p:sp>
        <p:nvSpPr>
          <p:cNvPr id="3" name="TextBox 2">
            <a:extLst>
              <a:ext uri="{FF2B5EF4-FFF2-40B4-BE49-F238E27FC236}">
                <a16:creationId xmlns:a16="http://schemas.microsoft.com/office/drawing/2014/main" id="{E11FFEF4-C7F3-7E16-402F-8425D4E4D660}"/>
              </a:ext>
            </a:extLst>
          </p:cNvPr>
          <p:cNvSpPr txBox="1"/>
          <p:nvPr/>
        </p:nvSpPr>
        <p:spPr>
          <a:xfrm>
            <a:off x="774551" y="5615492"/>
            <a:ext cx="3162748" cy="1077218"/>
          </a:xfrm>
          <a:prstGeom prst="rect">
            <a:avLst/>
          </a:prstGeom>
          <a:noFill/>
        </p:spPr>
        <p:txBody>
          <a:bodyPr wrap="square" rtlCol="0">
            <a:spAutoFit/>
          </a:bodyPr>
          <a:lstStyle/>
          <a:p>
            <a:pPr marL="228600" indent="-228600">
              <a:buFont typeface="Arial" panose="020B0604020202020204" pitchFamily="34" charset="0"/>
              <a:buChar char="•"/>
            </a:pPr>
            <a:r>
              <a:rPr lang="en-GB" sz="1600"/>
              <a:t>Airflow around an object, e.g. a car or aerofoil – from steady state conditions, lift and drag can be computed</a:t>
            </a:r>
          </a:p>
        </p:txBody>
      </p:sp>
      <p:sp>
        <p:nvSpPr>
          <p:cNvPr id="10" name="TextBox 9">
            <a:extLst>
              <a:ext uri="{FF2B5EF4-FFF2-40B4-BE49-F238E27FC236}">
                <a16:creationId xmlns:a16="http://schemas.microsoft.com/office/drawing/2014/main" id="{31EECFDC-1869-E751-C572-B99DA11A3669}"/>
              </a:ext>
            </a:extLst>
          </p:cNvPr>
          <p:cNvSpPr txBox="1"/>
          <p:nvPr/>
        </p:nvSpPr>
        <p:spPr>
          <a:xfrm>
            <a:off x="4883623" y="5615492"/>
            <a:ext cx="3162748" cy="584775"/>
          </a:xfrm>
          <a:prstGeom prst="rect">
            <a:avLst/>
          </a:prstGeom>
          <a:noFill/>
        </p:spPr>
        <p:txBody>
          <a:bodyPr wrap="square" rtlCol="0">
            <a:spAutoFit/>
          </a:bodyPr>
          <a:lstStyle/>
          <a:p>
            <a:pPr marL="228600" indent="-228600">
              <a:buFont typeface="Arial" panose="020B0604020202020204" pitchFamily="34" charset="0"/>
              <a:buChar char="•"/>
            </a:pPr>
            <a:r>
              <a:rPr lang="en-GB" sz="1600"/>
              <a:t>Minimum energy states for a molecular configuration</a:t>
            </a:r>
          </a:p>
        </p:txBody>
      </p:sp>
      <p:sp>
        <p:nvSpPr>
          <p:cNvPr id="12" name="TextBox 11">
            <a:extLst>
              <a:ext uri="{FF2B5EF4-FFF2-40B4-BE49-F238E27FC236}">
                <a16:creationId xmlns:a16="http://schemas.microsoft.com/office/drawing/2014/main" id="{13FC28A9-CE29-2910-DA1C-32732EC7818C}"/>
              </a:ext>
            </a:extLst>
          </p:cNvPr>
          <p:cNvSpPr txBox="1"/>
          <p:nvPr/>
        </p:nvSpPr>
        <p:spPr>
          <a:xfrm>
            <a:off x="8799412" y="5369271"/>
            <a:ext cx="3162748" cy="1323439"/>
          </a:xfrm>
          <a:prstGeom prst="rect">
            <a:avLst/>
          </a:prstGeom>
          <a:noFill/>
        </p:spPr>
        <p:txBody>
          <a:bodyPr wrap="square" rtlCol="0">
            <a:spAutoFit/>
          </a:bodyPr>
          <a:lstStyle/>
          <a:p>
            <a:pPr marL="228600" indent="-228600">
              <a:buFont typeface="Arial" panose="020B0604020202020204" pitchFamily="34" charset="0"/>
              <a:buChar char="•"/>
            </a:pPr>
            <a:r>
              <a:rPr lang="en-GB" sz="1600"/>
              <a:t>– Plasma equilibrium configurations in a tokamak reactor - a perfect balance between pressure gradients and magnetic field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p:bldP spid="10"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Time-varying problems</a:t>
            </a:r>
          </a:p>
        </p:txBody>
      </p:sp>
      <p:sp>
        <p:nvSpPr>
          <p:cNvPr id="4" name="Content Placeholder 3"/>
          <p:cNvSpPr>
            <a:spLocks noGrp="1"/>
          </p:cNvSpPr>
          <p:nvPr>
            <p:ph sz="half" idx="11"/>
          </p:nvPr>
        </p:nvSpPr>
        <p:spPr>
          <a:xfrm>
            <a:off x="417504" y="1840701"/>
            <a:ext cx="11313709" cy="3422608"/>
          </a:xfrm>
        </p:spPr>
        <p:txBody>
          <a:bodyPr wrap="square">
            <a:normAutofit/>
          </a:bodyPr>
          <a:lstStyle/>
          <a:p>
            <a:r>
              <a:rPr sz="1600" dirty="0"/>
              <a:t>Alternatively, our solution may continuously change in space and time</a:t>
            </a:r>
          </a:p>
          <a:p>
            <a:r>
              <a:rPr sz="1600" dirty="0"/>
              <a:t>Here, examples include:</a:t>
            </a:r>
          </a:p>
        </p:txBody>
      </p:sp>
      <p:pic>
        <p:nvPicPr>
          <p:cNvPr id="6" name="Picture 5" descr="time_ship.png"/>
          <p:cNvPicPr>
            <a:picLocks noChangeAspect="1"/>
          </p:cNvPicPr>
          <p:nvPr/>
        </p:nvPicPr>
        <p:blipFill>
          <a:blip r:embed="rId2"/>
          <a:stretch>
            <a:fillRect/>
          </a:stretch>
        </p:blipFill>
        <p:spPr>
          <a:xfrm>
            <a:off x="561547" y="3070532"/>
            <a:ext cx="3974954" cy="2235910"/>
          </a:xfrm>
          <a:prstGeom prst="rect">
            <a:avLst/>
          </a:prstGeom>
        </p:spPr>
      </p:pic>
      <p:pic>
        <p:nvPicPr>
          <p:cNvPr id="7" name="Picture 6" descr="time_md.png"/>
          <p:cNvPicPr>
            <a:picLocks noChangeAspect="1"/>
          </p:cNvPicPr>
          <p:nvPr/>
        </p:nvPicPr>
        <p:blipFill>
          <a:blip r:embed="rId3"/>
          <a:stretch>
            <a:fillRect/>
          </a:stretch>
        </p:blipFill>
        <p:spPr>
          <a:xfrm>
            <a:off x="5026167" y="2973988"/>
            <a:ext cx="2877660" cy="2192777"/>
          </a:xfrm>
          <a:prstGeom prst="rect">
            <a:avLst/>
          </a:prstGeom>
        </p:spPr>
      </p:pic>
      <p:pic>
        <p:nvPicPr>
          <p:cNvPr id="8" name="Picture 7" descr="time_reactor.png"/>
          <p:cNvPicPr>
            <a:picLocks noChangeAspect="1"/>
          </p:cNvPicPr>
          <p:nvPr/>
        </p:nvPicPr>
        <p:blipFill>
          <a:blip r:embed="rId4"/>
          <a:stretch>
            <a:fillRect/>
          </a:stretch>
        </p:blipFill>
        <p:spPr>
          <a:xfrm>
            <a:off x="8455527" y="2596905"/>
            <a:ext cx="3275686" cy="2946944"/>
          </a:xfrm>
          <a:prstGeom prst="rect">
            <a:avLst/>
          </a:prstGeom>
        </p:spPr>
      </p:pic>
      <p:sp>
        <p:nvSpPr>
          <p:cNvPr id="9" name="TextBox 8">
            <a:extLst>
              <a:ext uri="{FF2B5EF4-FFF2-40B4-BE49-F238E27FC236}">
                <a16:creationId xmlns:a16="http://schemas.microsoft.com/office/drawing/2014/main" id="{E9E2BFF0-EDDC-1BB4-82D1-6F6913C81466}"/>
              </a:ext>
            </a:extLst>
          </p:cNvPr>
          <p:cNvSpPr txBox="1"/>
          <p:nvPr/>
        </p:nvSpPr>
        <p:spPr>
          <a:xfrm>
            <a:off x="774551" y="5615492"/>
            <a:ext cx="3162748" cy="584775"/>
          </a:xfrm>
          <a:prstGeom prst="rect">
            <a:avLst/>
          </a:prstGeom>
          <a:noFill/>
        </p:spPr>
        <p:txBody>
          <a:bodyPr wrap="square" rtlCol="0">
            <a:spAutoFit/>
          </a:bodyPr>
          <a:lstStyle/>
          <a:p>
            <a:pPr marL="228600" indent="-228600">
              <a:buFont typeface="Arial" panose="020B0604020202020204" pitchFamily="34" charset="0"/>
              <a:buChar char="•"/>
            </a:pPr>
            <a:r>
              <a:rPr lang="en-GB" sz="1600"/>
              <a:t>Water flow around an object as it moves through the real world</a:t>
            </a:r>
          </a:p>
        </p:txBody>
      </p:sp>
      <p:sp>
        <p:nvSpPr>
          <p:cNvPr id="11" name="TextBox 10">
            <a:extLst>
              <a:ext uri="{FF2B5EF4-FFF2-40B4-BE49-F238E27FC236}">
                <a16:creationId xmlns:a16="http://schemas.microsoft.com/office/drawing/2014/main" id="{24A5548D-0F87-9DF0-0A68-8BAD0421D28F}"/>
              </a:ext>
            </a:extLst>
          </p:cNvPr>
          <p:cNvSpPr txBox="1"/>
          <p:nvPr/>
        </p:nvSpPr>
        <p:spPr>
          <a:xfrm>
            <a:off x="5026167" y="5634654"/>
            <a:ext cx="3162748" cy="584775"/>
          </a:xfrm>
          <a:prstGeom prst="rect">
            <a:avLst/>
          </a:prstGeom>
          <a:noFill/>
        </p:spPr>
        <p:txBody>
          <a:bodyPr wrap="square" rtlCol="0">
            <a:spAutoFit/>
          </a:bodyPr>
          <a:lstStyle/>
          <a:p>
            <a:pPr marL="228600" indent="-228600">
              <a:buFont typeface="Arial" panose="020B0604020202020204" pitchFamily="34" charset="0"/>
              <a:buChar char="•"/>
            </a:pPr>
            <a:r>
              <a:rPr lang="en-GB" sz="1600"/>
              <a:t>Evolution of atoms according to molecular dynamics</a:t>
            </a:r>
          </a:p>
        </p:txBody>
      </p:sp>
      <p:sp>
        <p:nvSpPr>
          <p:cNvPr id="13" name="TextBox 12">
            <a:extLst>
              <a:ext uri="{FF2B5EF4-FFF2-40B4-BE49-F238E27FC236}">
                <a16:creationId xmlns:a16="http://schemas.microsoft.com/office/drawing/2014/main" id="{7F62C2EF-A8D8-F87B-6357-4CA58123029C}"/>
              </a:ext>
            </a:extLst>
          </p:cNvPr>
          <p:cNvSpPr txBox="1"/>
          <p:nvPr/>
        </p:nvSpPr>
        <p:spPr>
          <a:xfrm>
            <a:off x="8471304" y="5615492"/>
            <a:ext cx="3162748" cy="830997"/>
          </a:xfrm>
          <a:prstGeom prst="rect">
            <a:avLst/>
          </a:prstGeom>
          <a:noFill/>
        </p:spPr>
        <p:txBody>
          <a:bodyPr wrap="square" rtlCol="0">
            <a:spAutoFit/>
          </a:bodyPr>
          <a:lstStyle/>
          <a:p>
            <a:pPr marL="228600" indent="-228600">
              <a:buFont typeface="Arial" panose="020B0604020202020204" pitchFamily="34" charset="0"/>
              <a:buChar char="•"/>
            </a:pPr>
            <a:r>
              <a:rPr lang="en-GB" sz="1600"/>
              <a:t>Plasma instabilities in a reactor – a perfect balance is not physically attainable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9" grpId="0"/>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Mathematical classification</a:t>
            </a:r>
          </a:p>
        </p:txBody>
      </p:sp>
      <p:sp>
        <p:nvSpPr>
          <p:cNvPr id="4" name="Content Placeholder 3"/>
          <p:cNvSpPr>
            <a:spLocks noGrp="1"/>
          </p:cNvSpPr>
          <p:nvPr>
            <p:ph sz="half" idx="11"/>
          </p:nvPr>
        </p:nvSpPr>
        <p:spPr>
          <a:xfrm>
            <a:off x="417505" y="1801905"/>
            <a:ext cx="10936224" cy="4566621"/>
          </a:xfrm>
        </p:spPr>
        <p:txBody>
          <a:bodyPr wrap="square">
            <a:normAutofit/>
          </a:bodyPr>
          <a:lstStyle/>
          <a:p>
            <a:r>
              <a:rPr sz="1600"/>
              <a:t>Whilst steady state and time-varying do describe features of the equations, this doesn’t </a:t>
            </a:r>
            <a:r>
              <a:rPr lang="en-GB" sz="1600"/>
              <a:t>necessarily</a:t>
            </a:r>
            <a:r>
              <a:rPr sz="1600"/>
              <a:t> help us decide upon our numerical method</a:t>
            </a:r>
          </a:p>
          <a:p>
            <a:r>
              <a:rPr sz="1600"/>
              <a:t>Mathematically, </a:t>
            </a:r>
            <a:r>
              <a:rPr lang="en-GB" sz="1600"/>
              <a:t>we use the slope (derivative) of our variables to identify how things are changing, and things change according to some propagation of information</a:t>
            </a:r>
          </a:p>
          <a:p>
            <a:r>
              <a:rPr lang="en-GB" sz="1600"/>
              <a:t>W</a:t>
            </a:r>
            <a:r>
              <a:rPr sz="1600"/>
              <a:t>e consider </a:t>
            </a:r>
            <a:r>
              <a:rPr sz="1600" b="1"/>
              <a:t>speeds of information propagation</a:t>
            </a:r>
          </a:p>
          <a:p>
            <a:pPr lvl="2"/>
            <a:r>
              <a:rPr sz="1600">
                <a:latin typeface="Arial" panose="020B0604020202020204" pitchFamily="34" charset="0"/>
                <a:cs typeface="Arial" panose="020B0604020202020204" pitchFamily="34" charset="0"/>
              </a:rPr>
              <a:t>Equations where </a:t>
            </a:r>
            <a:r>
              <a:rPr sz="1600" b="1">
                <a:latin typeface="Arial" panose="020B0604020202020204" pitchFamily="34" charset="0"/>
                <a:cs typeface="Arial" panose="020B0604020202020204" pitchFamily="34" charset="0"/>
              </a:rPr>
              <a:t>all</a:t>
            </a:r>
            <a:r>
              <a:rPr sz="1600">
                <a:latin typeface="Arial" panose="020B0604020202020204" pitchFamily="34" charset="0"/>
                <a:cs typeface="Arial" panose="020B0604020202020204" pitchFamily="34" charset="0"/>
              </a:rPr>
              <a:t> information propagates infinitely fast</a:t>
            </a:r>
            <a:endParaRPr lang="en-GB" sz="1600">
              <a:latin typeface="Arial" panose="020B0604020202020204" pitchFamily="34" charset="0"/>
              <a:cs typeface="Arial" panose="020B0604020202020204" pitchFamily="34" charset="0"/>
            </a:endParaRPr>
          </a:p>
          <a:p>
            <a:pPr lvl="1" algn="ctr"/>
            <a:r>
              <a:rPr sz="1600" b="1">
                <a:latin typeface="Arial" panose="020B0604020202020204" pitchFamily="34" charset="0"/>
                <a:cs typeface="Arial" panose="020B0604020202020204" pitchFamily="34" charset="0"/>
              </a:rPr>
              <a:t>Elliptic equations</a:t>
            </a:r>
          </a:p>
          <a:p>
            <a:pPr lvl="2"/>
            <a:r>
              <a:rPr sz="1600">
                <a:latin typeface="Arial" panose="020B0604020202020204" pitchFamily="34" charset="0"/>
                <a:cs typeface="Arial" panose="020B0604020202020204" pitchFamily="34" charset="0"/>
              </a:rPr>
              <a:t>Equations where </a:t>
            </a:r>
            <a:r>
              <a:rPr sz="1600" b="1">
                <a:latin typeface="Arial" panose="020B0604020202020204" pitchFamily="34" charset="0"/>
                <a:cs typeface="Arial" panose="020B0604020202020204" pitchFamily="34" charset="0"/>
              </a:rPr>
              <a:t>some</a:t>
            </a:r>
            <a:r>
              <a:rPr sz="1600">
                <a:latin typeface="Arial" panose="020B0604020202020204" pitchFamily="34" charset="0"/>
                <a:cs typeface="Arial" panose="020B0604020202020204" pitchFamily="34" charset="0"/>
              </a:rPr>
              <a:t> information propagates infinitely fast, but some travels with a finite speed</a:t>
            </a:r>
            <a:endParaRPr lang="en-GB" sz="1600">
              <a:latin typeface="Arial" panose="020B0604020202020204" pitchFamily="34" charset="0"/>
              <a:cs typeface="Arial" panose="020B0604020202020204" pitchFamily="34" charset="0"/>
            </a:endParaRPr>
          </a:p>
          <a:p>
            <a:pPr lvl="1" algn="ctr"/>
            <a:r>
              <a:rPr sz="1600" b="1">
                <a:latin typeface="Arial" panose="020B0604020202020204" pitchFamily="34" charset="0"/>
                <a:cs typeface="Arial" panose="020B0604020202020204" pitchFamily="34" charset="0"/>
              </a:rPr>
              <a:t>Parabolic equations</a:t>
            </a:r>
          </a:p>
          <a:p>
            <a:pPr lvl="2"/>
            <a:r>
              <a:rPr sz="1600">
                <a:latin typeface="Arial" panose="020B0604020202020204" pitchFamily="34" charset="0"/>
                <a:cs typeface="Arial" panose="020B0604020202020204" pitchFamily="34" charset="0"/>
              </a:rPr>
              <a:t>Equations where </a:t>
            </a:r>
            <a:r>
              <a:rPr sz="1600" b="1">
                <a:latin typeface="Arial" panose="020B0604020202020204" pitchFamily="34" charset="0"/>
                <a:cs typeface="Arial" panose="020B0604020202020204" pitchFamily="34" charset="0"/>
              </a:rPr>
              <a:t>all</a:t>
            </a:r>
            <a:r>
              <a:rPr sz="1600">
                <a:latin typeface="Arial" panose="020B0604020202020204" pitchFamily="34" charset="0"/>
                <a:cs typeface="Arial" panose="020B0604020202020204" pitchFamily="34" charset="0"/>
              </a:rPr>
              <a:t> information travels at a finite speed </a:t>
            </a:r>
            <a:endParaRPr lang="en-GB" sz="1600">
              <a:latin typeface="Arial" panose="020B0604020202020204" pitchFamily="34" charset="0"/>
              <a:cs typeface="Arial" panose="020B0604020202020204" pitchFamily="34" charset="0"/>
            </a:endParaRPr>
          </a:p>
          <a:p>
            <a:pPr lvl="1" algn="ctr"/>
            <a:r>
              <a:rPr sz="1600" b="1">
                <a:latin typeface="Arial" panose="020B0604020202020204" pitchFamily="34" charset="0"/>
                <a:cs typeface="Arial" panose="020B0604020202020204" pitchFamily="34" charset="0"/>
              </a:rPr>
              <a:t>Hyperbolic equations</a:t>
            </a:r>
          </a:p>
          <a:p>
            <a:r>
              <a:rPr sz="1600"/>
              <a:t>The behaviour in parabolic equations is often also referred to as </a:t>
            </a:r>
            <a:r>
              <a:rPr sz="1600" b="1"/>
              <a:t>diffusion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 conic sections</a:t>
            </a:r>
          </a:p>
        </p:txBody>
      </p:sp>
      <p:sp>
        <p:nvSpPr>
          <p:cNvPr id="4" name="Content Placeholder 3"/>
          <p:cNvSpPr>
            <a:spLocks noGrp="1"/>
          </p:cNvSpPr>
          <p:nvPr>
            <p:ph sz="half" idx="11"/>
          </p:nvPr>
        </p:nvSpPr>
        <p:spPr>
          <a:xfrm>
            <a:off x="417502" y="1879250"/>
            <a:ext cx="10252599" cy="3982289"/>
          </a:xfrm>
        </p:spPr>
        <p:txBody>
          <a:bodyPr wrap="square">
            <a:normAutofit/>
          </a:bodyPr>
          <a:lstStyle/>
          <a:p>
            <a:r>
              <a:rPr sz="1600" dirty="0"/>
              <a:t>Classification of PDEs is actually a wide area with ongoing research — we shall only consider a few examples</a:t>
            </a:r>
          </a:p>
          <a:p>
            <a:r>
              <a:rPr sz="1600" dirty="0"/>
              <a:t>One example starts with drawing comparisons to conic sections </a:t>
            </a:r>
            <a:br>
              <a:rPr lang="en-GB" sz="1600" dirty="0"/>
            </a:br>
            <a:r>
              <a:rPr sz="1600" dirty="0"/>
              <a:t>(the lines through which a cone can be cut)</a:t>
            </a:r>
          </a:p>
        </p:txBody>
      </p:sp>
      <p:pic>
        <p:nvPicPr>
          <p:cNvPr id="6" name="Picture 5" descr="e35dbadb4c13b962.png"/>
          <p:cNvPicPr>
            <a:picLocks noChangeAspect="1"/>
          </p:cNvPicPr>
          <p:nvPr/>
        </p:nvPicPr>
        <p:blipFill>
          <a:blip r:embed="rId2"/>
          <a:stretch>
            <a:fillRect/>
          </a:stretch>
        </p:blipFill>
        <p:spPr>
          <a:xfrm>
            <a:off x="881292" y="4077995"/>
            <a:ext cx="5120640" cy="340453"/>
          </a:xfrm>
          <a:prstGeom prst="rect">
            <a:avLst/>
          </a:prstGeom>
        </p:spPr>
      </p:pic>
      <mc:AlternateContent xmlns:mc="http://schemas.openxmlformats.org/markup-compatibility/2006" xmlns:a14="http://schemas.microsoft.com/office/drawing/2010/main">
        <mc:Choice Requires="a14">
          <p:sp>
            <p:nvSpPr>
              <p:cNvPr id="3" name="Content Placeholder 3">
                <a:extLst>
                  <a:ext uri="{FF2B5EF4-FFF2-40B4-BE49-F238E27FC236}">
                    <a16:creationId xmlns:a16="http://schemas.microsoft.com/office/drawing/2014/main" id="{2565BDA4-F961-DD5A-78A7-39903BB5DE16}"/>
                  </a:ext>
                </a:extLst>
              </p:cNvPr>
              <p:cNvSpPr txBox="1">
                <a:spLocks/>
              </p:cNvSpPr>
              <p:nvPr/>
            </p:nvSpPr>
            <p:spPr>
              <a:xfrm>
                <a:off x="417501" y="3588798"/>
                <a:ext cx="10252599" cy="3982289"/>
              </a:xfrm>
              <a:prstGeom prst="rect">
                <a:avLst/>
              </a:prstGeom>
            </p:spPr>
            <p:txBody>
              <a:bodyPr vert="horz" wrap="square" lIns="91440" tIns="45720" rIns="91440" bIns="45720" rtlCol="0">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350" b="0" i="0" kern="1200">
                    <a:solidFill>
                      <a:schemeClr val="tx1">
                        <a:lumMod val="50000"/>
                      </a:schemeClr>
                    </a:solidFill>
                    <a:latin typeface="Arial" panose="020B0604020202020204" pitchFamily="34" charset="0"/>
                    <a:ea typeface="Open Sans Light" panose="020B0606030504020204" pitchFamily="34" charset="0"/>
                    <a:cs typeface="Arial" panose="020B0604020202020204" pitchFamily="34" charset="0"/>
                  </a:defRPr>
                </a:lvl1pPr>
                <a:lvl2pPr marL="342900" indent="0" algn="l" defTabSz="914400" rtl="0" eaLnBrk="1" latinLnBrk="0" hangingPunct="1">
                  <a:lnSpc>
                    <a:spcPct val="90000"/>
                  </a:lnSpc>
                  <a:spcBef>
                    <a:spcPts val="500"/>
                  </a:spcBef>
                  <a:buFont typeface="Arial" panose="020B0604020202020204" pitchFamily="34" charset="0"/>
                  <a:buNone/>
                  <a:defRPr sz="1200" b="0" i="0" kern="1200">
                    <a:solidFill>
                      <a:schemeClr val="tx1">
                        <a:lumMod val="50000"/>
                      </a:schemeClr>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Such lines are parameterised through</a:t>
                </a:r>
                <a:br>
                  <a:rPr lang="en-GB" sz="1600" dirty="0"/>
                </a:br>
                <a:endParaRPr lang="en-GB" sz="1600" dirty="0"/>
              </a:p>
              <a:p>
                <a:r>
                  <a:rPr lang="en-GB" sz="1600" dirty="0"/>
                  <a:t>The sign of the discriminant, </a:t>
                </a:r>
                <a14:m>
                  <m:oMath xmlns:m="http://schemas.openxmlformats.org/officeDocument/2006/math">
                    <m:r>
                      <a:rPr lang="en-GB" sz="1600" i="1" smtClean="0">
                        <a:latin typeface="Cambria Math" panose="02040503050406030204" pitchFamily="18" charset="0"/>
                        <a:ea typeface="Cambria Math" panose="02040503050406030204" pitchFamily="18" charset="0"/>
                      </a:rPr>
                      <m:t>𝒟</m:t>
                    </m:r>
                    <m:r>
                      <a:rPr lang="en-GB" sz="1600" b="0" i="1" smtClean="0">
                        <a:latin typeface="Cambria Math" panose="02040503050406030204" pitchFamily="18" charset="0"/>
                        <a:ea typeface="Cambria Math" panose="02040503050406030204" pitchFamily="18" charset="0"/>
                      </a:rPr>
                      <m:t>=</m:t>
                    </m:r>
                    <m:sSup>
                      <m:sSupPr>
                        <m:ctrlPr>
                          <a:rPr lang="en-GB" sz="1600" b="0" i="1" smtClean="0">
                            <a:latin typeface="Cambria Math" panose="02040503050406030204" pitchFamily="18" charset="0"/>
                            <a:ea typeface="Cambria Math" panose="02040503050406030204" pitchFamily="18" charset="0"/>
                          </a:rPr>
                        </m:ctrlPr>
                      </m:sSupPr>
                      <m:e>
                        <m:r>
                          <a:rPr lang="en-GB" sz="1600" b="0" i="1" smtClean="0">
                            <a:latin typeface="Cambria Math" panose="02040503050406030204" pitchFamily="18" charset="0"/>
                            <a:ea typeface="Cambria Math" panose="02040503050406030204" pitchFamily="18" charset="0"/>
                          </a:rPr>
                          <m:t>𝐵</m:t>
                        </m:r>
                      </m:e>
                      <m:sup>
                        <m:r>
                          <a:rPr lang="en-GB" sz="1600" b="0" i="1" smtClean="0">
                            <a:latin typeface="Cambria Math" panose="02040503050406030204" pitchFamily="18" charset="0"/>
                            <a:ea typeface="Cambria Math" panose="02040503050406030204" pitchFamily="18" charset="0"/>
                          </a:rPr>
                          <m:t>2</m:t>
                        </m:r>
                      </m:sup>
                    </m:sSup>
                    <m:r>
                      <a:rPr lang="en-GB" sz="1600" b="0" i="1" smtClean="0">
                        <a:latin typeface="Cambria Math" panose="02040503050406030204" pitchFamily="18" charset="0"/>
                        <a:ea typeface="Cambria Math" panose="02040503050406030204" pitchFamily="18" charset="0"/>
                      </a:rPr>
                      <m:t>−4</m:t>
                    </m:r>
                    <m:r>
                      <a:rPr lang="en-GB" sz="1600" b="0" i="1" smtClean="0">
                        <a:latin typeface="Cambria Math" panose="02040503050406030204" pitchFamily="18" charset="0"/>
                        <a:ea typeface="Cambria Math" panose="02040503050406030204" pitchFamily="18" charset="0"/>
                      </a:rPr>
                      <m:t>𝐴𝐶</m:t>
                    </m:r>
                  </m:oMath>
                </a14:m>
                <a:r>
                  <a:rPr lang="en-GB" sz="1600" dirty="0"/>
                  <a:t>, determines the shape:</a:t>
                </a:r>
              </a:p>
              <a:p>
                <a:pPr lvl="2"/>
                <a14:m>
                  <m:oMath xmlns:m="http://schemas.openxmlformats.org/officeDocument/2006/math">
                    <m:r>
                      <a:rPr lang="en-GB" sz="1600" i="1" dirty="0" smtClean="0">
                        <a:latin typeface="Cambria Math" panose="02040503050406030204" pitchFamily="18" charset="0"/>
                        <a:ea typeface="Cambria Math" panose="02040503050406030204" pitchFamily="18" charset="0"/>
                      </a:rPr>
                      <m:t>𝒟</m:t>
                    </m:r>
                    <m:r>
                      <a:rPr lang="en-GB" sz="1600" i="1" dirty="0" smtClean="0">
                        <a:latin typeface="Cambria Math" panose="02040503050406030204" pitchFamily="18" charset="0"/>
                      </a:rPr>
                      <m:t>&lt;0</m:t>
                    </m:r>
                  </m:oMath>
                </a14:m>
                <a:r>
                  <a:rPr lang="en-GB" sz="1600" dirty="0"/>
                  <a:t>:  Ellipse</a:t>
                </a:r>
              </a:p>
              <a:p>
                <a:pPr lvl="2"/>
                <a14:m>
                  <m:oMath xmlns:m="http://schemas.openxmlformats.org/officeDocument/2006/math">
                    <m:r>
                      <a:rPr lang="en-GB" sz="1600" i="1" dirty="0">
                        <a:latin typeface="Cambria Math" panose="02040503050406030204" pitchFamily="18" charset="0"/>
                        <a:ea typeface="Cambria Math" panose="02040503050406030204" pitchFamily="18" charset="0"/>
                      </a:rPr>
                      <m:t>𝒟</m:t>
                    </m:r>
                    <m:r>
                      <a:rPr lang="en-GB" sz="1600" b="0" i="1" dirty="0" smtClean="0">
                        <a:latin typeface="Cambria Math" panose="02040503050406030204" pitchFamily="18" charset="0"/>
                        <a:ea typeface="Cambria Math" panose="02040503050406030204" pitchFamily="18" charset="0"/>
                      </a:rPr>
                      <m:t>=</m:t>
                    </m:r>
                    <m:r>
                      <a:rPr lang="en-GB" sz="1600" i="1" dirty="0">
                        <a:latin typeface="Cambria Math" panose="02040503050406030204" pitchFamily="18" charset="0"/>
                      </a:rPr>
                      <m:t>0 </m:t>
                    </m:r>
                  </m:oMath>
                </a14:m>
                <a:r>
                  <a:rPr lang="en-GB" sz="1600" dirty="0"/>
                  <a:t>:  Parabola</a:t>
                </a:r>
              </a:p>
              <a:p>
                <a:pPr lvl="2"/>
                <a14:m>
                  <m:oMath xmlns:m="http://schemas.openxmlformats.org/officeDocument/2006/math">
                    <m:r>
                      <a:rPr lang="en-GB" sz="1600" i="1" dirty="0">
                        <a:latin typeface="Cambria Math" panose="02040503050406030204" pitchFamily="18" charset="0"/>
                        <a:ea typeface="Cambria Math" panose="02040503050406030204" pitchFamily="18" charset="0"/>
                      </a:rPr>
                      <m:t>𝒟</m:t>
                    </m:r>
                    <m:r>
                      <a:rPr lang="en-GB" sz="1600" b="0" i="1" dirty="0" smtClean="0">
                        <a:latin typeface="Cambria Math" panose="02040503050406030204" pitchFamily="18" charset="0"/>
                        <a:ea typeface="Cambria Math" panose="02040503050406030204" pitchFamily="18" charset="0"/>
                      </a:rPr>
                      <m:t>&gt;</m:t>
                    </m:r>
                    <m:r>
                      <a:rPr lang="en-GB" sz="1600" i="1" dirty="0">
                        <a:latin typeface="Cambria Math" panose="02040503050406030204" pitchFamily="18" charset="0"/>
                      </a:rPr>
                      <m:t>0 </m:t>
                    </m:r>
                  </m:oMath>
                </a14:m>
                <a:r>
                  <a:rPr lang="en-GB" sz="1600" dirty="0"/>
                  <a:t>:  Hyperbola</a:t>
                </a:r>
              </a:p>
            </p:txBody>
          </p:sp>
        </mc:Choice>
        <mc:Fallback xmlns="">
          <p:sp>
            <p:nvSpPr>
              <p:cNvPr id="3" name="Content Placeholder 3">
                <a:extLst>
                  <a:ext uri="{FF2B5EF4-FFF2-40B4-BE49-F238E27FC236}">
                    <a16:creationId xmlns:a16="http://schemas.microsoft.com/office/drawing/2014/main" id="{2565BDA4-F961-DD5A-78A7-39903BB5DE16}"/>
                  </a:ext>
                </a:extLst>
              </p:cNvPr>
              <p:cNvSpPr txBox="1">
                <a:spLocks noRot="1" noChangeAspect="1" noMove="1" noResize="1" noEditPoints="1" noAdjustHandles="1" noChangeArrowheads="1" noChangeShapeType="1" noTextEdit="1"/>
              </p:cNvSpPr>
              <p:nvPr/>
            </p:nvSpPr>
            <p:spPr>
              <a:xfrm>
                <a:off x="417501" y="3588798"/>
                <a:ext cx="10252599" cy="3982289"/>
              </a:xfrm>
              <a:prstGeom prst="rect">
                <a:avLst/>
              </a:prstGeom>
              <a:blipFill>
                <a:blip r:embed="rId3"/>
                <a:stretch>
                  <a:fillRect l="-238"/>
                </a:stretch>
              </a:blipFill>
            </p:spPr>
            <p:txBody>
              <a:bodyPr/>
              <a:lstStyle/>
              <a:p>
                <a:r>
                  <a:rPr lang="en-US">
                    <a:noFill/>
                  </a:rPr>
                  <a:t> </a:t>
                </a:r>
              </a:p>
            </p:txBody>
          </p:sp>
        </mc:Fallback>
      </mc:AlternateContent>
      <p:pic>
        <p:nvPicPr>
          <p:cNvPr id="9" name="Picture 8" descr="The image shows a series of three geometric shapes, each with a cylindrical structure and a central point, where the second shape has a cross-sectional view, and the third shape is a three-dimensional representation.&#10;&#10;AI-generated content may be incorrect.">
            <a:extLst>
              <a:ext uri="{FF2B5EF4-FFF2-40B4-BE49-F238E27FC236}">
                <a16:creationId xmlns:a16="http://schemas.microsoft.com/office/drawing/2014/main" id="{AB37922A-F482-5C4C-EA98-FBFECE609A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45704" y="2497823"/>
            <a:ext cx="3856817" cy="38568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 linear second-order PDEs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5" y="2594517"/>
                <a:ext cx="11248980" cy="3928768"/>
              </a:xfrm>
            </p:spPr>
            <p:txBody>
              <a:bodyPr wrap="square">
                <a:normAutofit/>
              </a:bodyPr>
              <a:lstStyle/>
              <a:p>
                <a:r>
                  <a:rPr lang="en-GB" sz="1600" dirty="0"/>
                  <a:t>There is a similarity between conic sections and linear second-order PDEs</a:t>
                </a:r>
              </a:p>
              <a:p>
                <a:endParaRPr lang="en-GB" sz="1600" dirty="0"/>
              </a:p>
              <a:p>
                <a:endParaRPr lang="en-GB" sz="1600" dirty="0"/>
              </a:p>
              <a:p>
                <a:r>
                  <a:rPr lang="en-GB" sz="1600" dirty="0"/>
                  <a:t>We can still consider the discriminant, </a:t>
                </a:r>
                <a14:m>
                  <m:oMath xmlns:m="http://schemas.openxmlformats.org/officeDocument/2006/math">
                    <m:r>
                      <a:rPr lang="en-GB" sz="1600" i="1">
                        <a:latin typeface="Cambria Math" panose="02040503050406030204" pitchFamily="18" charset="0"/>
                        <a:ea typeface="Cambria Math" panose="02040503050406030204" pitchFamily="18" charset="0"/>
                      </a:rPr>
                      <m:t>𝒟</m:t>
                    </m:r>
                    <m:r>
                      <a:rPr lang="en-GB" sz="1600" i="1">
                        <a:latin typeface="Cambria Math" panose="02040503050406030204" pitchFamily="18" charset="0"/>
                        <a:ea typeface="Cambria Math" panose="02040503050406030204" pitchFamily="18" charset="0"/>
                      </a:rPr>
                      <m:t>=</m:t>
                    </m:r>
                    <m:sSup>
                      <m:sSupPr>
                        <m:ctrlPr>
                          <a:rPr lang="ar-AE" sz="1600" i="1">
                            <a:latin typeface="Cambria Math" panose="02040503050406030204" pitchFamily="18" charset="0"/>
                            <a:ea typeface="Cambria Math" panose="02040503050406030204" pitchFamily="18" charset="0"/>
                          </a:rPr>
                        </m:ctrlPr>
                      </m:sSupPr>
                      <m:e>
                        <m:r>
                          <a:rPr lang="ar-AE" sz="1600" i="1">
                            <a:latin typeface="Cambria Math" panose="02040503050406030204" pitchFamily="18" charset="0"/>
                            <a:ea typeface="Cambria Math" panose="02040503050406030204" pitchFamily="18" charset="0"/>
                          </a:rPr>
                          <m:t>𝐵</m:t>
                        </m:r>
                      </m:e>
                      <m:sup>
                        <m:r>
                          <a:rPr lang="ar-AE" sz="1600" i="1">
                            <a:latin typeface="Cambria Math" panose="02040503050406030204" pitchFamily="18" charset="0"/>
                            <a:ea typeface="Cambria Math" panose="02040503050406030204" pitchFamily="18" charset="0"/>
                          </a:rPr>
                          <m:t>2</m:t>
                        </m:r>
                      </m:sup>
                    </m:sSup>
                    <m:r>
                      <a:rPr lang="ar-AE" sz="1600" i="1">
                        <a:latin typeface="Cambria Math" panose="02040503050406030204" pitchFamily="18" charset="0"/>
                        <a:ea typeface="Cambria Math" panose="02040503050406030204" pitchFamily="18" charset="0"/>
                      </a:rPr>
                      <m:t>−4</m:t>
                    </m:r>
                    <m:r>
                      <a:rPr lang="ar-AE" sz="1600" i="1">
                        <a:latin typeface="Cambria Math" panose="02040503050406030204" pitchFamily="18" charset="0"/>
                        <a:ea typeface="Cambria Math" panose="02040503050406030204" pitchFamily="18" charset="0"/>
                      </a:rPr>
                      <m:t>𝐴𝐶</m:t>
                    </m:r>
                    <m:r>
                      <a:rPr lang="ar-AE" sz="1600" b="0" i="0" smtClean="0">
                        <a:latin typeface="Cambria Math" panose="02040503050406030204" pitchFamily="18" charset="0"/>
                        <a:ea typeface="Cambria Math" panose="02040503050406030204" pitchFamily="18" charset="0"/>
                      </a:rPr>
                      <m:t>,</m:t>
                    </m:r>
                  </m:oMath>
                </a14:m>
                <a:r>
                  <a:rPr lang="ar-AE" sz="1600" dirty="0"/>
                  <a:t> </a:t>
                </a:r>
                <a:r>
                  <a:rPr lang="en-GB" sz="1600" dirty="0"/>
                  <a:t>now we have</a:t>
                </a:r>
              </a:p>
              <a:p>
                <a:pPr lvl="2"/>
                <a14:m>
                  <m:oMath xmlns:m="http://schemas.openxmlformats.org/officeDocument/2006/math">
                    <m:r>
                      <a:rPr lang="en-GB" sz="1600" i="1" dirty="0">
                        <a:latin typeface="Cambria Math" panose="02040503050406030204" pitchFamily="18" charset="0"/>
                        <a:ea typeface="Cambria Math" panose="02040503050406030204" pitchFamily="18" charset="0"/>
                      </a:rPr>
                      <m:t>𝒟</m:t>
                    </m:r>
                    <m:r>
                      <a:rPr lang="en-GB" sz="1600" i="1" dirty="0">
                        <a:latin typeface="Cambria Math" panose="02040503050406030204" pitchFamily="18" charset="0"/>
                      </a:rPr>
                      <m:t>&lt;0</m:t>
                    </m:r>
                  </m:oMath>
                </a14:m>
                <a:r>
                  <a:rPr lang="en-GB" sz="1600" dirty="0"/>
                  <a:t>:  Elliptic equation</a:t>
                </a:r>
              </a:p>
              <a:p>
                <a:pPr lvl="2"/>
                <a14:m>
                  <m:oMath xmlns:m="http://schemas.openxmlformats.org/officeDocument/2006/math">
                    <m:r>
                      <a:rPr lang="en-GB" sz="1600" i="1" dirty="0">
                        <a:latin typeface="Cambria Math" panose="02040503050406030204" pitchFamily="18" charset="0"/>
                        <a:ea typeface="Cambria Math" panose="02040503050406030204" pitchFamily="18" charset="0"/>
                      </a:rPr>
                      <m:t>𝒟</m:t>
                    </m:r>
                    <m:r>
                      <a:rPr lang="en-GB" sz="1600" i="1" dirty="0">
                        <a:latin typeface="Cambria Math" panose="02040503050406030204" pitchFamily="18" charset="0"/>
                        <a:ea typeface="Cambria Math" panose="02040503050406030204" pitchFamily="18" charset="0"/>
                      </a:rPr>
                      <m:t>=0 </m:t>
                    </m:r>
                  </m:oMath>
                </a14:m>
                <a:r>
                  <a:rPr lang="en-GB" sz="1600" dirty="0"/>
                  <a:t>:  Parabolic equation</a:t>
                </a:r>
              </a:p>
              <a:p>
                <a:pPr lvl="2"/>
                <a14:m>
                  <m:oMath xmlns:m="http://schemas.openxmlformats.org/officeDocument/2006/math">
                    <m:r>
                      <a:rPr lang="en-GB" sz="1600" i="1" dirty="0">
                        <a:latin typeface="Cambria Math" panose="02040503050406030204" pitchFamily="18" charset="0"/>
                        <a:ea typeface="Cambria Math" panose="02040503050406030204" pitchFamily="18" charset="0"/>
                      </a:rPr>
                      <m:t>𝒟</m:t>
                    </m:r>
                    <m:r>
                      <a:rPr lang="en-GB" sz="1600" i="1" dirty="0">
                        <a:latin typeface="Cambria Math" panose="02040503050406030204" pitchFamily="18" charset="0"/>
                        <a:ea typeface="Cambria Math" panose="02040503050406030204" pitchFamily="18" charset="0"/>
                      </a:rPr>
                      <m:t>&gt;0 </m:t>
                    </m:r>
                  </m:oMath>
                </a14:m>
                <a:r>
                  <a:rPr lang="en-GB" sz="1600" dirty="0"/>
                  <a:t>:  Hyperbolic equation</a:t>
                </a:r>
              </a:p>
              <a:p>
                <a:r>
                  <a:rPr lang="en-GB" sz="1600" dirty="0"/>
                  <a:t>However, this is a very limited set of equations — what happens if you are modelling something that is not two-dimensional, not linear, not second order and/or not a single variable?</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5" y="2594517"/>
                <a:ext cx="11248980" cy="3928768"/>
              </a:xfrm>
              <a:blipFill>
                <a:blip r:embed="rId2"/>
                <a:stretch>
                  <a:fillRect l="-217"/>
                </a:stretch>
              </a:blipFill>
            </p:spPr>
            <p:txBody>
              <a:bodyPr/>
              <a:lstStyle/>
              <a:p>
                <a:r>
                  <a:rPr lang="en-US">
                    <a:noFill/>
                  </a:rPr>
                  <a:t> </a:t>
                </a:r>
              </a:p>
            </p:txBody>
          </p:sp>
        </mc:Fallback>
      </mc:AlternateContent>
      <p:pic>
        <p:nvPicPr>
          <p:cNvPr id="6" name="Picture 5" descr="2183ed00e9297e2e.png"/>
          <p:cNvPicPr>
            <a:picLocks noChangeAspect="1"/>
          </p:cNvPicPr>
          <p:nvPr/>
        </p:nvPicPr>
        <p:blipFill>
          <a:blip r:embed="rId3"/>
          <a:stretch>
            <a:fillRect/>
          </a:stretch>
        </p:blipFill>
        <p:spPr>
          <a:xfrm>
            <a:off x="3611880" y="1951666"/>
            <a:ext cx="5120640" cy="363539"/>
          </a:xfrm>
          <a:prstGeom prst="rect">
            <a:avLst/>
          </a:prstGeom>
        </p:spPr>
      </p:pic>
      <p:pic>
        <p:nvPicPr>
          <p:cNvPr id="7" name="Picture 6" descr="bd19be60298bf84b.png"/>
          <p:cNvPicPr>
            <a:picLocks noChangeAspect="1"/>
          </p:cNvPicPr>
          <p:nvPr/>
        </p:nvPicPr>
        <p:blipFill>
          <a:blip r:embed="rId4"/>
          <a:stretch>
            <a:fillRect/>
          </a:stretch>
        </p:blipFill>
        <p:spPr>
          <a:xfrm>
            <a:off x="3535680" y="3236300"/>
            <a:ext cx="5120640" cy="6184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3E7F7-A904-ED33-5712-CF3F9100B3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F64CEA-63A1-D258-EF31-D976CE6065E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Classification of the Laplacian</a:t>
            </a:r>
          </a:p>
        </p:txBody>
      </p:sp>
    </p:spTree>
    <p:extLst>
      <p:ext uri="{BB962C8B-B14F-4D97-AF65-F5344CB8AC3E}">
        <p14:creationId xmlns:p14="http://schemas.microsoft.com/office/powerpoint/2010/main" val="427532353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Classification — systems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4" y="1852453"/>
                <a:ext cx="11236365" cy="4390691"/>
              </a:xfrm>
            </p:spPr>
            <p:txBody>
              <a:bodyPr wrap="square">
                <a:normAutofit fontScale="92500" lnSpcReduction="10000"/>
              </a:bodyPr>
              <a:lstStyle/>
              <a:p>
                <a:r>
                  <a:rPr sz="1600" dirty="0"/>
                  <a:t>Full classification of PDEs involves analysis of </a:t>
                </a:r>
                <a:r>
                  <a:rPr sz="1600" b="1" dirty="0"/>
                  <a:t>characteristics</a:t>
                </a:r>
                <a:r>
                  <a:rPr sz="1600" dirty="0"/>
                  <a:t> (which govern information propagation) — this can get complex very quickly</a:t>
                </a:r>
              </a:p>
              <a:p>
                <a:r>
                  <a:rPr lang="en-GB" sz="1600" dirty="0"/>
                  <a:t>However, sometimes equations can be written in the form:</a:t>
                </a:r>
              </a:p>
              <a:p>
                <a:endParaRPr lang="en-GB" sz="1600" dirty="0"/>
              </a:p>
              <a:p>
                <a:r>
                  <a:rPr lang="en-GB" sz="1600" dirty="0"/>
                  <a:t>With a bit of multivariable chain rule, this can be expressed as</a:t>
                </a:r>
                <a:endParaRPr sz="1600" dirty="0"/>
              </a:p>
              <a:p>
                <a:endParaRPr lang="en-GB" sz="1600" dirty="0"/>
              </a:p>
              <a:p>
                <a:r>
                  <a:rPr sz="1600" dirty="0"/>
                  <a:t>The eigenvalues of the Jacobian matrix </a:t>
                </a:r>
                <a14:m>
                  <m:oMath xmlns:m="http://schemas.openxmlformats.org/officeDocument/2006/math">
                    <m:r>
                      <a:rPr lang="en-GB" sz="1600" i="1" dirty="0" smtClean="0">
                        <a:latin typeface="Cambria Math" panose="02040503050406030204" pitchFamily="18" charset="0"/>
                      </a:rPr>
                      <m:t>𝜕</m:t>
                    </m:r>
                    <m:r>
                      <a:rPr lang="en-GB" sz="1600" b="1" i="0" dirty="0" smtClean="0">
                        <a:latin typeface="Cambria Math" panose="02040503050406030204" pitchFamily="18" charset="0"/>
                      </a:rPr>
                      <m:t>𝐟</m:t>
                    </m:r>
                    <m:r>
                      <a:rPr lang="en-GB" sz="1600" i="1" dirty="0" smtClean="0">
                        <a:latin typeface="Cambria Math" panose="02040503050406030204" pitchFamily="18" charset="0"/>
                      </a:rPr>
                      <m:t>/</m:t>
                    </m:r>
                    <m:r>
                      <a:rPr lang="en-GB" sz="1600" i="1" dirty="0" smtClean="0">
                        <a:latin typeface="Cambria Math" panose="02040503050406030204" pitchFamily="18" charset="0"/>
                      </a:rPr>
                      <m:t>𝜕</m:t>
                    </m:r>
                    <m:r>
                      <a:rPr lang="en-GB" sz="1600" b="1" i="0" dirty="0" smtClean="0">
                        <a:latin typeface="Cambria Math" panose="02040503050406030204" pitchFamily="18" charset="0"/>
                      </a:rPr>
                      <m:t>𝐮</m:t>
                    </m:r>
                  </m:oMath>
                </a14:m>
                <a:r>
                  <a:rPr sz="1600" dirty="0"/>
                  <a:t> </a:t>
                </a:r>
                <a:r>
                  <a:rPr lang="en-GB" sz="1600" b="1" dirty="0"/>
                  <a:t>mi</a:t>
                </a:r>
                <a:r>
                  <a:rPr sz="1600" b="1" dirty="0" err="1"/>
                  <a:t>ght</a:t>
                </a:r>
                <a:r>
                  <a:rPr sz="1600" dirty="0"/>
                  <a:t> allow us to classify the system of PDEs:</a:t>
                </a:r>
              </a:p>
              <a:p>
                <a:pPr lvl="2"/>
                <a:r>
                  <a:rPr sz="1700" dirty="0">
                    <a:latin typeface="Arial" panose="020B0604020202020204" pitchFamily="34" charset="0"/>
                    <a:cs typeface="Arial" panose="020B0604020202020204" pitchFamily="34" charset="0"/>
                  </a:rPr>
                  <a:t>All purely complex:  Elliptic system</a:t>
                </a:r>
              </a:p>
              <a:p>
                <a:pPr lvl="2"/>
                <a:r>
                  <a:rPr sz="1700" dirty="0">
                    <a:latin typeface="Arial" panose="020B0604020202020204" pitchFamily="34" charset="0"/>
                    <a:cs typeface="Arial" panose="020B0604020202020204" pitchFamily="34" charset="0"/>
                  </a:rPr>
                  <a:t>All real and distinct:  Hyperbolic system</a:t>
                </a:r>
              </a:p>
              <a:p>
                <a:r>
                  <a:rPr sz="1600" dirty="0"/>
                  <a:t>Other classifications are not so straightforward, and need more investigation </a:t>
                </a:r>
                <a:r>
                  <a:rPr lang="en-GB" sz="1600" dirty="0"/>
                  <a:t>–</a:t>
                </a:r>
                <a:r>
                  <a:rPr sz="1600" dirty="0"/>
                  <a:t> nonlinear equations could sometimes have conditionally real eigenvalues, i.e. some physical situations could provide imaginary values</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4" y="1852453"/>
                <a:ext cx="11236365" cy="4390691"/>
              </a:xfrm>
              <a:blipFill>
                <a:blip r:embed="rId2"/>
                <a:stretch>
                  <a:fillRect l="-163"/>
                </a:stretch>
              </a:blipFill>
            </p:spPr>
            <p:txBody>
              <a:bodyPr/>
              <a:lstStyle/>
              <a:p>
                <a:r>
                  <a:rPr lang="en-US">
                    <a:noFill/>
                  </a:rPr>
                  <a:t> </a:t>
                </a:r>
              </a:p>
            </p:txBody>
          </p:sp>
        </mc:Fallback>
      </mc:AlternateContent>
      <p:pic>
        <p:nvPicPr>
          <p:cNvPr id="6" name="Picture 5" descr="be83979e74e8bbfa.png"/>
          <p:cNvPicPr>
            <a:picLocks noChangeAspect="1"/>
          </p:cNvPicPr>
          <p:nvPr/>
        </p:nvPicPr>
        <p:blipFill>
          <a:blip r:embed="rId3"/>
          <a:stretch>
            <a:fillRect/>
          </a:stretch>
        </p:blipFill>
        <p:spPr>
          <a:xfrm>
            <a:off x="6172200" y="2531504"/>
            <a:ext cx="2716399" cy="768038"/>
          </a:xfrm>
          <a:prstGeom prst="rect">
            <a:avLst/>
          </a:prstGeom>
        </p:spPr>
      </p:pic>
      <p:pic>
        <p:nvPicPr>
          <p:cNvPr id="7" name="Picture 6" descr="4953b4f17e62f576.png"/>
          <p:cNvPicPr>
            <a:picLocks noChangeAspect="1"/>
          </p:cNvPicPr>
          <p:nvPr/>
        </p:nvPicPr>
        <p:blipFill>
          <a:blip r:embed="rId4"/>
          <a:stretch>
            <a:fillRect/>
          </a:stretch>
        </p:blipFill>
        <p:spPr>
          <a:xfrm>
            <a:off x="6172200" y="3523406"/>
            <a:ext cx="2788920" cy="7704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46E4D-8E9B-6ACD-415A-45E515AC48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DCFBDB-D2AF-5F5D-0293-6B7321404BBA}"/>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Classification of simple PDEs</a:t>
            </a:r>
          </a:p>
        </p:txBody>
      </p:sp>
    </p:spTree>
    <p:extLst>
      <p:ext uri="{BB962C8B-B14F-4D97-AF65-F5344CB8AC3E}">
        <p14:creationId xmlns:p14="http://schemas.microsoft.com/office/powerpoint/2010/main" val="300462296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Different Forms for PDEs</a:t>
            </a:r>
          </a:p>
        </p:txBody>
      </p:sp>
      <p:pic>
        <p:nvPicPr>
          <p:cNvPr id="4" name="Picture 3" descr="The image depicts a colorful, curved wave pattern with mathematical symbols and equations, illustrating different types of partial differential equations: hyperbolic, parabolic, and elliptic.&#10;&#10;AI-generated content may be incorrect.">
            <a:extLst>
              <a:ext uri="{FF2B5EF4-FFF2-40B4-BE49-F238E27FC236}">
                <a16:creationId xmlns:a16="http://schemas.microsoft.com/office/drawing/2014/main" id="{D2979338-C7B2-8BD1-17FA-B8144924A15D}"/>
              </a:ext>
            </a:extLst>
          </p:cNvPr>
          <p:cNvPicPr>
            <a:picLocks noChangeAspect="1"/>
          </p:cNvPicPr>
          <p:nvPr/>
        </p:nvPicPr>
        <p:blipFill>
          <a:blip r:embed="rId2"/>
          <a:stretch>
            <a:fillRect/>
          </a:stretch>
        </p:blipFill>
        <p:spPr>
          <a:xfrm>
            <a:off x="2598057" y="2763981"/>
            <a:ext cx="6995886" cy="38159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Different forms of PDEs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1930400"/>
                <a:ext cx="10439183" cy="4506686"/>
              </a:xfrm>
            </p:spPr>
            <p:txBody>
              <a:bodyPr wrap="square">
                <a:normAutofit/>
              </a:bodyPr>
              <a:lstStyle/>
              <a:p>
                <a:r>
                  <a:rPr sz="1600" dirty="0"/>
                  <a:t>Throughout the </a:t>
                </a:r>
                <a:r>
                  <a:rPr lang="en-GB" sz="1600" dirty="0"/>
                  <a:t>MPhil in Scientific Computing</a:t>
                </a:r>
                <a:r>
                  <a:rPr sz="1600" dirty="0"/>
                  <a:t>, you will be looking at solutions to various partial differential equations</a:t>
                </a:r>
              </a:p>
              <a:p>
                <a:r>
                  <a:rPr sz="1600" dirty="0"/>
                  <a:t>In general, these can all be written in a form which looks like</a:t>
                </a:r>
              </a:p>
              <a:p>
                <a:r>
                  <a:rPr sz="1600" dirty="0"/>
                  <a:t>They will not always look like this, though</a:t>
                </a:r>
              </a:p>
              <a:p>
                <a:r>
                  <a:rPr sz="1600" dirty="0"/>
                  <a:t>Especially since the term </a:t>
                </a:r>
                <a14:m>
                  <m:oMath xmlns:m="http://schemas.openxmlformats.org/officeDocument/2006/math">
                    <m:r>
                      <a:rPr lang="en-GB" sz="1600" b="1" i="0" dirty="0" smtClean="0">
                        <a:latin typeface="Cambria Math" panose="02040503050406030204" pitchFamily="18" charset="0"/>
                      </a:rPr>
                      <m:t>𝐬</m:t>
                    </m:r>
                    <m:r>
                      <a:rPr lang="en-GB" sz="1600" i="1" dirty="0" smtClean="0">
                        <a:latin typeface="Cambria Math" panose="02040503050406030204" pitchFamily="18" charset="0"/>
                      </a:rPr>
                      <m:t>(</m:t>
                    </m:r>
                    <m:r>
                      <a:rPr lang="en-GB" sz="1600" b="1" i="0" dirty="0" smtClean="0">
                        <a:latin typeface="Cambria Math" panose="02040503050406030204" pitchFamily="18" charset="0"/>
                      </a:rPr>
                      <m:t>𝐮</m:t>
                    </m:r>
                    <m:r>
                      <a:rPr lang="en-GB" sz="1600" i="1" dirty="0" smtClean="0">
                        <a:latin typeface="Cambria Math" panose="02040503050406030204" pitchFamily="18" charset="0"/>
                      </a:rPr>
                      <m:t>)</m:t>
                    </m:r>
                  </m:oMath>
                </a14:m>
                <a:r>
                  <a:rPr sz="1600" dirty="0"/>
                  <a:t> can hide anything that is not a time derivative or divergence of a quantity</a:t>
                </a:r>
              </a:p>
              <a:p>
                <a:r>
                  <a:rPr sz="1600" dirty="0"/>
                  <a:t>However, </a:t>
                </a:r>
                <a:r>
                  <a:rPr lang="en-GB" sz="1600" dirty="0"/>
                  <a:t>no matter </a:t>
                </a:r>
                <a:r>
                  <a:rPr sz="1600" dirty="0"/>
                  <a:t>whether you start from the</a:t>
                </a:r>
                <a:r>
                  <a:rPr lang="en-GB" sz="1600" dirty="0"/>
                  <a:t> Boltzmann equation,</a:t>
                </a:r>
                <a:r>
                  <a:rPr sz="1600" dirty="0"/>
                  <a:t> Navier–Stokes equations, Maxwell's equations or even Einstein's field equations</a:t>
                </a:r>
                <a:r>
                  <a:rPr lang="en-GB" sz="1600" dirty="0"/>
                  <a:t>, they can all be </a:t>
                </a:r>
                <a:r>
                  <a:rPr sz="1600" dirty="0"/>
                  <a:t>written in this form (in some cases, with considerable effort)</a:t>
                </a:r>
                <a:endParaRPr lang="en-GB" sz="1600" dirty="0"/>
              </a:p>
              <a:p>
                <a:r>
                  <a:rPr lang="en-GB" sz="1600" dirty="0"/>
                  <a:t>The reason we split up equations like this is because each term contributes something specific to the solution, and we can investigate this behaviour in isolation</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1930400"/>
                <a:ext cx="10439183" cy="4506686"/>
              </a:xfrm>
              <a:blipFill>
                <a:blip r:embed="rId2"/>
                <a:stretch>
                  <a:fillRect l="-234"/>
                </a:stretch>
              </a:blipFill>
            </p:spPr>
            <p:txBody>
              <a:bodyPr/>
              <a:lstStyle/>
              <a:p>
                <a:r>
                  <a:rPr lang="en-US">
                    <a:noFill/>
                  </a:rPr>
                  <a:t> </a:t>
                </a:r>
              </a:p>
            </p:txBody>
          </p:sp>
        </mc:Fallback>
      </mc:AlternateContent>
      <p:pic>
        <p:nvPicPr>
          <p:cNvPr id="6" name="Picture 5" descr="f9750ac702f01bb5.png"/>
          <p:cNvPicPr>
            <a:picLocks noChangeAspect="1"/>
          </p:cNvPicPr>
          <p:nvPr/>
        </p:nvPicPr>
        <p:blipFill>
          <a:blip r:embed="rId3"/>
          <a:stretch>
            <a:fillRect/>
          </a:stretch>
        </p:blipFill>
        <p:spPr>
          <a:xfrm>
            <a:off x="6368266" y="2667805"/>
            <a:ext cx="2946001" cy="7079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Commonly encountered forms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5" y="2522482"/>
                <a:ext cx="10643584" cy="4023361"/>
              </a:xfrm>
            </p:spPr>
            <p:txBody>
              <a:bodyPr wrap="square">
                <a:normAutofit/>
              </a:bodyPr>
              <a:lstStyle/>
              <a:p>
                <a:r>
                  <a:rPr lang="en-GB" sz="1600" dirty="0"/>
                  <a:t>Identifying behaviour often requires manipulating the equations, which itself involves playing with derivatives and independent variables – it is important to know the various ways in which equations can be expressed</a:t>
                </a:r>
              </a:p>
              <a:p>
                <a:r>
                  <a:rPr lang="en-GB" sz="1600" dirty="0"/>
                  <a:t>For simplicity, we shall consider one dimension, and </a:t>
                </a:r>
                <a14:m>
                  <m:oMath xmlns:m="http://schemas.openxmlformats.org/officeDocument/2006/math">
                    <m:r>
                      <a:rPr lang="en-GB" sz="1600" b="1" i="0" dirty="0" smtClean="0">
                        <a:latin typeface="Cambria Math" panose="02040503050406030204" pitchFamily="18" charset="0"/>
                      </a:rPr>
                      <m:t>𝐬</m:t>
                    </m:r>
                    <m:r>
                      <a:rPr lang="en-GB" sz="1600" i="1" dirty="0" smtClean="0">
                        <a:latin typeface="Cambria Math" panose="02040503050406030204" pitchFamily="18" charset="0"/>
                      </a:rPr>
                      <m:t>=</m:t>
                    </m:r>
                    <m:r>
                      <a:rPr lang="en-GB" sz="1600" b="1" i="1" dirty="0" smtClean="0">
                        <a:latin typeface="Cambria Math" panose="02040503050406030204" pitchFamily="18" charset="0"/>
                      </a:rPr>
                      <m:t>𝟎</m:t>
                    </m:r>
                  </m:oMath>
                </a14:m>
                <a:r>
                  <a:rPr lang="en-GB" sz="1600" b="1" dirty="0"/>
                  <a:t>, </a:t>
                </a:r>
                <a:r>
                  <a:rPr lang="en-GB" sz="1600" dirty="0"/>
                  <a:t>but the way we manipulate derivatives here will also apply to any in this </a:t>
                </a:r>
                <a14:m>
                  <m:oMath xmlns:m="http://schemas.openxmlformats.org/officeDocument/2006/math">
                    <m:r>
                      <a:rPr lang="en-GB" sz="1600" b="1" i="0" smtClean="0">
                        <a:latin typeface="Cambria Math" panose="02040503050406030204" pitchFamily="18" charset="0"/>
                      </a:rPr>
                      <m:t>𝐬</m:t>
                    </m:r>
                  </m:oMath>
                </a14:m>
                <a:r>
                  <a:rPr lang="en-GB" sz="1600" dirty="0"/>
                  <a:t> term</a:t>
                </a:r>
              </a:p>
              <a:p>
                <a:r>
                  <a:rPr lang="en-GB" sz="1600" dirty="0"/>
                  <a:t>So, starting from </a:t>
                </a:r>
              </a:p>
              <a:p>
                <a:r>
                  <a:rPr lang="en-GB" sz="1600" dirty="0"/>
                  <a:t>We could get:</a:t>
                </a:r>
              </a:p>
              <a:p>
                <a:endParaRPr lang="en-GB" sz="1600" dirty="0"/>
              </a:p>
              <a:p>
                <a:r>
                  <a:rPr lang="en-GB" sz="1600" dirty="0"/>
                  <a:t>These forms may allow for accurate numerical solution, analysis of the equations, or even identification of analytic solutions – we shall consider how, and why, we want these</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5" y="2522482"/>
                <a:ext cx="10643584" cy="4023361"/>
              </a:xfrm>
              <a:blipFill>
                <a:blip r:embed="rId2"/>
                <a:stretch>
                  <a:fillRect l="-229" r="-687" b="-758"/>
                </a:stretch>
              </a:blipFill>
            </p:spPr>
            <p:txBody>
              <a:bodyPr/>
              <a:lstStyle/>
              <a:p>
                <a:r>
                  <a:rPr lang="en-US">
                    <a:noFill/>
                  </a:rPr>
                  <a:t> </a:t>
                </a:r>
              </a:p>
            </p:txBody>
          </p:sp>
        </mc:Fallback>
      </mc:AlternateContent>
      <p:pic>
        <p:nvPicPr>
          <p:cNvPr id="6" name="Picture 5" descr="e3ce505fb3684871.png"/>
          <p:cNvPicPr>
            <a:picLocks noChangeAspect="1"/>
          </p:cNvPicPr>
          <p:nvPr/>
        </p:nvPicPr>
        <p:blipFill>
          <a:blip r:embed="rId3"/>
          <a:stretch>
            <a:fillRect/>
          </a:stretch>
        </p:blipFill>
        <p:spPr>
          <a:xfrm>
            <a:off x="2442107" y="4326307"/>
            <a:ext cx="2142506" cy="630736"/>
          </a:xfrm>
          <a:prstGeom prst="rect">
            <a:avLst/>
          </a:prstGeom>
        </p:spPr>
      </p:pic>
      <p:pic>
        <p:nvPicPr>
          <p:cNvPr id="7" name="Picture 6" descr="e8719f25084fc7a8.png"/>
          <p:cNvPicPr>
            <a:picLocks noChangeAspect="1"/>
          </p:cNvPicPr>
          <p:nvPr/>
        </p:nvPicPr>
        <p:blipFill>
          <a:blip r:embed="rId4"/>
          <a:stretch>
            <a:fillRect/>
          </a:stretch>
        </p:blipFill>
        <p:spPr>
          <a:xfrm>
            <a:off x="2105424" y="5069888"/>
            <a:ext cx="2200391" cy="624869"/>
          </a:xfrm>
          <a:prstGeom prst="rect">
            <a:avLst/>
          </a:prstGeom>
        </p:spPr>
      </p:pic>
      <p:pic>
        <p:nvPicPr>
          <p:cNvPr id="8" name="Picture 7" descr="6b9fd840569538ab.png"/>
          <p:cNvPicPr>
            <a:picLocks noChangeAspect="1"/>
          </p:cNvPicPr>
          <p:nvPr/>
        </p:nvPicPr>
        <p:blipFill>
          <a:blip r:embed="rId5"/>
          <a:stretch>
            <a:fillRect/>
          </a:stretch>
        </p:blipFill>
        <p:spPr>
          <a:xfrm>
            <a:off x="4639676" y="5069887"/>
            <a:ext cx="2989211" cy="624869"/>
          </a:xfrm>
          <a:prstGeom prst="rect">
            <a:avLst/>
          </a:prstGeom>
        </p:spPr>
      </p:pic>
      <p:pic>
        <p:nvPicPr>
          <p:cNvPr id="9" name="Picture 8" descr="cfada2b49f85082a.png"/>
          <p:cNvPicPr>
            <a:picLocks noChangeAspect="1"/>
          </p:cNvPicPr>
          <p:nvPr/>
        </p:nvPicPr>
        <p:blipFill>
          <a:blip r:embed="rId6"/>
          <a:stretch>
            <a:fillRect/>
          </a:stretch>
        </p:blipFill>
        <p:spPr>
          <a:xfrm>
            <a:off x="8154126" y="5072524"/>
            <a:ext cx="2206972" cy="622232"/>
          </a:xfrm>
          <a:prstGeom prst="rect">
            <a:avLst/>
          </a:prstGeom>
        </p:spPr>
      </p:pic>
      <p:pic>
        <p:nvPicPr>
          <p:cNvPr id="10" name="Picture 9" descr="f9750ac702f01bb5.png">
            <a:extLst>
              <a:ext uri="{FF2B5EF4-FFF2-40B4-BE49-F238E27FC236}">
                <a16:creationId xmlns:a16="http://schemas.microsoft.com/office/drawing/2014/main" id="{6B8F21B7-A0EA-3569-855D-441B014C607A}"/>
              </a:ext>
            </a:extLst>
          </p:cNvPr>
          <p:cNvPicPr>
            <a:picLocks noChangeAspect="1"/>
          </p:cNvPicPr>
          <p:nvPr/>
        </p:nvPicPr>
        <p:blipFill>
          <a:blip r:embed="rId7"/>
          <a:stretch>
            <a:fillRect/>
          </a:stretch>
        </p:blipFill>
        <p:spPr>
          <a:xfrm>
            <a:off x="4432461" y="1701648"/>
            <a:ext cx="2946001" cy="707989"/>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3F4679C-AC5D-BBB6-8301-7639EF18B50B}"/>
                  </a:ext>
                </a:extLst>
              </p:cNvPr>
              <p:cNvSpPr txBox="1"/>
              <p:nvPr/>
            </p:nvSpPr>
            <p:spPr>
              <a:xfrm>
                <a:off x="10263369" y="4431326"/>
                <a:ext cx="1595440" cy="584775"/>
              </a:xfrm>
              <a:prstGeom prst="rect">
                <a:avLst/>
              </a:prstGeom>
              <a:noFill/>
              <a:ln>
                <a:solidFill>
                  <a:schemeClr val="accent1"/>
                </a:solidFill>
              </a:ln>
            </p:spPr>
            <p:txBody>
              <a:bodyPr wrap="square" rtlCol="0">
                <a:spAutoFit/>
              </a:bodyPr>
              <a:lstStyle/>
              <a:p>
                <a:r>
                  <a:rPr lang="en-GB" sz="1600">
                    <a:latin typeface="Arial" panose="020B0604020202020204" pitchFamily="34" charset="0"/>
                    <a:cs typeface="Arial" panose="020B0604020202020204" pitchFamily="34" charset="0"/>
                  </a:rPr>
                  <a:t>Where </a:t>
                </a:r>
                <a14:m>
                  <m:oMath xmlns:m="http://schemas.openxmlformats.org/officeDocument/2006/math">
                    <m:r>
                      <m:rPr>
                        <m:sty m:val="p"/>
                      </m:rPr>
                      <a:rPr lang="en-GB" sz="1600" b="0" i="0" smtClean="0">
                        <a:latin typeface="Cambria Math" panose="02040503050406030204" pitchFamily="18" charset="0"/>
                      </a:rPr>
                      <m:t>Λ</m:t>
                    </m:r>
                  </m:oMath>
                </a14:m>
                <a:r>
                  <a:rPr lang="en-GB" sz="1600">
                    <a:latin typeface="Arial" panose="020B0604020202020204" pitchFamily="34" charset="0"/>
                    <a:cs typeface="Arial" panose="020B0604020202020204" pitchFamily="34" charset="0"/>
                  </a:rPr>
                  <a:t> is a diagonal matrix</a:t>
                </a:r>
              </a:p>
            </p:txBody>
          </p:sp>
        </mc:Choice>
        <mc:Fallback xmlns="">
          <p:sp>
            <p:nvSpPr>
              <p:cNvPr id="11" name="TextBox 10">
                <a:extLst>
                  <a:ext uri="{FF2B5EF4-FFF2-40B4-BE49-F238E27FC236}">
                    <a16:creationId xmlns:a16="http://schemas.microsoft.com/office/drawing/2014/main" id="{E3F4679C-AC5D-BBB6-8301-7639EF18B50B}"/>
                  </a:ext>
                </a:extLst>
              </p:cNvPr>
              <p:cNvSpPr txBox="1">
                <a:spLocks noRot="1" noChangeAspect="1" noMove="1" noResize="1" noEditPoints="1" noAdjustHandles="1" noChangeArrowheads="1" noChangeShapeType="1" noTextEdit="1"/>
              </p:cNvSpPr>
              <p:nvPr/>
            </p:nvSpPr>
            <p:spPr>
              <a:xfrm>
                <a:off x="10263369" y="4431326"/>
                <a:ext cx="1595440" cy="584775"/>
              </a:xfrm>
              <a:prstGeom prst="rect">
                <a:avLst/>
              </a:prstGeom>
              <a:blipFill>
                <a:blip r:embed="rId8"/>
                <a:stretch>
                  <a:fillRect l="-1901" t="-2041" b="-11224"/>
                </a:stretch>
              </a:blipFill>
              <a:ln>
                <a:solidFill>
                  <a:schemeClr val="accent1"/>
                </a:solid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F3E0-522A-FA66-9498-C0B034ADE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3C878-4791-A156-8226-C8F6816A3400}"/>
              </a:ext>
            </a:extLst>
          </p:cNvPr>
          <p:cNvSpPr>
            <a:spLocks noGrp="1"/>
          </p:cNvSpPr>
          <p:nvPr>
            <p:ph type="title"/>
          </p:nvPr>
        </p:nvSpPr>
        <p:spPr/>
        <p:txBody>
          <a:bodyPr/>
          <a:lstStyle/>
          <a:p>
            <a:r>
              <a:t>An example — the shallow water equations</a:t>
            </a:r>
          </a:p>
        </p:txBody>
      </p:sp>
      <p:sp>
        <p:nvSpPr>
          <p:cNvPr id="4" name="Content Placeholder 3">
            <a:extLst>
              <a:ext uri="{FF2B5EF4-FFF2-40B4-BE49-F238E27FC236}">
                <a16:creationId xmlns:a16="http://schemas.microsoft.com/office/drawing/2014/main" id="{1E5F60A6-EC76-D711-8FB4-C6B4D08C3A33}"/>
              </a:ext>
            </a:extLst>
          </p:cNvPr>
          <p:cNvSpPr>
            <a:spLocks noGrp="1"/>
          </p:cNvSpPr>
          <p:nvPr>
            <p:ph sz="half" idx="11"/>
          </p:nvPr>
        </p:nvSpPr>
        <p:spPr>
          <a:xfrm>
            <a:off x="408518" y="1815972"/>
            <a:ext cx="10794931" cy="3829439"/>
          </a:xfrm>
        </p:spPr>
        <p:txBody>
          <a:bodyPr wrap="square">
            <a:normAutofit/>
          </a:bodyPr>
          <a:lstStyle/>
          <a:p>
            <a:r>
              <a:rPr sz="1600" dirty="0"/>
              <a:t>As a simple, but non-trivial, example to demonstrate these different forms, and some of the mathematical techniques used, we consider the shallow water equations</a:t>
            </a:r>
          </a:p>
          <a:p>
            <a:r>
              <a:rPr sz="1600" dirty="0"/>
              <a:t>They are a reduction of the Navier–Stokes equations, and are a suitable approximation for systems where there is a vertical length scale much smaller than other length scales (such as shallow water)</a:t>
            </a:r>
          </a:p>
        </p:txBody>
      </p:sp>
      <p:pic>
        <p:nvPicPr>
          <p:cNvPr id="9" name="Picture 8" descr="529353b1594a7a3a.png">
            <a:extLst>
              <a:ext uri="{FF2B5EF4-FFF2-40B4-BE49-F238E27FC236}">
                <a16:creationId xmlns:a16="http://schemas.microsoft.com/office/drawing/2014/main" id="{59C6893C-C7C5-DA2F-3DD4-D206A76AF2FF}"/>
              </a:ext>
            </a:extLst>
          </p:cNvPr>
          <p:cNvPicPr>
            <a:picLocks noChangeAspect="1"/>
          </p:cNvPicPr>
          <p:nvPr/>
        </p:nvPicPr>
        <p:blipFill>
          <a:blip r:embed="rId2"/>
          <a:stretch>
            <a:fillRect/>
          </a:stretch>
        </p:blipFill>
        <p:spPr>
          <a:xfrm>
            <a:off x="417504" y="4511273"/>
            <a:ext cx="5120640" cy="707488"/>
          </a:xfrm>
          <a:prstGeom prst="rect">
            <a:avLst/>
          </a:prstGeom>
        </p:spPr>
      </p:pic>
      <p:pic>
        <p:nvPicPr>
          <p:cNvPr id="3" name="Picture 2" descr="https://upload.wikimedia.org/wikipedia/commons/3/37/Shallow_water_waves.gif?utm_source=en.wikipedia.org&amp;utm_campaign=imageinfo&amp;utm_content=original">
            <a:extLst>
              <a:ext uri="{FF2B5EF4-FFF2-40B4-BE49-F238E27FC236}">
                <a16:creationId xmlns:a16="http://schemas.microsoft.com/office/drawing/2014/main" id="{1FBE08A2-7253-6F18-E2CD-FB3C6AA83302}"/>
              </a:ext>
            </a:extLst>
          </p:cNvPr>
          <p:cNvPicPr>
            <a:picLocks noChangeAspect="1"/>
          </p:cNvPicPr>
          <p:nvPr/>
        </p:nvPicPr>
        <p:blipFill>
          <a:blip r:embed="rId3"/>
          <a:stretch>
            <a:fillRect/>
          </a:stretch>
        </p:blipFill>
        <p:spPr>
          <a:xfrm>
            <a:off x="6073822" y="3699575"/>
            <a:ext cx="5400051" cy="2837501"/>
          </a:xfrm>
          <a:prstGeom prst="rect">
            <a:avLst/>
          </a:prstGeom>
        </p:spPr>
      </p:pic>
      <p:sp>
        <p:nvSpPr>
          <p:cNvPr id="5" name="TextBox 4">
            <a:extLst>
              <a:ext uri="{FF2B5EF4-FFF2-40B4-BE49-F238E27FC236}">
                <a16:creationId xmlns:a16="http://schemas.microsoft.com/office/drawing/2014/main" id="{ED2961B1-E044-39D5-8728-DB93C1ED0696}"/>
              </a:ext>
            </a:extLst>
          </p:cNvPr>
          <p:cNvSpPr txBox="1"/>
          <p:nvPr/>
        </p:nvSpPr>
        <p:spPr>
          <a:xfrm>
            <a:off x="7252138" y="6489087"/>
            <a:ext cx="4168403" cy="276999"/>
          </a:xfrm>
          <a:prstGeom prst="rect">
            <a:avLst/>
          </a:prstGeom>
          <a:noFill/>
        </p:spPr>
        <p:txBody>
          <a:bodyPr wrap="square" rtlCol="0">
            <a:spAutoFit/>
          </a:bodyPr>
          <a:lstStyle/>
          <a:p>
            <a:r>
              <a:rPr lang="en-GB" sz="1200"/>
              <a:t>Source: Dan Copsey, own work, </a:t>
            </a:r>
            <a:r>
              <a:rPr lang="en-GB" sz="1200" err="1"/>
              <a:t>wikipedia</a:t>
            </a:r>
            <a:endParaRPr lang="en-GB" sz="1200"/>
          </a:p>
        </p:txBody>
      </p:sp>
    </p:spTree>
    <p:extLst>
      <p:ext uri="{BB962C8B-B14F-4D97-AF65-F5344CB8AC3E}">
        <p14:creationId xmlns:p14="http://schemas.microsoft.com/office/powerpoint/2010/main" val="106438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F22E6-16F3-3CB5-E579-A4CB4F173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5D768-C308-1FFC-290A-85B436218F78}"/>
              </a:ext>
            </a:extLst>
          </p:cNvPr>
          <p:cNvSpPr>
            <a:spLocks noGrp="1"/>
          </p:cNvSpPr>
          <p:nvPr>
            <p:ph type="title"/>
          </p:nvPr>
        </p:nvSpPr>
        <p:spPr/>
        <p:txBody>
          <a:bodyPr/>
          <a:lstStyle/>
          <a:p>
            <a:r>
              <a:t>An example — the shallow water equations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D9F05AD-77C6-1A29-A2BE-E31AC4B88EEF}"/>
                  </a:ext>
                </a:extLst>
              </p:cNvPr>
              <p:cNvSpPr>
                <a:spLocks noGrp="1"/>
              </p:cNvSpPr>
              <p:nvPr>
                <p:ph sz="half" idx="11"/>
              </p:nvPr>
            </p:nvSpPr>
            <p:spPr>
              <a:xfrm>
                <a:off x="408518" y="1815972"/>
                <a:ext cx="10794931" cy="3829439"/>
              </a:xfrm>
            </p:spPr>
            <p:txBody>
              <a:bodyPr wrap="square">
                <a:normAutofit/>
              </a:bodyPr>
              <a:lstStyle/>
              <a:p>
                <a:r>
                  <a:rPr lang="en-GB" sz="1600" dirty="0"/>
                  <a:t>In this one-dimensional form, </a:t>
                </a:r>
                <a14:m>
                  <m:oMath xmlns:m="http://schemas.openxmlformats.org/officeDocument/2006/math">
                    <m:r>
                      <a:rPr lang="en-GB" sz="1600" i="1" dirty="0" smtClean="0">
                        <a:latin typeface="Cambria Math" panose="02040503050406030204" pitchFamily="18" charset="0"/>
                      </a:rPr>
                      <m:t>𝑢</m:t>
                    </m:r>
                  </m:oMath>
                </a14:m>
                <a:r>
                  <a:rPr lang="en-GB" sz="1600" dirty="0"/>
                  <a:t> is the velocity, </a:t>
                </a:r>
                <a14:m>
                  <m:oMath xmlns:m="http://schemas.openxmlformats.org/officeDocument/2006/math">
                    <m:r>
                      <a:rPr lang="en-GB" sz="1600" i="1" dirty="0" smtClean="0">
                        <a:latin typeface="Cambria Math" panose="02040503050406030204" pitchFamily="18" charset="0"/>
                      </a:rPr>
                      <m:t>ℎ</m:t>
                    </m:r>
                  </m:oMath>
                </a14:m>
                <a:r>
                  <a:rPr lang="en-GB" sz="1600" dirty="0"/>
                  <a:t> the height (or depth) of the lower surface (e.g. the sea bed) and </a:t>
                </a:r>
                <a14:m>
                  <m:oMath xmlns:m="http://schemas.openxmlformats.org/officeDocument/2006/math">
                    <m:r>
                      <a:rPr lang="en-GB" sz="1600" i="1" dirty="0" smtClean="0">
                        <a:latin typeface="Cambria Math" panose="02040503050406030204" pitchFamily="18" charset="0"/>
                      </a:rPr>
                      <m:t>𝑔</m:t>
                    </m:r>
                  </m:oMath>
                </a14:m>
                <a:r>
                  <a:rPr lang="en-GB" sz="1600" dirty="0"/>
                  <a:t> is gravitational acceleration</a:t>
                </a:r>
              </a:p>
              <a:p>
                <a14:m>
                  <m:oMath xmlns:m="http://schemas.openxmlformats.org/officeDocument/2006/math">
                    <m:r>
                      <a:rPr lang="en-GB" sz="1600" i="1" dirty="0" smtClean="0">
                        <a:latin typeface="Cambria Math" panose="02040503050406030204" pitchFamily="18" charset="0"/>
                      </a:rPr>
                      <m:t>𝜙</m:t>
                    </m:r>
                  </m:oMath>
                </a14:m>
                <a:r>
                  <a:rPr lang="en-GB" sz="1600" dirty="0"/>
                  <a:t> is the geopotential, related to the height through </a:t>
                </a:r>
                <a14:m>
                  <m:oMath xmlns:m="http://schemas.openxmlformats.org/officeDocument/2006/math">
                    <m:r>
                      <a:rPr lang="en-GB" sz="1600" i="1" dirty="0" smtClean="0">
                        <a:latin typeface="Cambria Math" panose="02040503050406030204" pitchFamily="18" charset="0"/>
                      </a:rPr>
                      <m:t>𝜙</m:t>
                    </m:r>
                    <m:r>
                      <a:rPr lang="en-GB" sz="1600" i="1" dirty="0" smtClean="0">
                        <a:latin typeface="Cambria Math" panose="02040503050406030204" pitchFamily="18" charset="0"/>
                      </a:rPr>
                      <m:t>=</m:t>
                    </m:r>
                    <m:r>
                      <a:rPr lang="en-GB" sz="1600" i="1" dirty="0" err="1">
                        <a:latin typeface="Cambria Math" panose="02040503050406030204" pitchFamily="18" charset="0"/>
                      </a:rPr>
                      <m:t>𝑔𝐻</m:t>
                    </m:r>
                    <m:r>
                      <a:rPr lang="en-GB" sz="1600" i="1" dirty="0">
                        <a:latin typeface="Cambria Math" panose="02040503050406030204" pitchFamily="18" charset="0"/>
                      </a:rPr>
                      <m:t>=</m:t>
                    </m:r>
                    <m:r>
                      <a:rPr lang="en-GB" sz="1600" i="1" dirty="0">
                        <a:latin typeface="Cambria Math" panose="02040503050406030204" pitchFamily="18" charset="0"/>
                      </a:rPr>
                      <m:t>𝑔</m:t>
                    </m:r>
                    <m:r>
                      <a:rPr lang="en-GB" sz="1600" i="1" dirty="0">
                        <a:latin typeface="Cambria Math" panose="02040503050406030204" pitchFamily="18" charset="0"/>
                      </a:rPr>
                      <m:t>(</m:t>
                    </m:r>
                    <m:r>
                      <a:rPr lang="en-GB" sz="1600" i="1" dirty="0">
                        <a:latin typeface="Cambria Math" panose="02040503050406030204" pitchFamily="18" charset="0"/>
                      </a:rPr>
                      <m:t>𝜂</m:t>
                    </m:r>
                    <m:r>
                      <a:rPr lang="en-GB" sz="1600" i="1" dirty="0">
                        <a:latin typeface="Cambria Math" panose="02040503050406030204" pitchFamily="18" charset="0"/>
                      </a:rPr>
                      <m:t>+</m:t>
                    </m:r>
                    <m:r>
                      <a:rPr lang="en-GB" sz="1600" i="1" dirty="0">
                        <a:latin typeface="Cambria Math" panose="02040503050406030204" pitchFamily="18" charset="0"/>
                      </a:rPr>
                      <m:t>ℎ</m:t>
                    </m:r>
                    <m:r>
                      <a:rPr lang="en-GB" sz="1600" i="1" dirty="0">
                        <a:latin typeface="Cambria Math" panose="02040503050406030204" pitchFamily="18" charset="0"/>
                      </a:rPr>
                      <m:t>)</m:t>
                    </m:r>
                  </m:oMath>
                </a14:m>
                <a:r>
                  <a:rPr lang="en-GB" sz="1600" dirty="0"/>
                  <a:t> where </a:t>
                </a:r>
                <a14:m>
                  <m:oMath xmlns:m="http://schemas.openxmlformats.org/officeDocument/2006/math">
                    <m:r>
                      <a:rPr lang="en-GB" sz="1600" i="1" dirty="0" smtClean="0">
                        <a:latin typeface="Cambria Math" panose="02040503050406030204" pitchFamily="18" charset="0"/>
                      </a:rPr>
                      <m:t>𝜂</m:t>
                    </m:r>
                  </m:oMath>
                </a14:m>
                <a:r>
                  <a:rPr lang="en-GB" sz="1600" dirty="0"/>
                  <a:t> is the height above an initial surface</a:t>
                </a:r>
              </a:p>
              <a:p>
                <a:r>
                  <a:rPr lang="en-GB" sz="1600" dirty="0"/>
                  <a:t>If a uniform depth is considered, the right hand side vanishes (and since we are setting </a:t>
                </a:r>
                <a14:m>
                  <m:oMath xmlns:m="http://schemas.openxmlformats.org/officeDocument/2006/math">
                    <m:r>
                      <a:rPr lang="en-GB" sz="1600" b="1" i="0" smtClean="0">
                        <a:latin typeface="Cambria Math" panose="02040503050406030204" pitchFamily="18" charset="0"/>
                      </a:rPr>
                      <m:t>𝐬</m:t>
                    </m:r>
                    <m:r>
                      <a:rPr lang="en-GB" sz="1600" b="0" i="1" smtClean="0">
                        <a:latin typeface="Cambria Math" panose="02040503050406030204" pitchFamily="18" charset="0"/>
                      </a:rPr>
                      <m:t>=</m:t>
                    </m:r>
                    <m:r>
                      <a:rPr lang="en-GB" sz="1600" b="1" i="1" smtClean="0">
                        <a:latin typeface="Cambria Math" panose="02040503050406030204" pitchFamily="18" charset="0"/>
                      </a:rPr>
                      <m:t>𝟎</m:t>
                    </m:r>
                  </m:oMath>
                </a14:m>
                <a:r>
                  <a:rPr lang="en-GB" sz="1600" dirty="0"/>
                  <a:t>, this is what we want)</a:t>
                </a:r>
                <a:endParaRPr sz="1600" b="1" dirty="0"/>
              </a:p>
            </p:txBody>
          </p:sp>
        </mc:Choice>
        <mc:Fallback xmlns="">
          <p:sp>
            <p:nvSpPr>
              <p:cNvPr id="4" name="Content Placeholder 3">
                <a:extLst>
                  <a:ext uri="{FF2B5EF4-FFF2-40B4-BE49-F238E27FC236}">
                    <a16:creationId xmlns:a16="http://schemas.microsoft.com/office/drawing/2014/main" id="{6D9F05AD-77C6-1A29-A2BE-E31AC4B88EEF}"/>
                  </a:ext>
                </a:extLst>
              </p:cNvPr>
              <p:cNvSpPr>
                <a:spLocks noGrp="1" noRot="1" noChangeAspect="1" noMove="1" noResize="1" noEditPoints="1" noAdjustHandles="1" noChangeArrowheads="1" noChangeShapeType="1" noTextEdit="1"/>
              </p:cNvSpPr>
              <p:nvPr>
                <p:ph sz="half" idx="11"/>
              </p:nvPr>
            </p:nvSpPr>
            <p:spPr>
              <a:xfrm>
                <a:off x="408518" y="1815972"/>
                <a:ext cx="10794931" cy="3829439"/>
              </a:xfrm>
              <a:blipFill>
                <a:blip r:embed="rId2"/>
                <a:stretch>
                  <a:fillRect l="-226"/>
                </a:stretch>
              </a:blipFill>
            </p:spPr>
            <p:txBody>
              <a:bodyPr/>
              <a:lstStyle/>
              <a:p>
                <a:r>
                  <a:rPr lang="en-US">
                    <a:noFill/>
                  </a:rPr>
                  <a:t> </a:t>
                </a:r>
              </a:p>
            </p:txBody>
          </p:sp>
        </mc:Fallback>
      </mc:AlternateContent>
      <p:pic>
        <p:nvPicPr>
          <p:cNvPr id="9" name="Picture 8" descr="529353b1594a7a3a.png">
            <a:extLst>
              <a:ext uri="{FF2B5EF4-FFF2-40B4-BE49-F238E27FC236}">
                <a16:creationId xmlns:a16="http://schemas.microsoft.com/office/drawing/2014/main" id="{B08C9625-30E0-3399-4EDC-B2CD3D1D795C}"/>
              </a:ext>
            </a:extLst>
          </p:cNvPr>
          <p:cNvPicPr>
            <a:picLocks noChangeAspect="1"/>
          </p:cNvPicPr>
          <p:nvPr/>
        </p:nvPicPr>
        <p:blipFill>
          <a:blip r:embed="rId3"/>
          <a:stretch>
            <a:fillRect/>
          </a:stretch>
        </p:blipFill>
        <p:spPr>
          <a:xfrm>
            <a:off x="417504" y="4511273"/>
            <a:ext cx="5120640" cy="707488"/>
          </a:xfrm>
          <a:prstGeom prst="rect">
            <a:avLst/>
          </a:prstGeom>
        </p:spPr>
      </p:pic>
      <p:pic>
        <p:nvPicPr>
          <p:cNvPr id="3" name="Picture 2" descr="https://upload.wikimedia.org/wikipedia/commons/3/37/Shallow_water_waves.gif?utm_source=en.wikipedia.org&amp;utm_campaign=imageinfo&amp;utm_content=original">
            <a:extLst>
              <a:ext uri="{FF2B5EF4-FFF2-40B4-BE49-F238E27FC236}">
                <a16:creationId xmlns:a16="http://schemas.microsoft.com/office/drawing/2014/main" id="{CD52D902-199B-CA99-F980-440064958E93}"/>
              </a:ext>
            </a:extLst>
          </p:cNvPr>
          <p:cNvPicPr>
            <a:picLocks noChangeAspect="1"/>
          </p:cNvPicPr>
          <p:nvPr/>
        </p:nvPicPr>
        <p:blipFill>
          <a:blip r:embed="rId4"/>
          <a:stretch>
            <a:fillRect/>
          </a:stretch>
        </p:blipFill>
        <p:spPr>
          <a:xfrm>
            <a:off x="6073822" y="3699575"/>
            <a:ext cx="5400051" cy="2837501"/>
          </a:xfrm>
          <a:prstGeom prst="rect">
            <a:avLst/>
          </a:prstGeom>
        </p:spPr>
      </p:pic>
      <p:sp>
        <p:nvSpPr>
          <p:cNvPr id="5" name="TextBox 4">
            <a:extLst>
              <a:ext uri="{FF2B5EF4-FFF2-40B4-BE49-F238E27FC236}">
                <a16:creationId xmlns:a16="http://schemas.microsoft.com/office/drawing/2014/main" id="{28F578B1-1BF2-6093-5662-98F979D30E77}"/>
              </a:ext>
            </a:extLst>
          </p:cNvPr>
          <p:cNvSpPr txBox="1"/>
          <p:nvPr/>
        </p:nvSpPr>
        <p:spPr>
          <a:xfrm>
            <a:off x="7252138" y="6489087"/>
            <a:ext cx="4168403" cy="276999"/>
          </a:xfrm>
          <a:prstGeom prst="rect">
            <a:avLst/>
          </a:prstGeom>
          <a:noFill/>
        </p:spPr>
        <p:txBody>
          <a:bodyPr wrap="square" rtlCol="0">
            <a:spAutoFit/>
          </a:bodyPr>
          <a:lstStyle/>
          <a:p>
            <a:r>
              <a:rPr lang="en-GB" sz="1200"/>
              <a:t>Source: Dan Copsey, own work, </a:t>
            </a:r>
            <a:r>
              <a:rPr lang="en-GB" sz="1200" err="1"/>
              <a:t>wikipedia</a:t>
            </a:r>
            <a:endParaRPr lang="en-GB" sz="1200"/>
          </a:p>
        </p:txBody>
      </p:sp>
    </p:spTree>
    <p:extLst>
      <p:ext uri="{BB962C8B-B14F-4D97-AF65-F5344CB8AC3E}">
        <p14:creationId xmlns:p14="http://schemas.microsoft.com/office/powerpoint/2010/main" val="372004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Conservation form</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3" y="2623381"/>
                <a:ext cx="10936296" cy="3238157"/>
              </a:xfrm>
            </p:spPr>
            <p:txBody>
              <a:bodyPr wrap="square">
                <a:normAutofit lnSpcReduction="10000"/>
              </a:bodyPr>
              <a:lstStyle/>
              <a:p>
                <a:r>
                  <a:rPr sz="1600" dirty="0"/>
                  <a:t>This form of equations is referred to as </a:t>
                </a:r>
                <a:r>
                  <a:rPr sz="1600" b="1" dirty="0"/>
                  <a:t>conservation</a:t>
                </a:r>
                <a:r>
                  <a:rPr sz="1600" dirty="0"/>
                  <a:t> form</a:t>
                </a:r>
                <a:endParaRPr lang="en-GB" sz="1600" dirty="0"/>
              </a:p>
              <a:p>
                <a:endParaRPr sz="1600" dirty="0"/>
              </a:p>
              <a:p>
                <a:endParaRPr lang="en-GB" sz="1600" dirty="0"/>
              </a:p>
              <a:p>
                <a:r>
                  <a:rPr sz="1600" dirty="0"/>
                  <a:t>It is clear that the shallow water equations, as presented so far, are in this form</a:t>
                </a:r>
                <a:endParaRPr lang="en-GB" sz="1600" dirty="0"/>
              </a:p>
              <a:p>
                <a:endParaRPr lang="en-GB" sz="1600" dirty="0"/>
              </a:p>
              <a:p>
                <a:pPr marL="0" indent="0">
                  <a:buNone/>
                </a:pPr>
                <a:endParaRPr sz="1600" dirty="0"/>
              </a:p>
              <a:p>
                <a:r>
                  <a:rPr sz="1600" dirty="0"/>
                  <a:t>Note that </a:t>
                </a:r>
                <a14:m>
                  <m:oMath xmlns:m="http://schemas.openxmlformats.org/officeDocument/2006/math">
                    <m:r>
                      <a:rPr lang="en-GB" sz="1600" i="1" dirty="0" smtClean="0">
                        <a:latin typeface="Cambria Math" panose="02040503050406030204" pitchFamily="18" charset="0"/>
                      </a:rPr>
                      <m:t>𝜙</m:t>
                    </m:r>
                  </m:oMath>
                </a14:m>
                <a:r>
                  <a:rPr sz="1600" dirty="0"/>
                  <a:t> and </a:t>
                </a:r>
                <a14:m>
                  <m:oMath xmlns:m="http://schemas.openxmlformats.org/officeDocument/2006/math">
                    <m:r>
                      <a:rPr lang="en-GB" sz="1600" i="1" dirty="0" smtClean="0">
                        <a:latin typeface="Cambria Math" panose="02040503050406030204" pitchFamily="18" charset="0"/>
                      </a:rPr>
                      <m:t>𝜙</m:t>
                    </m:r>
                    <m:r>
                      <a:rPr lang="en-GB" sz="1600" i="1" dirty="0" smtClean="0">
                        <a:latin typeface="Cambria Math" panose="02040503050406030204" pitchFamily="18" charset="0"/>
                      </a:rPr>
                      <m:t>𝑢</m:t>
                    </m:r>
                  </m:oMath>
                </a14:m>
                <a:r>
                  <a:rPr sz="1600" dirty="0"/>
                  <a:t> are </a:t>
                </a:r>
                <a:r>
                  <a:rPr sz="1600" b="1" dirty="0"/>
                  <a:t>independent variables </a:t>
                </a:r>
                <a:r>
                  <a:rPr sz="1600" dirty="0"/>
                  <a:t>in this case</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3" y="2623381"/>
                <a:ext cx="10936296" cy="3238157"/>
              </a:xfrm>
              <a:blipFill>
                <a:blip r:embed="rId2"/>
                <a:stretch>
                  <a:fillRect l="-223" b="-1316"/>
                </a:stretch>
              </a:blipFill>
            </p:spPr>
            <p:txBody>
              <a:bodyPr/>
              <a:lstStyle/>
              <a:p>
                <a:r>
                  <a:rPr lang="en-US">
                    <a:noFill/>
                  </a:rPr>
                  <a:t> </a:t>
                </a:r>
              </a:p>
            </p:txBody>
          </p:sp>
        </mc:Fallback>
      </mc:AlternateContent>
      <p:pic>
        <p:nvPicPr>
          <p:cNvPr id="6" name="Picture 5" descr="e3ce505fb3684871.png"/>
          <p:cNvPicPr>
            <a:picLocks noChangeAspect="1"/>
          </p:cNvPicPr>
          <p:nvPr/>
        </p:nvPicPr>
        <p:blipFill>
          <a:blip r:embed="rId3"/>
          <a:stretch>
            <a:fillRect/>
          </a:stretch>
        </p:blipFill>
        <p:spPr>
          <a:xfrm>
            <a:off x="4805329" y="1666693"/>
            <a:ext cx="2823805" cy="831305"/>
          </a:xfrm>
          <a:prstGeom prst="rect">
            <a:avLst/>
          </a:prstGeom>
        </p:spPr>
      </p:pic>
      <p:pic>
        <p:nvPicPr>
          <p:cNvPr id="7" name="Picture 6" descr="14d6600e76ac63d2.png"/>
          <p:cNvPicPr>
            <a:picLocks noChangeAspect="1"/>
          </p:cNvPicPr>
          <p:nvPr/>
        </p:nvPicPr>
        <p:blipFill>
          <a:blip r:embed="rId4"/>
          <a:stretch>
            <a:fillRect/>
          </a:stretch>
        </p:blipFill>
        <p:spPr>
          <a:xfrm>
            <a:off x="3535680" y="3176911"/>
            <a:ext cx="5120640" cy="876256"/>
          </a:xfrm>
          <a:prstGeom prst="rect">
            <a:avLst/>
          </a:prstGeom>
        </p:spPr>
      </p:pic>
      <p:pic>
        <p:nvPicPr>
          <p:cNvPr id="8" name="Picture 7" descr="9d7239971050789c.png"/>
          <p:cNvPicPr>
            <a:picLocks noChangeAspect="1"/>
          </p:cNvPicPr>
          <p:nvPr/>
        </p:nvPicPr>
        <p:blipFill>
          <a:blip r:embed="rId5"/>
          <a:stretch>
            <a:fillRect/>
          </a:stretch>
        </p:blipFill>
        <p:spPr>
          <a:xfrm>
            <a:off x="3325331" y="4606697"/>
            <a:ext cx="5120640" cy="855734"/>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F017482-3212-CA45-019E-4E4875086E3F}"/>
                  </a:ext>
                </a:extLst>
              </p:cNvPr>
              <p:cNvSpPr txBox="1"/>
              <p:nvPr/>
            </p:nvSpPr>
            <p:spPr>
              <a:xfrm>
                <a:off x="9500616" y="2727398"/>
                <a:ext cx="1938528" cy="1169551"/>
              </a:xfrm>
              <a:prstGeom prst="rect">
                <a:avLst/>
              </a:prstGeom>
              <a:noFill/>
              <a:ln>
                <a:solidFill>
                  <a:schemeClr val="accent1"/>
                </a:solidFill>
              </a:ln>
            </p:spPr>
            <p:txBody>
              <a:bodyPr wrap="square" rtlCol="0">
                <a:spAutoFit/>
              </a:bodyPr>
              <a:lstStyle/>
              <a:p>
                <a14:m>
                  <m:oMath xmlns:m="http://schemas.openxmlformats.org/officeDocument/2006/math">
                    <m:r>
                      <a:rPr lang="en-GB" sz="1400" b="1" i="0" smtClean="0">
                        <a:latin typeface="Cambria Math" panose="02040503050406030204" pitchFamily="18" charset="0"/>
                      </a:rPr>
                      <m:t>𝐮</m:t>
                    </m:r>
                  </m:oMath>
                </a14:m>
                <a:r>
                  <a:rPr lang="en-GB" sz="1400" b="1" dirty="0">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is the </a:t>
                </a:r>
                <a:r>
                  <a:rPr lang="en-GB" sz="1400" b="1" dirty="0">
                    <a:latin typeface="Arial" panose="020B0604020202020204" pitchFamily="34" charset="0"/>
                    <a:cs typeface="Arial" panose="020B0604020202020204" pitchFamily="34" charset="0"/>
                  </a:rPr>
                  <a:t>vector of conserved variables</a:t>
                </a:r>
                <a:r>
                  <a:rPr lang="en-GB" sz="1400" dirty="0">
                    <a:latin typeface="Arial" panose="020B0604020202020204" pitchFamily="34" charset="0"/>
                    <a:cs typeface="Arial" panose="020B0604020202020204" pitchFamily="34" charset="0"/>
                  </a:rPr>
                  <a:t>, because this form of equations is a conservation law</a:t>
                </a:r>
                <a:endParaRPr lang="en-GB" sz="1400" b="1" dirty="0">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7F017482-3212-CA45-019E-4E4875086E3F}"/>
                  </a:ext>
                </a:extLst>
              </p:cNvPr>
              <p:cNvSpPr txBox="1">
                <a:spLocks noRot="1" noChangeAspect="1" noMove="1" noResize="1" noEditPoints="1" noAdjustHandles="1" noChangeArrowheads="1" noChangeShapeType="1" noTextEdit="1"/>
              </p:cNvSpPr>
              <p:nvPr/>
            </p:nvSpPr>
            <p:spPr>
              <a:xfrm>
                <a:off x="9500616" y="2727398"/>
                <a:ext cx="1938528" cy="1169551"/>
              </a:xfrm>
              <a:prstGeom prst="rect">
                <a:avLst/>
              </a:prstGeom>
              <a:blipFill>
                <a:blip r:embed="rId6"/>
                <a:stretch>
                  <a:fillRect l="-625" r="-2813" b="-4124"/>
                </a:stretch>
              </a:blipFill>
              <a:ln>
                <a:solidFill>
                  <a:schemeClr val="accent1"/>
                </a:solidFill>
              </a:ln>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B527BDC-69B9-FD12-4B64-1EE610BD4548}"/>
                  </a:ext>
                </a:extLst>
              </p:cNvPr>
              <p:cNvSpPr txBox="1"/>
              <p:nvPr/>
            </p:nvSpPr>
            <p:spPr>
              <a:xfrm>
                <a:off x="9500616" y="4367217"/>
                <a:ext cx="1938528" cy="1169551"/>
              </a:xfrm>
              <a:prstGeom prst="rect">
                <a:avLst/>
              </a:prstGeom>
              <a:noFill/>
              <a:ln>
                <a:solidFill>
                  <a:schemeClr val="accent1"/>
                </a:solidFill>
              </a:ln>
            </p:spPr>
            <p:txBody>
              <a:bodyPr wrap="square" rtlCol="0">
                <a:spAutoFit/>
              </a:bodyPr>
              <a:lstStyle/>
              <a:p>
                <a14:m>
                  <m:oMath xmlns:m="http://schemas.openxmlformats.org/officeDocument/2006/math">
                    <m:r>
                      <a:rPr lang="en-GB" sz="1400" b="1" i="0" smtClean="0">
                        <a:latin typeface="Cambria Math" panose="02040503050406030204" pitchFamily="18" charset="0"/>
                      </a:rPr>
                      <m:t>𝐟</m:t>
                    </m:r>
                  </m:oMath>
                </a14:m>
                <a:r>
                  <a:rPr lang="en-GB" sz="1400" b="1" dirty="0">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is the </a:t>
                </a:r>
                <a:r>
                  <a:rPr lang="en-GB" sz="1400" b="1" dirty="0">
                    <a:latin typeface="Arial" panose="020B0604020202020204" pitchFamily="34" charset="0"/>
                    <a:cs typeface="Arial" panose="020B0604020202020204" pitchFamily="34" charset="0"/>
                  </a:rPr>
                  <a:t>flux vector</a:t>
                </a:r>
                <a:r>
                  <a:rPr lang="en-GB" sz="1400" dirty="0">
                    <a:latin typeface="Arial" panose="020B0604020202020204" pitchFamily="34" charset="0"/>
                    <a:cs typeface="Arial" panose="020B0604020202020204" pitchFamily="34" charset="0"/>
                  </a:rPr>
                  <a:t>, because it can describe the ‘flux’ or ‘flow’ of </a:t>
                </a:r>
                <a14:m>
                  <m:oMath xmlns:m="http://schemas.openxmlformats.org/officeDocument/2006/math">
                    <m:r>
                      <a:rPr lang="en-GB" sz="1400" b="1" i="0" smtClean="0">
                        <a:latin typeface="Cambria Math" panose="02040503050406030204" pitchFamily="18" charset="0"/>
                        <a:cs typeface="Arial" panose="020B0604020202020204" pitchFamily="34" charset="0"/>
                      </a:rPr>
                      <m:t>𝐮</m:t>
                    </m:r>
                  </m:oMath>
                </a14:m>
                <a:r>
                  <a:rPr lang="en-GB" sz="1400" b="1" dirty="0">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through a volume</a:t>
                </a:r>
                <a:endParaRPr lang="en-GB" sz="1400" b="1" dirty="0">
                  <a:latin typeface="Arial" panose="020B0604020202020204" pitchFamily="34" charset="0"/>
                  <a:cs typeface="Arial" panose="020B0604020202020204" pitchFamily="34" charset="0"/>
                </a:endParaRPr>
              </a:p>
            </p:txBody>
          </p:sp>
        </mc:Choice>
        <mc:Fallback>
          <p:sp>
            <p:nvSpPr>
              <p:cNvPr id="9" name="TextBox 8">
                <a:extLst>
                  <a:ext uri="{FF2B5EF4-FFF2-40B4-BE49-F238E27FC236}">
                    <a16:creationId xmlns:a16="http://schemas.microsoft.com/office/drawing/2014/main" id="{6B527BDC-69B9-FD12-4B64-1EE610BD4548}"/>
                  </a:ext>
                </a:extLst>
              </p:cNvPr>
              <p:cNvSpPr txBox="1">
                <a:spLocks noRot="1" noChangeAspect="1" noMove="1" noResize="1" noEditPoints="1" noAdjustHandles="1" noChangeArrowheads="1" noChangeShapeType="1" noTextEdit="1"/>
              </p:cNvSpPr>
              <p:nvPr/>
            </p:nvSpPr>
            <p:spPr>
              <a:xfrm>
                <a:off x="9500616" y="4367217"/>
                <a:ext cx="1938528" cy="1169551"/>
              </a:xfrm>
              <a:prstGeom prst="rect">
                <a:avLst/>
              </a:prstGeom>
              <a:blipFill>
                <a:blip r:embed="rId7"/>
                <a:stretch>
                  <a:fillRect l="-625" b="-4124"/>
                </a:stretch>
              </a:blipFill>
              <a:ln>
                <a:solidFill>
                  <a:schemeClr val="accent1"/>
                </a:solidFill>
              </a:ln>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Conservation form</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3" y="1740512"/>
                <a:ext cx="11248980" cy="4780105"/>
              </a:xfrm>
            </p:spPr>
            <p:txBody>
              <a:bodyPr wrap="square">
                <a:normAutofit/>
              </a:bodyPr>
              <a:lstStyle/>
              <a:p>
                <a:r>
                  <a:rPr lang="en-GB" sz="1600" dirty="0"/>
                  <a:t>The term conservation form is directly related to the fact that in multiple dimensions, our equations are</a:t>
                </a:r>
              </a:p>
              <a:p>
                <a:endParaRPr lang="en-GB" sz="1600" dirty="0"/>
              </a:p>
              <a:p>
                <a:endParaRPr lang="en-GB" sz="1600" dirty="0"/>
              </a:p>
              <a:p>
                <a:r>
                  <a:rPr lang="en-GB" sz="1600" dirty="0"/>
                  <a:t>One definition of divergence of a vector field is that it measures the rate at which the vector field enters or leaves a volume</a:t>
                </a:r>
              </a:p>
              <a:p>
                <a:endParaRPr lang="en-GB" sz="1600" dirty="0"/>
              </a:p>
              <a:p>
                <a:r>
                  <a:rPr lang="en-GB" sz="1600" dirty="0"/>
                  <a:t>This is </a:t>
                </a:r>
                <a:r>
                  <a:rPr lang="en-GB" sz="1600" b="1" dirty="0"/>
                  <a:t>conservation</a:t>
                </a:r>
                <a:r>
                  <a:rPr lang="en-GB" sz="1600" dirty="0"/>
                  <a:t>; the only way to change </a:t>
                </a:r>
                <a14:m>
                  <m:oMath xmlns:m="http://schemas.openxmlformats.org/officeDocument/2006/math">
                    <m:r>
                      <a:rPr lang="en-GB" sz="1600" b="1" i="0" dirty="0" smtClean="0">
                        <a:latin typeface="Cambria Math" panose="02040503050406030204" pitchFamily="18" charset="0"/>
                      </a:rPr>
                      <m:t>𝐮</m:t>
                    </m:r>
                  </m:oMath>
                </a14:m>
                <a:r>
                  <a:rPr lang="en-GB" sz="1600" dirty="0"/>
                  <a:t> is by adding or removing some from a volume through its boundaries – if this doesn’t happen, then the total amount of </a:t>
                </a:r>
                <a14:m>
                  <m:oMath xmlns:m="http://schemas.openxmlformats.org/officeDocument/2006/math">
                    <m:r>
                      <a:rPr lang="en-GB" sz="1600" b="1" i="0" smtClean="0">
                        <a:latin typeface="Cambria Math" panose="02040503050406030204" pitchFamily="18" charset="0"/>
                      </a:rPr>
                      <m:t>𝐮</m:t>
                    </m:r>
                  </m:oMath>
                </a14:m>
                <a:r>
                  <a:rPr lang="en-GB" sz="1600" dirty="0"/>
                  <a:t> doesn’t change in the volume, even if its distribution does</a:t>
                </a:r>
              </a:p>
              <a:p>
                <a:r>
                  <a:rPr lang="en-GB" sz="1600" dirty="0"/>
                  <a:t>Alternatively, the divergence term could be balanced by a term on the right-hand side of the equation — we could have </a:t>
                </a:r>
                <a:r>
                  <a:rPr lang="en-GB" sz="1600" b="1" dirty="0"/>
                  <a:t>balance law</a:t>
                </a:r>
                <a:r>
                  <a:rPr lang="en-GB" sz="1600" dirty="0"/>
                  <a:t> form</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3" y="1740512"/>
                <a:ext cx="11248980" cy="4780105"/>
              </a:xfrm>
              <a:blipFill>
                <a:blip r:embed="rId2"/>
                <a:stretch>
                  <a:fillRect l="-217"/>
                </a:stretch>
              </a:blipFill>
            </p:spPr>
            <p:txBody>
              <a:bodyPr/>
              <a:lstStyle/>
              <a:p>
                <a:r>
                  <a:rPr lang="en-US">
                    <a:noFill/>
                  </a:rPr>
                  <a:t> </a:t>
                </a:r>
              </a:p>
            </p:txBody>
          </p:sp>
        </mc:Fallback>
      </mc:AlternateContent>
      <p:pic>
        <p:nvPicPr>
          <p:cNvPr id="6" name="Picture 5" descr="c189779f8fad6a0e.png"/>
          <p:cNvPicPr>
            <a:picLocks noChangeAspect="1"/>
          </p:cNvPicPr>
          <p:nvPr/>
        </p:nvPicPr>
        <p:blipFill>
          <a:blip r:embed="rId3"/>
          <a:stretch>
            <a:fillRect/>
          </a:stretch>
        </p:blipFill>
        <p:spPr>
          <a:xfrm>
            <a:off x="4562972" y="2312888"/>
            <a:ext cx="2645362" cy="747953"/>
          </a:xfrm>
          <a:prstGeom prst="rect">
            <a:avLst/>
          </a:prstGeom>
        </p:spPr>
      </p:pic>
      <p:pic>
        <p:nvPicPr>
          <p:cNvPr id="7" name="Picture 6" descr="60db6150e4798e7f.png"/>
          <p:cNvPicPr>
            <a:picLocks noChangeAspect="1"/>
          </p:cNvPicPr>
          <p:nvPr/>
        </p:nvPicPr>
        <p:blipFill>
          <a:blip r:embed="rId4"/>
          <a:stretch>
            <a:fillRect/>
          </a:stretch>
        </p:blipFill>
        <p:spPr>
          <a:xfrm>
            <a:off x="4179938" y="3708168"/>
            <a:ext cx="3832124" cy="834614"/>
          </a:xfrm>
          <a:prstGeom prst="rect">
            <a:avLst/>
          </a:prstGeom>
        </p:spPr>
      </p:pic>
      <p:pic>
        <p:nvPicPr>
          <p:cNvPr id="8" name="Picture 7" descr="17ac23d275f78015.png"/>
          <p:cNvPicPr>
            <a:picLocks noChangeAspect="1"/>
          </p:cNvPicPr>
          <p:nvPr/>
        </p:nvPicPr>
        <p:blipFill>
          <a:blip r:embed="rId5"/>
          <a:stretch>
            <a:fillRect/>
          </a:stretch>
        </p:blipFill>
        <p:spPr>
          <a:xfrm>
            <a:off x="4391729" y="5865405"/>
            <a:ext cx="3408541" cy="809686"/>
          </a:xfrm>
          <a:prstGeom prst="rect">
            <a:avLst/>
          </a:prstGeom>
        </p:spPr>
      </p:pic>
      <p:sp>
        <p:nvSpPr>
          <p:cNvPr id="3" name="TextBox 2">
            <a:extLst>
              <a:ext uri="{FF2B5EF4-FFF2-40B4-BE49-F238E27FC236}">
                <a16:creationId xmlns:a16="http://schemas.microsoft.com/office/drawing/2014/main" id="{970EE472-6A9C-F6F9-68FF-733A11C0852E}"/>
              </a:ext>
            </a:extLst>
          </p:cNvPr>
          <p:cNvSpPr txBox="1"/>
          <p:nvPr/>
        </p:nvSpPr>
        <p:spPr>
          <a:xfrm>
            <a:off x="8643150" y="2425254"/>
            <a:ext cx="3159410" cy="523220"/>
          </a:xfrm>
          <a:prstGeom prst="rect">
            <a:avLst/>
          </a:prstGeom>
          <a:noFill/>
          <a:ln>
            <a:solidFill>
              <a:schemeClr val="accent1"/>
            </a:solidFill>
          </a:ln>
        </p:spPr>
        <p:txBody>
          <a:bodyPr wrap="square" rtlCol="0">
            <a:spAutoFit/>
          </a:bodyPr>
          <a:lstStyle/>
          <a:p>
            <a:r>
              <a:rPr lang="en-GB" sz="1400" dirty="0">
                <a:latin typeface="Arial" panose="020B0604020202020204" pitchFamily="34" charset="0"/>
                <a:cs typeface="Arial" panose="020B0604020202020204" pitchFamily="34" charset="0"/>
              </a:rPr>
              <a:t>Conservation form is a fundamental part of compressible fluid dynamics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Non-conservation form (and the Jacobian)</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5" y="2602848"/>
                <a:ext cx="11185918" cy="3988596"/>
              </a:xfrm>
            </p:spPr>
            <p:txBody>
              <a:bodyPr wrap="square">
                <a:normAutofit/>
              </a:bodyPr>
              <a:lstStyle/>
              <a:p>
                <a:r>
                  <a:rPr lang="en-GB" sz="1600" dirty="0"/>
                  <a:t>It can be good to have all derivatives being taken of the same vector, </a:t>
                </a:r>
                <a14:m>
                  <m:oMath xmlns:m="http://schemas.openxmlformats.org/officeDocument/2006/math">
                    <m:r>
                      <a:rPr lang="en-GB" sz="1600" b="1" i="0" dirty="0" smtClean="0">
                        <a:latin typeface="Cambria Math" panose="02040503050406030204" pitchFamily="18" charset="0"/>
                      </a:rPr>
                      <m:t>𝐮</m:t>
                    </m:r>
                  </m:oMath>
                </a14:m>
                <a:r>
                  <a:rPr lang="en-GB" sz="1600" dirty="0"/>
                  <a:t>, this could be known as a non-conservative form (or just referred to as a PDE without further clarification)</a:t>
                </a:r>
              </a:p>
              <a:p>
                <a:r>
                  <a:rPr lang="en-GB" sz="1600" dirty="0"/>
                  <a:t>The matrix quantity </a:t>
                </a:r>
                <a14:m>
                  <m:oMath xmlns:m="http://schemas.openxmlformats.org/officeDocument/2006/math">
                    <m:r>
                      <m:rPr>
                        <m:sty m:val="p"/>
                      </m:rPr>
                      <a:rPr lang="en-GB" sz="1600" i="0" dirty="0" smtClean="0">
                        <a:latin typeface="Cambria Math" panose="02040503050406030204" pitchFamily="18" charset="0"/>
                      </a:rPr>
                      <m:t>A</m:t>
                    </m:r>
                  </m:oMath>
                </a14:m>
                <a:r>
                  <a:rPr lang="en-GB" sz="1600" dirty="0"/>
                  <a:t> is the </a:t>
                </a:r>
                <a:r>
                  <a:rPr lang="en-GB" sz="1600" b="1" dirty="0"/>
                  <a:t>Jacobian </a:t>
                </a:r>
                <a:r>
                  <a:rPr lang="en-GB" sz="1600" dirty="0"/>
                  <a:t>of the vector </a:t>
                </a:r>
                <a14:m>
                  <m:oMath xmlns:m="http://schemas.openxmlformats.org/officeDocument/2006/math">
                    <m:r>
                      <a:rPr lang="en-GB" sz="1600" b="1" i="0" dirty="0" smtClean="0">
                        <a:latin typeface="Cambria Math" panose="02040503050406030204" pitchFamily="18" charset="0"/>
                      </a:rPr>
                      <m:t>𝐟</m:t>
                    </m:r>
                  </m:oMath>
                </a14:m>
                <a:endParaRPr lang="en-GB" sz="1600" b="1" dirty="0"/>
              </a:p>
              <a:p>
                <a:endParaRPr lang="en-GB" sz="1600" b="1" dirty="0"/>
              </a:p>
              <a:p>
                <a:r>
                  <a:rPr lang="en-GB" sz="1600" dirty="0"/>
                  <a:t>For the shallow water equations, we get</a:t>
                </a:r>
              </a:p>
              <a:p>
                <a:endParaRPr lang="en-GB" sz="1600" dirty="0"/>
              </a:p>
              <a:p>
                <a:r>
                  <a:rPr lang="en-GB" sz="1600" dirty="0"/>
                  <a:t>Because </a:t>
                </a:r>
                <a14:m>
                  <m:oMath xmlns:m="http://schemas.openxmlformats.org/officeDocument/2006/math">
                    <m:r>
                      <a:rPr lang="en-GB" sz="1600" i="1" dirty="0" smtClean="0">
                        <a:latin typeface="Cambria Math" panose="02040503050406030204" pitchFamily="18" charset="0"/>
                      </a:rPr>
                      <m:t>𝜙</m:t>
                    </m:r>
                  </m:oMath>
                </a14:m>
                <a:r>
                  <a:rPr lang="en-GB" sz="1600" dirty="0"/>
                  <a:t> and </a:t>
                </a:r>
                <a14:m>
                  <m:oMath xmlns:m="http://schemas.openxmlformats.org/officeDocument/2006/math">
                    <m:r>
                      <a:rPr lang="en-GB" sz="1600" i="1" dirty="0" smtClean="0">
                        <a:latin typeface="Cambria Math" panose="02040503050406030204" pitchFamily="18" charset="0"/>
                      </a:rPr>
                      <m:t>𝜙</m:t>
                    </m:r>
                    <m:r>
                      <a:rPr lang="en-GB" sz="1600" i="1" dirty="0" smtClean="0">
                        <a:latin typeface="Cambria Math" panose="02040503050406030204" pitchFamily="18" charset="0"/>
                      </a:rPr>
                      <m:t>𝑢</m:t>
                    </m:r>
                  </m:oMath>
                </a14:m>
                <a:r>
                  <a:rPr lang="en-GB" sz="1600" dirty="0"/>
                  <a:t> are </a:t>
                </a:r>
                <a:r>
                  <a:rPr lang="en-GB" sz="1600" b="1" dirty="0"/>
                  <a:t>independent </a:t>
                </a:r>
                <a:r>
                  <a:rPr lang="en-GB" sz="1600" dirty="0"/>
                  <a:t>variables,</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5" y="2602848"/>
                <a:ext cx="11185918" cy="3988596"/>
              </a:xfrm>
              <a:blipFill>
                <a:blip r:embed="rId2"/>
                <a:stretch>
                  <a:fillRect l="-218" r="-817"/>
                </a:stretch>
              </a:blipFill>
            </p:spPr>
            <p:txBody>
              <a:bodyPr/>
              <a:lstStyle/>
              <a:p>
                <a:r>
                  <a:rPr lang="en-US">
                    <a:noFill/>
                  </a:rPr>
                  <a:t> </a:t>
                </a:r>
              </a:p>
            </p:txBody>
          </p:sp>
        </mc:Fallback>
      </mc:AlternateContent>
      <p:pic>
        <p:nvPicPr>
          <p:cNvPr id="6" name="Picture 5" descr="63f94596e3191e13.png"/>
          <p:cNvPicPr>
            <a:picLocks noChangeAspect="1"/>
          </p:cNvPicPr>
          <p:nvPr/>
        </p:nvPicPr>
        <p:blipFill>
          <a:blip r:embed="rId3"/>
          <a:stretch>
            <a:fillRect/>
          </a:stretch>
        </p:blipFill>
        <p:spPr>
          <a:xfrm>
            <a:off x="4531236" y="1731907"/>
            <a:ext cx="2600856" cy="763524"/>
          </a:xfrm>
          <a:prstGeom prst="rect">
            <a:avLst/>
          </a:prstGeom>
        </p:spPr>
      </p:pic>
      <p:pic>
        <p:nvPicPr>
          <p:cNvPr id="7" name="Picture 6" descr="c91995de94bb18b7.png"/>
          <p:cNvPicPr>
            <a:picLocks noChangeAspect="1"/>
          </p:cNvPicPr>
          <p:nvPr/>
        </p:nvPicPr>
        <p:blipFill>
          <a:blip r:embed="rId4"/>
          <a:stretch>
            <a:fillRect/>
          </a:stretch>
        </p:blipFill>
        <p:spPr>
          <a:xfrm>
            <a:off x="4267726" y="3946601"/>
            <a:ext cx="5120640" cy="537566"/>
          </a:xfrm>
          <a:prstGeom prst="rect">
            <a:avLst/>
          </a:prstGeom>
        </p:spPr>
      </p:pic>
      <p:pic>
        <p:nvPicPr>
          <p:cNvPr id="8" name="Picture 7" descr="7913cc666e830d22.png"/>
          <p:cNvPicPr>
            <a:picLocks noChangeAspect="1"/>
          </p:cNvPicPr>
          <p:nvPr/>
        </p:nvPicPr>
        <p:blipFill>
          <a:blip r:embed="rId5"/>
          <a:stretch>
            <a:fillRect/>
          </a:stretch>
        </p:blipFill>
        <p:spPr>
          <a:xfrm>
            <a:off x="4807821" y="4653166"/>
            <a:ext cx="5036828" cy="763524"/>
          </a:xfrm>
          <a:prstGeom prst="rect">
            <a:avLst/>
          </a:prstGeom>
        </p:spPr>
      </p:pic>
      <p:pic>
        <p:nvPicPr>
          <p:cNvPr id="9" name="Picture 8" descr="0715cfbcb3031d87.png"/>
          <p:cNvPicPr>
            <a:picLocks noChangeAspect="1"/>
          </p:cNvPicPr>
          <p:nvPr/>
        </p:nvPicPr>
        <p:blipFill>
          <a:blip r:embed="rId6"/>
          <a:stretch>
            <a:fillRect/>
          </a:stretch>
        </p:blipFill>
        <p:spPr>
          <a:xfrm>
            <a:off x="5166931" y="5585689"/>
            <a:ext cx="1318485" cy="703802"/>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FD37B31-21A2-42BC-2830-953C8A344433}"/>
                  </a:ext>
                </a:extLst>
              </p:cNvPr>
              <p:cNvSpPr txBox="1"/>
              <p:nvPr/>
            </p:nvSpPr>
            <p:spPr>
              <a:xfrm>
                <a:off x="8248519" y="1092061"/>
                <a:ext cx="3105283" cy="954107"/>
              </a:xfrm>
              <a:prstGeom prst="rect">
                <a:avLst/>
              </a:prstGeom>
              <a:noFill/>
              <a:ln>
                <a:solidFill>
                  <a:schemeClr val="accent1"/>
                </a:solidFill>
              </a:ln>
            </p:spPr>
            <p:txBody>
              <a:bodyPr wrap="square" rtlCol="0">
                <a:spAutoFit/>
              </a:bodyPr>
              <a:lstStyle/>
              <a:p>
                <a:r>
                  <a:rPr lang="en-GB" sz="1400" dirty="0">
                    <a:latin typeface="Arial" panose="020B0604020202020204" pitchFamily="34" charset="0"/>
                    <a:cs typeface="Arial" panose="020B0604020202020204" pitchFamily="34" charset="0"/>
                  </a:rPr>
                  <a:t>This form is perhaps the most common for a computational solution – we want to solve everything in terms of our independent variables </a:t>
                </a:r>
                <a14:m>
                  <m:oMath xmlns:m="http://schemas.openxmlformats.org/officeDocument/2006/math">
                    <m:r>
                      <a:rPr lang="en-GB" sz="1400" b="1" i="0" smtClean="0">
                        <a:latin typeface="Cambria Math" panose="02040503050406030204" pitchFamily="18" charset="0"/>
                      </a:rPr>
                      <m:t>𝐮</m:t>
                    </m:r>
                  </m:oMath>
                </a14:m>
                <a:endParaRPr lang="en-GB" sz="1400" b="1" dirty="0">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8FD37B31-21A2-42BC-2830-953C8A344433}"/>
                  </a:ext>
                </a:extLst>
              </p:cNvPr>
              <p:cNvSpPr txBox="1">
                <a:spLocks noRot="1" noChangeAspect="1" noMove="1" noResize="1" noEditPoints="1" noAdjustHandles="1" noChangeArrowheads="1" noChangeShapeType="1" noTextEdit="1"/>
              </p:cNvSpPr>
              <p:nvPr/>
            </p:nvSpPr>
            <p:spPr>
              <a:xfrm>
                <a:off x="8248519" y="1092061"/>
                <a:ext cx="3105283" cy="954107"/>
              </a:xfrm>
              <a:prstGeom prst="rect">
                <a:avLst/>
              </a:prstGeom>
              <a:blipFill>
                <a:blip r:embed="rId7"/>
                <a:stretch>
                  <a:fillRect l="-391" t="-629" r="-977" b="-5031"/>
                </a:stretch>
              </a:blipFill>
              <a:ln>
                <a:solidFill>
                  <a:schemeClr val="accent1"/>
                </a:solidFill>
              </a:ln>
            </p:spPr>
            <p:txBody>
              <a:bodyPr/>
              <a:lstStyle/>
              <a:p>
                <a:r>
                  <a:rPr lang="en-GB">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A127F-410E-893D-5530-3031F1715D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EDBBCD-5227-FF6E-C91E-8C7302BB93A3}"/>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Non-conservation form</a:t>
            </a:r>
          </a:p>
        </p:txBody>
      </p:sp>
    </p:spTree>
    <p:extLst>
      <p:ext uri="{BB962C8B-B14F-4D97-AF65-F5344CB8AC3E}">
        <p14:creationId xmlns:p14="http://schemas.microsoft.com/office/powerpoint/2010/main" val="317801236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Primitive-variable form</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3" y="2913468"/>
                <a:ext cx="11198530" cy="3745886"/>
              </a:xfrm>
            </p:spPr>
            <p:txBody>
              <a:bodyPr wrap="square">
                <a:normAutofit fontScale="92500" lnSpcReduction="10000"/>
              </a:bodyPr>
              <a:lstStyle/>
              <a:p>
                <a:r>
                  <a:rPr lang="en-GB" sz="1600" dirty="0"/>
                  <a:t>Sometimes the conserved variables are not the most intuitive variables to use, and the shallow water equations are a good example of this</a:t>
                </a:r>
              </a:p>
              <a:p>
                <a:r>
                  <a:rPr lang="en-GB" sz="1600" dirty="0"/>
                  <a:t>Why use geopotential if we could use height?</a:t>
                </a:r>
              </a:p>
              <a:p>
                <a:r>
                  <a:rPr lang="en-GB" sz="1600" dirty="0"/>
                  <a:t>Alternative variable choices are sometimes called </a:t>
                </a:r>
                <a:r>
                  <a:rPr lang="en-GB" sz="1600" b="1" dirty="0"/>
                  <a:t>primitive variables </a:t>
                </a:r>
                <a:r>
                  <a:rPr lang="en-GB" sz="1600" dirty="0"/>
                  <a:t>(if you have a reference set of variables), and may allow for more intuitive or analytic understanding of the equations</a:t>
                </a:r>
              </a:p>
              <a:p>
                <a:r>
                  <a:rPr lang="en-GB" sz="1600" dirty="0"/>
                  <a:t>To qualify as a set of primitive variables, we need variables which allow for a </a:t>
                </a:r>
                <a:r>
                  <a:rPr lang="en-GB" sz="1600" b="1" dirty="0"/>
                  <a:t>closed system of equations</a:t>
                </a:r>
                <a:r>
                  <a:rPr lang="en-GB" sz="1600" dirty="0"/>
                  <a:t>, but they do not form a unique set of variables – these could just be considered another form of the (non-conservative) PDE</a:t>
                </a:r>
              </a:p>
              <a:p>
                <a:r>
                  <a:rPr lang="en-GB" sz="1600" dirty="0"/>
                  <a:t>In the shallow water equations, a suitable choice of primitive variables might be total height, </a:t>
                </a:r>
                <a14:m>
                  <m:oMath xmlns:m="http://schemas.openxmlformats.org/officeDocument/2006/math">
                    <m:r>
                      <a:rPr lang="en-GB" sz="1600" i="1" dirty="0" smtClean="0">
                        <a:latin typeface="Cambria Math" panose="02040503050406030204" pitchFamily="18" charset="0"/>
                      </a:rPr>
                      <m:t>𝐻</m:t>
                    </m:r>
                  </m:oMath>
                </a14:m>
                <a:r>
                  <a:rPr lang="en-GB" sz="1600" dirty="0"/>
                  <a:t>, and velocity, </a:t>
                </a:r>
                <a14:m>
                  <m:oMath xmlns:m="http://schemas.openxmlformats.org/officeDocument/2006/math">
                    <m:r>
                      <a:rPr lang="en-GB" sz="1600" i="1" dirty="0" smtClean="0">
                        <a:latin typeface="Cambria Math" panose="02040503050406030204" pitchFamily="18" charset="0"/>
                      </a:rPr>
                      <m:t>𝑢</m:t>
                    </m:r>
                  </m:oMath>
                </a14:m>
                <a:endParaRPr lang="en-GB" sz="1600" dirty="0"/>
              </a:p>
              <a:p>
                <a:r>
                  <a:rPr lang="en-GB" sz="1600" dirty="0"/>
                  <a:t>But we could also have </a:t>
                </a:r>
                <a14:m>
                  <m:oMath xmlns:m="http://schemas.openxmlformats.org/officeDocument/2006/math">
                    <m:r>
                      <a:rPr lang="en-GB" sz="1600" i="1" dirty="0" smtClean="0">
                        <a:latin typeface="Cambria Math" panose="02040503050406030204" pitchFamily="18" charset="0"/>
                      </a:rPr>
                      <m:t>𝜙</m:t>
                    </m:r>
                  </m:oMath>
                </a14:m>
                <a:r>
                  <a:rPr lang="en-GB" sz="1600" dirty="0"/>
                  <a:t> and </a:t>
                </a:r>
                <a14:m>
                  <m:oMath xmlns:m="http://schemas.openxmlformats.org/officeDocument/2006/math">
                    <m:r>
                      <a:rPr lang="en-GB" sz="1600" i="1" dirty="0" smtClean="0">
                        <a:latin typeface="Cambria Math" panose="02040503050406030204" pitchFamily="18" charset="0"/>
                      </a:rPr>
                      <m:t>𝑢</m:t>
                    </m:r>
                  </m:oMath>
                </a14:m>
                <a:r>
                  <a:rPr lang="en-GB" sz="1600" dirty="0"/>
                  <a:t>, or </a:t>
                </a:r>
                <a14:m>
                  <m:oMath xmlns:m="http://schemas.openxmlformats.org/officeDocument/2006/math">
                    <m:r>
                      <a:rPr lang="en-GB" sz="1600" i="1" dirty="0" smtClean="0">
                        <a:latin typeface="Cambria Math" panose="02040503050406030204" pitchFamily="18" charset="0"/>
                      </a:rPr>
                      <m:t>𝜂</m:t>
                    </m:r>
                  </m:oMath>
                </a14:m>
                <a:r>
                  <a:rPr lang="en-GB" sz="1600" dirty="0"/>
                  <a:t> and </a:t>
                </a:r>
                <a14:m>
                  <m:oMath xmlns:m="http://schemas.openxmlformats.org/officeDocument/2006/math">
                    <m:sSup>
                      <m:sSupPr>
                        <m:ctrlPr>
                          <a:rPr lang="en-GB" sz="1600" i="1" dirty="0" smtClean="0">
                            <a:latin typeface="Cambria Math" panose="02040503050406030204" pitchFamily="18" charset="0"/>
                          </a:rPr>
                        </m:ctrlPr>
                      </m:sSupPr>
                      <m:e>
                        <m:r>
                          <a:rPr lang="en-GB" sz="1600" i="1" dirty="0" smtClean="0">
                            <a:latin typeface="Cambria Math" panose="02040503050406030204" pitchFamily="18" charset="0"/>
                          </a:rPr>
                          <m:t>𝑢</m:t>
                        </m:r>
                      </m:e>
                      <m:sup>
                        <m:r>
                          <a:rPr lang="en-GB" sz="1600" b="0" i="1" dirty="0" smtClean="0">
                            <a:latin typeface="Cambria Math" panose="02040503050406030204" pitchFamily="18" charset="0"/>
                          </a:rPr>
                          <m:t>2</m:t>
                        </m:r>
                      </m:sup>
                    </m:sSup>
                  </m:oMath>
                </a14:m>
                <a:r>
                  <a:rPr lang="en-GB" sz="1600" dirty="0"/>
                  <a:t>, but </a:t>
                </a:r>
                <a:r>
                  <a:rPr lang="en-GB" sz="1600" b="1" dirty="0"/>
                  <a:t>not </a:t>
                </a:r>
                <a14:m>
                  <m:oMath xmlns:m="http://schemas.openxmlformats.org/officeDocument/2006/math">
                    <m:r>
                      <a:rPr lang="en-GB" sz="1600" i="1" dirty="0" smtClean="0">
                        <a:latin typeface="Cambria Math" panose="02040503050406030204" pitchFamily="18" charset="0"/>
                      </a:rPr>
                      <m:t>𝜙</m:t>
                    </m:r>
                  </m:oMath>
                </a14:m>
                <a:r>
                  <a:rPr lang="en-GB" sz="1600" dirty="0"/>
                  <a:t> and </a:t>
                </a:r>
                <a14:m>
                  <m:oMath xmlns:m="http://schemas.openxmlformats.org/officeDocument/2006/math">
                    <m:r>
                      <a:rPr lang="en-GB" sz="1600" i="1" dirty="0" smtClean="0">
                        <a:latin typeface="Cambria Math" panose="02040503050406030204" pitchFamily="18" charset="0"/>
                      </a:rPr>
                      <m:t>𝐻</m:t>
                    </m:r>
                  </m:oMath>
                </a14:m>
                <a:r>
                  <a:rPr lang="en-GB" sz="1600" dirty="0"/>
                  <a:t> (from which u cannot be computed)</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3" y="2913468"/>
                <a:ext cx="11198530" cy="3745886"/>
              </a:xfrm>
              <a:blipFill>
                <a:blip r:embed="rId2"/>
                <a:stretch>
                  <a:fillRect l="-163" r="-544"/>
                </a:stretch>
              </a:blipFill>
            </p:spPr>
            <p:txBody>
              <a:bodyPr/>
              <a:lstStyle/>
              <a:p>
                <a:r>
                  <a:rPr lang="en-US">
                    <a:noFill/>
                  </a:rPr>
                  <a:t> </a:t>
                </a:r>
              </a:p>
            </p:txBody>
          </p:sp>
        </mc:Fallback>
      </mc:AlternateContent>
      <p:pic>
        <p:nvPicPr>
          <p:cNvPr id="6" name="Picture 5" descr="2b469206ad279632.png"/>
          <p:cNvPicPr>
            <a:picLocks noChangeAspect="1"/>
          </p:cNvPicPr>
          <p:nvPr/>
        </p:nvPicPr>
        <p:blipFill>
          <a:blip r:embed="rId3"/>
          <a:stretch>
            <a:fillRect/>
          </a:stretch>
        </p:blipFill>
        <p:spPr>
          <a:xfrm>
            <a:off x="4414345" y="1875819"/>
            <a:ext cx="3453698" cy="7385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Primitive-variable form (continued)</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2752344"/>
                <a:ext cx="11231953" cy="2112264"/>
              </a:xfrm>
            </p:spPr>
            <p:txBody>
              <a:bodyPr wrap="square">
                <a:normAutofit fontScale="92500" lnSpcReduction="20000"/>
              </a:bodyPr>
              <a:lstStyle/>
              <a:p>
                <a:r>
                  <a:rPr lang="en-GB" sz="1600" dirty="0"/>
                  <a:t>Obtaining primitive-variable form is now a matter of multivariable chain rule</a:t>
                </a:r>
              </a:p>
              <a:p>
                <a:endParaRPr lang="en-GB" sz="1600" dirty="0"/>
              </a:p>
              <a:p>
                <a:r>
                  <a:rPr lang="en-GB" sz="1600" dirty="0"/>
                  <a:t>Therefore</a:t>
                </a:r>
              </a:p>
              <a:p>
                <a:endParaRPr lang="en-GB" sz="1600" dirty="0"/>
              </a:p>
              <a:p>
                <a:r>
                  <a:rPr lang="en-GB" sz="1600" dirty="0"/>
                  <a:t>This last expression implies </a:t>
                </a:r>
                <a14:m>
                  <m:oMath xmlns:m="http://schemas.openxmlformats.org/officeDocument/2006/math">
                    <m:r>
                      <m:rPr>
                        <m:sty m:val="p"/>
                      </m:rPr>
                      <a:rPr lang="en-GB" sz="1600" i="0" dirty="0" smtClean="0">
                        <a:latin typeface="Cambria Math" panose="02040503050406030204" pitchFamily="18" charset="0"/>
                      </a:rPr>
                      <m:t>A</m:t>
                    </m:r>
                  </m:oMath>
                </a14:m>
                <a:r>
                  <a:rPr lang="en-GB" sz="1600" dirty="0"/>
                  <a:t> and </a:t>
                </a:r>
                <a14:m>
                  <m:oMath xmlns:m="http://schemas.openxmlformats.org/officeDocument/2006/math">
                    <m:r>
                      <m:rPr>
                        <m:sty m:val="p"/>
                      </m:rPr>
                      <a:rPr lang="en-GB" sz="1600" i="0" dirty="0" smtClean="0">
                        <a:latin typeface="Cambria Math" panose="02040503050406030204" pitchFamily="18" charset="0"/>
                      </a:rPr>
                      <m:t>B</m:t>
                    </m:r>
                  </m:oMath>
                </a14:m>
                <a:r>
                  <a:rPr lang="en-GB" sz="1600" dirty="0"/>
                  <a:t> are </a:t>
                </a:r>
                <a:r>
                  <a:rPr lang="en-GB" sz="1600" b="1" dirty="0"/>
                  <a:t>similar matrices</a:t>
                </a:r>
              </a:p>
              <a:p>
                <a:endParaRPr lang="en-GB" sz="1600" b="1" dirty="0"/>
              </a:p>
              <a:p>
                <a:endParaRPr lang="en-GB" sz="1600" b="1" dirty="0"/>
              </a:p>
              <a:p>
                <a:endParaRPr lang="en-GB" sz="1600" b="1" dirty="0"/>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2752344"/>
                <a:ext cx="11231953" cy="2112264"/>
              </a:xfrm>
              <a:blipFill>
                <a:blip r:embed="rId2"/>
                <a:stretch>
                  <a:fillRect l="-163" b="-578"/>
                </a:stretch>
              </a:blipFill>
            </p:spPr>
            <p:txBody>
              <a:bodyPr/>
              <a:lstStyle/>
              <a:p>
                <a:r>
                  <a:rPr lang="en-GB">
                    <a:noFill/>
                  </a:rPr>
                  <a:t> </a:t>
                </a:r>
              </a:p>
            </p:txBody>
          </p:sp>
        </mc:Fallback>
      </mc:AlternateContent>
      <p:pic>
        <p:nvPicPr>
          <p:cNvPr id="6" name="Picture 5" descr="44284c3d8545ca4f.png"/>
          <p:cNvPicPr>
            <a:picLocks noChangeAspect="1"/>
          </p:cNvPicPr>
          <p:nvPr/>
        </p:nvPicPr>
        <p:blipFill>
          <a:blip r:embed="rId3"/>
          <a:stretch>
            <a:fillRect/>
          </a:stretch>
        </p:blipFill>
        <p:spPr>
          <a:xfrm>
            <a:off x="7223760" y="2847798"/>
            <a:ext cx="3394770" cy="729769"/>
          </a:xfrm>
          <a:prstGeom prst="rect">
            <a:avLst/>
          </a:prstGeom>
        </p:spPr>
      </p:pic>
      <p:pic>
        <p:nvPicPr>
          <p:cNvPr id="7" name="Picture 6" descr="242ebb449e6cea10.png"/>
          <p:cNvPicPr>
            <a:picLocks noChangeAspect="1"/>
          </p:cNvPicPr>
          <p:nvPr/>
        </p:nvPicPr>
        <p:blipFill>
          <a:blip r:embed="rId4"/>
          <a:stretch>
            <a:fillRect/>
          </a:stretch>
        </p:blipFill>
        <p:spPr>
          <a:xfrm>
            <a:off x="1746504" y="3780440"/>
            <a:ext cx="5120640" cy="692142"/>
          </a:xfrm>
          <a:prstGeom prst="rect">
            <a:avLst/>
          </a:prstGeom>
        </p:spPr>
      </p:pic>
      <p:pic>
        <p:nvPicPr>
          <p:cNvPr id="5" name="Picture 4" descr="2b469206ad279632.png">
            <a:extLst>
              <a:ext uri="{FF2B5EF4-FFF2-40B4-BE49-F238E27FC236}">
                <a16:creationId xmlns:a16="http://schemas.microsoft.com/office/drawing/2014/main" id="{3D62815F-1BB1-3F9B-56B1-C08110AE5943}"/>
              </a:ext>
            </a:extLst>
          </p:cNvPr>
          <p:cNvPicPr>
            <a:picLocks noChangeAspect="1"/>
          </p:cNvPicPr>
          <p:nvPr/>
        </p:nvPicPr>
        <p:blipFill>
          <a:blip r:embed="rId5"/>
          <a:stretch>
            <a:fillRect/>
          </a:stretch>
        </p:blipFill>
        <p:spPr>
          <a:xfrm>
            <a:off x="4414345" y="1875819"/>
            <a:ext cx="3453698" cy="738536"/>
          </a:xfrm>
          <a:prstGeom prst="rect">
            <a:avLst/>
          </a:prstGeom>
        </p:spPr>
      </p:pic>
      <p:sp>
        <p:nvSpPr>
          <p:cNvPr id="9" name="TextBox 8">
            <a:extLst>
              <a:ext uri="{FF2B5EF4-FFF2-40B4-BE49-F238E27FC236}">
                <a16:creationId xmlns:a16="http://schemas.microsoft.com/office/drawing/2014/main" id="{EAB66BF8-E81A-921A-DA24-624CA0EB7DAD}"/>
              </a:ext>
            </a:extLst>
          </p:cNvPr>
          <p:cNvSpPr txBox="1"/>
          <p:nvPr/>
        </p:nvSpPr>
        <p:spPr>
          <a:xfrm>
            <a:off x="8631936" y="1134498"/>
            <a:ext cx="2721866" cy="1384995"/>
          </a:xfrm>
          <a:prstGeom prst="rect">
            <a:avLst/>
          </a:prstGeom>
          <a:noFill/>
          <a:ln>
            <a:solidFill>
              <a:schemeClr val="accent1"/>
            </a:solidFill>
          </a:ln>
        </p:spPr>
        <p:txBody>
          <a:bodyPr wrap="square" rtlCol="0">
            <a:spAutoFit/>
          </a:bodyPr>
          <a:lstStyle/>
          <a:p>
            <a:r>
              <a:rPr lang="en-GB" sz="1400" dirty="0">
                <a:latin typeface="Arial" panose="020B0604020202020204" pitchFamily="34" charset="0"/>
                <a:cs typeface="Arial" panose="020B0604020202020204" pitchFamily="34" charset="0"/>
              </a:rPr>
              <a:t>Even if your system of equations doesn’t have the common concept of primitive variables, we are really introducing this to show how variable transformations happen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E0EDB-468D-BA1A-BEBD-E1846B9EB6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E4AE42-A0C1-5C64-3120-BD075ED97192}"/>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Primitive form</a:t>
            </a:r>
          </a:p>
        </p:txBody>
      </p:sp>
    </p:spTree>
    <p:extLst>
      <p:ext uri="{BB962C8B-B14F-4D97-AF65-F5344CB8AC3E}">
        <p14:creationId xmlns:p14="http://schemas.microsoft.com/office/powerpoint/2010/main" val="355945940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034F-2932-E776-0979-C6BCF75AF2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201AC8-7140-9AA5-F618-280DF8896036}"/>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Primitive form</a:t>
            </a:r>
          </a:p>
        </p:txBody>
      </p:sp>
    </p:spTree>
    <p:extLst>
      <p:ext uri="{BB962C8B-B14F-4D97-AF65-F5344CB8AC3E}">
        <p14:creationId xmlns:p14="http://schemas.microsoft.com/office/powerpoint/2010/main" val="425244927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53E14-8D95-019C-7A66-E16D7D0F9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2CE5DF-EE65-00FD-9A73-95CB2B863832}"/>
              </a:ext>
            </a:extLst>
          </p:cNvPr>
          <p:cNvSpPr>
            <a:spLocks noGrp="1"/>
          </p:cNvSpPr>
          <p:nvPr>
            <p:ph type="title"/>
          </p:nvPr>
        </p:nvSpPr>
        <p:spPr/>
        <p:txBody>
          <a:bodyPr/>
          <a:lstStyle/>
          <a:p>
            <a:r>
              <a:t>Primitive-variable form (continued)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42DC7BD-DB48-E4F1-E995-DFE1655B7671}"/>
                  </a:ext>
                </a:extLst>
              </p:cNvPr>
              <p:cNvSpPr>
                <a:spLocks noGrp="1"/>
              </p:cNvSpPr>
              <p:nvPr>
                <p:ph sz="half" idx="11"/>
              </p:nvPr>
            </p:nvSpPr>
            <p:spPr>
              <a:xfrm>
                <a:off x="417502" y="2752344"/>
                <a:ext cx="11231953" cy="3483864"/>
              </a:xfrm>
            </p:spPr>
            <p:txBody>
              <a:bodyPr wrap="square">
                <a:normAutofit fontScale="85000" lnSpcReduction="10000"/>
              </a:bodyPr>
              <a:lstStyle/>
              <a:p>
                <a:r>
                  <a:rPr lang="en-GB" sz="1600" dirty="0"/>
                  <a:t>Obtaining primitive-variable form is now a matter of multivariable chain rule</a:t>
                </a:r>
              </a:p>
              <a:p>
                <a:endParaRPr lang="en-GB" sz="1600" dirty="0"/>
              </a:p>
              <a:p>
                <a:r>
                  <a:rPr lang="en-GB" sz="1600" dirty="0"/>
                  <a:t>Therefore</a:t>
                </a:r>
              </a:p>
              <a:p>
                <a:endParaRPr lang="en-GB" sz="1600" dirty="0"/>
              </a:p>
              <a:p>
                <a:r>
                  <a:rPr lang="en-GB" sz="1600" dirty="0"/>
                  <a:t>This last expression implies </a:t>
                </a:r>
                <a14:m>
                  <m:oMath xmlns:m="http://schemas.openxmlformats.org/officeDocument/2006/math">
                    <m:r>
                      <m:rPr>
                        <m:sty m:val="p"/>
                      </m:rPr>
                      <a:rPr lang="en-GB" sz="1600" i="0" dirty="0" smtClean="0">
                        <a:latin typeface="Cambria Math" panose="02040503050406030204" pitchFamily="18" charset="0"/>
                      </a:rPr>
                      <m:t>A</m:t>
                    </m:r>
                  </m:oMath>
                </a14:m>
                <a:r>
                  <a:rPr lang="en-GB" sz="1600" dirty="0"/>
                  <a:t> and </a:t>
                </a:r>
                <a14:m>
                  <m:oMath xmlns:m="http://schemas.openxmlformats.org/officeDocument/2006/math">
                    <m:r>
                      <m:rPr>
                        <m:sty m:val="p"/>
                      </m:rPr>
                      <a:rPr lang="en-GB" sz="1600" i="0" dirty="0" smtClean="0">
                        <a:latin typeface="Cambria Math" panose="02040503050406030204" pitchFamily="18" charset="0"/>
                      </a:rPr>
                      <m:t>B</m:t>
                    </m:r>
                  </m:oMath>
                </a14:m>
                <a:r>
                  <a:rPr lang="en-GB" sz="1600" dirty="0"/>
                  <a:t> are </a:t>
                </a:r>
                <a:r>
                  <a:rPr lang="en-GB" sz="1600" b="1" dirty="0"/>
                  <a:t>similar matrices</a:t>
                </a:r>
              </a:p>
              <a:p>
                <a:r>
                  <a:rPr lang="en-GB" sz="1600" dirty="0"/>
                  <a:t>For the shallow water equations</a:t>
                </a:r>
              </a:p>
              <a:p>
                <a:endParaRPr lang="en-GB" sz="1600" dirty="0"/>
              </a:p>
              <a:p>
                <a:r>
                  <a:rPr lang="en-GB" sz="1600" dirty="0"/>
                  <a:t>Often, it is not worth going through the matrix calculations, and it is much easier to do this by simple manipulation of the equations</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2752344"/>
                <a:ext cx="11231953" cy="3483864"/>
              </a:xfrm>
              <a:blipFill>
                <a:blip r:embed="rId2"/>
                <a:stretch>
                  <a:fillRect l="-54"/>
                </a:stretch>
              </a:blipFill>
            </p:spPr>
            <p:txBody>
              <a:bodyPr/>
              <a:lstStyle/>
              <a:p>
                <a:r>
                  <a:rPr lang="en-US">
                    <a:noFill/>
                  </a:rPr>
                  <a:t> </a:t>
                </a:r>
              </a:p>
            </p:txBody>
          </p:sp>
        </mc:Fallback>
      </mc:AlternateContent>
      <p:pic>
        <p:nvPicPr>
          <p:cNvPr id="6" name="Picture 5" descr="44284c3d8545ca4f.png">
            <a:extLst>
              <a:ext uri="{FF2B5EF4-FFF2-40B4-BE49-F238E27FC236}">
                <a16:creationId xmlns:a16="http://schemas.microsoft.com/office/drawing/2014/main" id="{ED3C8D72-4557-A212-B118-F4E1817073D2}"/>
              </a:ext>
            </a:extLst>
          </p:cNvPr>
          <p:cNvPicPr>
            <a:picLocks noChangeAspect="1"/>
          </p:cNvPicPr>
          <p:nvPr/>
        </p:nvPicPr>
        <p:blipFill>
          <a:blip r:embed="rId2"/>
          <a:stretch>
            <a:fillRect/>
          </a:stretch>
        </p:blipFill>
        <p:spPr>
          <a:xfrm>
            <a:off x="6867144" y="2817820"/>
            <a:ext cx="3394770" cy="729769"/>
          </a:xfrm>
          <a:prstGeom prst="rect">
            <a:avLst/>
          </a:prstGeom>
        </p:spPr>
      </p:pic>
      <p:pic>
        <p:nvPicPr>
          <p:cNvPr id="7" name="Picture 6" descr="242ebb449e6cea10.png">
            <a:extLst>
              <a:ext uri="{FF2B5EF4-FFF2-40B4-BE49-F238E27FC236}">
                <a16:creationId xmlns:a16="http://schemas.microsoft.com/office/drawing/2014/main" id="{52351883-79B9-C241-FEBF-C5B1E4E4B551}"/>
              </a:ext>
            </a:extLst>
          </p:cNvPr>
          <p:cNvPicPr>
            <a:picLocks noChangeAspect="1"/>
          </p:cNvPicPr>
          <p:nvPr/>
        </p:nvPicPr>
        <p:blipFill>
          <a:blip r:embed="rId3"/>
          <a:stretch>
            <a:fillRect/>
          </a:stretch>
        </p:blipFill>
        <p:spPr>
          <a:xfrm>
            <a:off x="1746504" y="3780440"/>
            <a:ext cx="5120640" cy="692142"/>
          </a:xfrm>
          <a:prstGeom prst="rect">
            <a:avLst/>
          </a:prstGeom>
        </p:spPr>
      </p:pic>
      <p:pic>
        <p:nvPicPr>
          <p:cNvPr id="8" name="Picture 7" descr="245cc76b2605fabc.png">
            <a:extLst>
              <a:ext uri="{FF2B5EF4-FFF2-40B4-BE49-F238E27FC236}">
                <a16:creationId xmlns:a16="http://schemas.microsoft.com/office/drawing/2014/main" id="{FD5CC845-0E9D-F939-B7E4-4761CC3C69BB}"/>
              </a:ext>
            </a:extLst>
          </p:cNvPr>
          <p:cNvPicPr>
            <a:picLocks noChangeAspect="1"/>
          </p:cNvPicPr>
          <p:nvPr/>
        </p:nvPicPr>
        <p:blipFill>
          <a:blip r:embed="rId4"/>
          <a:stretch>
            <a:fillRect/>
          </a:stretch>
        </p:blipFill>
        <p:spPr>
          <a:xfrm>
            <a:off x="3813048" y="4952663"/>
            <a:ext cx="3968496" cy="692748"/>
          </a:xfrm>
          <a:prstGeom prst="rect">
            <a:avLst/>
          </a:prstGeom>
        </p:spPr>
      </p:pic>
      <p:pic>
        <p:nvPicPr>
          <p:cNvPr id="5" name="Picture 4" descr="2b469206ad279632.png">
            <a:extLst>
              <a:ext uri="{FF2B5EF4-FFF2-40B4-BE49-F238E27FC236}">
                <a16:creationId xmlns:a16="http://schemas.microsoft.com/office/drawing/2014/main" id="{4F3C877B-A2A4-599D-7B1A-0B6266A33B56}"/>
              </a:ext>
            </a:extLst>
          </p:cNvPr>
          <p:cNvPicPr>
            <a:picLocks noChangeAspect="1"/>
          </p:cNvPicPr>
          <p:nvPr/>
        </p:nvPicPr>
        <p:blipFill>
          <a:blip r:embed="rId5"/>
          <a:stretch>
            <a:fillRect/>
          </a:stretch>
        </p:blipFill>
        <p:spPr>
          <a:xfrm>
            <a:off x="4414345" y="1875819"/>
            <a:ext cx="3453698" cy="738536"/>
          </a:xfrm>
          <a:prstGeom prst="rect">
            <a:avLst/>
          </a:prstGeom>
        </p:spPr>
      </p:pic>
      <p:sp>
        <p:nvSpPr>
          <p:cNvPr id="9" name="TextBox 8">
            <a:extLst>
              <a:ext uri="{FF2B5EF4-FFF2-40B4-BE49-F238E27FC236}">
                <a16:creationId xmlns:a16="http://schemas.microsoft.com/office/drawing/2014/main" id="{6362D8D3-BAEF-5770-AB72-37DF4ACED338}"/>
              </a:ext>
            </a:extLst>
          </p:cNvPr>
          <p:cNvSpPr txBox="1"/>
          <p:nvPr/>
        </p:nvSpPr>
        <p:spPr>
          <a:xfrm>
            <a:off x="8631936" y="1134498"/>
            <a:ext cx="2721866" cy="1384995"/>
          </a:xfrm>
          <a:prstGeom prst="rect">
            <a:avLst/>
          </a:prstGeom>
          <a:noFill/>
          <a:ln>
            <a:solidFill>
              <a:schemeClr val="accent1"/>
            </a:solidFill>
          </a:ln>
        </p:spPr>
        <p:txBody>
          <a:bodyPr wrap="square" rtlCol="0">
            <a:spAutoFit/>
          </a:bodyPr>
          <a:lstStyle/>
          <a:p>
            <a:r>
              <a:rPr lang="en-GB" sz="1400" dirty="0">
                <a:latin typeface="Arial" panose="020B0604020202020204" pitchFamily="34" charset="0"/>
                <a:cs typeface="Arial" panose="020B0604020202020204" pitchFamily="34" charset="0"/>
              </a:rPr>
              <a:t>Even if your system of equations doesn’t have the common concept of primitive variables, we are really introducing this to show how variable transformations happen</a:t>
            </a:r>
          </a:p>
        </p:txBody>
      </p:sp>
    </p:spTree>
    <p:extLst>
      <p:ext uri="{BB962C8B-B14F-4D97-AF65-F5344CB8AC3E}">
        <p14:creationId xmlns:p14="http://schemas.microsoft.com/office/powerpoint/2010/main" val="136942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681A-12DF-F712-5387-1021FEA328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D65B5D-849D-F82A-BB51-9E5439BAA90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Primitive form SW</a:t>
            </a:r>
          </a:p>
        </p:txBody>
      </p:sp>
    </p:spTree>
    <p:extLst>
      <p:ext uri="{BB962C8B-B14F-4D97-AF65-F5344CB8AC3E}">
        <p14:creationId xmlns:p14="http://schemas.microsoft.com/office/powerpoint/2010/main" val="376224350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6A3A9-7324-12D4-78A3-DCC5098358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4F043B-5A9B-B90C-8C64-4D653B4EEF81}"/>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Primitive form SW</a:t>
            </a:r>
          </a:p>
        </p:txBody>
      </p:sp>
    </p:spTree>
    <p:extLst>
      <p:ext uri="{BB962C8B-B14F-4D97-AF65-F5344CB8AC3E}">
        <p14:creationId xmlns:p14="http://schemas.microsoft.com/office/powerpoint/2010/main" val="72287178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D17DD-0C0B-FD04-AF79-D245CB9126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214A9E-BE05-E51C-8787-84DDE49AC993}"/>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Primitive form SW</a:t>
            </a:r>
          </a:p>
        </p:txBody>
      </p:sp>
    </p:spTree>
    <p:extLst>
      <p:ext uri="{BB962C8B-B14F-4D97-AF65-F5344CB8AC3E}">
        <p14:creationId xmlns:p14="http://schemas.microsoft.com/office/powerpoint/2010/main" val="127117698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 form</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2578608"/>
                <a:ext cx="11158801" cy="3282931"/>
              </a:xfrm>
            </p:spPr>
            <p:txBody>
              <a:bodyPr wrap="square">
                <a:normAutofit/>
              </a:bodyPr>
              <a:lstStyle/>
              <a:p>
                <a:r>
                  <a:rPr lang="en-GB" sz="1600" dirty="0"/>
                  <a:t>Characteristic form allows for a wide range of analysis of partial differential equations</a:t>
                </a:r>
              </a:p>
              <a:p>
                <a:r>
                  <a:rPr lang="en-GB" sz="1600" dirty="0"/>
                  <a:t>It can be used for finding exact solutions in some cases, approximate solutions in others, or understanding the behaviour of the system</a:t>
                </a:r>
              </a:p>
              <a:p>
                <a:r>
                  <a:rPr lang="en-GB" sz="1600" dirty="0"/>
                  <a:t>It is important to note that not all equations can be written in characteristic form; since </a:t>
                </a:r>
                <a14:m>
                  <m:oMath xmlns:m="http://schemas.openxmlformats.org/officeDocument/2006/math">
                    <m:r>
                      <m:rPr>
                        <m:sty m:val="p"/>
                      </m:rPr>
                      <a:rPr lang="en-GB" sz="1600" i="0" dirty="0" smtClean="0">
                        <a:latin typeface="Cambria Math" panose="02040503050406030204" pitchFamily="18" charset="0"/>
                      </a:rPr>
                      <m:t>Λ</m:t>
                    </m:r>
                  </m:oMath>
                </a14:m>
                <a:r>
                  <a:rPr lang="en-GB" sz="1600" dirty="0"/>
                  <a:t> is a diagonal matrix, at some point we will need to diagonalise a matrix to obtain it, which may not be possible</a:t>
                </a:r>
              </a:p>
              <a:p>
                <a:r>
                  <a:rPr lang="en-GB" sz="1600" dirty="0"/>
                  <a:t>We could consider characteristic form to be a very particular case of primitive variable form</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2578608"/>
                <a:ext cx="11158801" cy="3282931"/>
              </a:xfrm>
              <a:blipFill>
                <a:blip r:embed="rId2"/>
                <a:stretch>
                  <a:fillRect l="-218"/>
                </a:stretch>
              </a:blipFill>
            </p:spPr>
            <p:txBody>
              <a:bodyPr/>
              <a:lstStyle/>
              <a:p>
                <a:r>
                  <a:rPr lang="en-US">
                    <a:noFill/>
                  </a:rPr>
                  <a:t> </a:t>
                </a:r>
              </a:p>
            </p:txBody>
          </p:sp>
        </mc:Fallback>
      </mc:AlternateContent>
      <p:pic>
        <p:nvPicPr>
          <p:cNvPr id="6" name="Picture 5" descr="bc6cb44fbef3e718.png"/>
          <p:cNvPicPr>
            <a:picLocks noChangeAspect="1"/>
          </p:cNvPicPr>
          <p:nvPr/>
        </p:nvPicPr>
        <p:blipFill>
          <a:blip r:embed="rId3"/>
          <a:stretch>
            <a:fillRect/>
          </a:stretch>
        </p:blipFill>
        <p:spPr>
          <a:xfrm>
            <a:off x="4672584" y="1672354"/>
            <a:ext cx="2212848" cy="642957"/>
          </a:xfrm>
          <a:prstGeom prst="rect">
            <a:avLst/>
          </a:prstGeom>
        </p:spPr>
      </p:pic>
      <p:pic>
        <p:nvPicPr>
          <p:cNvPr id="7" name="Picture 6" descr="5badd44ba255b67a.png"/>
          <p:cNvPicPr>
            <a:picLocks noChangeAspect="1"/>
          </p:cNvPicPr>
          <p:nvPr/>
        </p:nvPicPr>
        <p:blipFill>
          <a:blip r:embed="rId4"/>
          <a:stretch>
            <a:fillRect/>
          </a:stretch>
        </p:blipFill>
        <p:spPr>
          <a:xfrm>
            <a:off x="2397545" y="5431364"/>
            <a:ext cx="7977849" cy="6934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 form (continued)</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5" y="2642616"/>
                <a:ext cx="10463854" cy="3566160"/>
              </a:xfrm>
            </p:spPr>
            <p:txBody>
              <a:bodyPr wrap="square">
                <a:normAutofit/>
              </a:bodyPr>
              <a:lstStyle/>
              <a:p>
                <a:r>
                  <a:rPr lang="en-GB" sz="1600" dirty="0"/>
                  <a:t>We need to find a matrix, </a:t>
                </a:r>
                <a14:m>
                  <m:oMath xmlns:m="http://schemas.openxmlformats.org/officeDocument/2006/math">
                    <m:r>
                      <a:rPr lang="en-GB" sz="1600" i="1" dirty="0" smtClean="0">
                        <a:latin typeface="Cambria Math" panose="02040503050406030204" pitchFamily="18" charset="0"/>
                      </a:rPr>
                      <m:t>𝐶</m:t>
                    </m:r>
                  </m:oMath>
                </a14:m>
                <a:r>
                  <a:rPr lang="en-GB" sz="1600" dirty="0"/>
                  <a:t>, such that</a:t>
                </a:r>
                <a14:m>
                  <m:oMath xmlns:m="http://schemas.openxmlformats.org/officeDocument/2006/math">
                    <m:r>
                      <a:rPr lang="en-GB" sz="1600" b="0" i="0" dirty="0" smtClean="0">
                        <a:latin typeface="Cambria Math" panose="02040503050406030204" pitchFamily="18" charset="0"/>
                      </a:rPr>
                      <m:t> </m:t>
                    </m:r>
                    <m:r>
                      <a:rPr lang="en-GB" sz="1600" b="0" i="1" dirty="0" smtClean="0">
                        <a:latin typeface="Cambria Math" panose="02040503050406030204" pitchFamily="18" charset="0"/>
                      </a:rPr>
                      <m:t>(</m:t>
                    </m:r>
                    <m:sSup>
                      <m:sSupPr>
                        <m:ctrlPr>
                          <a:rPr lang="ar-AE" sz="1600" i="1" dirty="0" smtClean="0">
                            <a:latin typeface="Cambria Math" panose="02040503050406030204" pitchFamily="18" charset="0"/>
                          </a:rPr>
                        </m:ctrlPr>
                      </m:sSupPr>
                      <m:e>
                        <m:sSub>
                          <m:sSubPr>
                            <m:ctrlPr>
                              <a:rPr lang="ar-AE" sz="1600" i="1" dirty="0" smtClean="0">
                                <a:latin typeface="Cambria Math" panose="02040503050406030204" pitchFamily="18" charset="0"/>
                              </a:rPr>
                            </m:ctrlPr>
                          </m:sSubPr>
                          <m:e>
                            <m:r>
                              <a:rPr lang="ar-AE" sz="1600" i="1" dirty="0" smtClean="0">
                                <a:latin typeface="Cambria Math" panose="02040503050406030204" pitchFamily="18" charset="0"/>
                              </a:rPr>
                              <m:t>𝐶</m:t>
                            </m:r>
                          </m:e>
                          <m:sub>
                            <m:r>
                              <a:rPr lang="ar-AE" sz="1600" i="1" dirty="0" smtClean="0">
                                <a:latin typeface="Cambria Math" panose="02040503050406030204" pitchFamily="18" charset="0"/>
                              </a:rPr>
                              <m:t>𝑖𝑘</m:t>
                            </m:r>
                          </m:sub>
                        </m:sSub>
                        <m:r>
                          <a:rPr lang="ar-AE" sz="1600" b="0" i="1" dirty="0" smtClean="0">
                            <a:latin typeface="Cambria Math" panose="02040503050406030204" pitchFamily="18" charset="0"/>
                          </a:rPr>
                          <m:t>)</m:t>
                        </m:r>
                      </m:e>
                      <m:sup>
                        <m:r>
                          <a:rPr lang="ar-AE" sz="1600" i="1" dirty="0" smtClean="0">
                            <a:latin typeface="Cambria Math" panose="02040503050406030204" pitchFamily="18" charset="0"/>
                          </a:rPr>
                          <m:t>−1</m:t>
                        </m:r>
                      </m:sup>
                    </m:sSup>
                    <m:sSub>
                      <m:sSubPr>
                        <m:ctrlPr>
                          <a:rPr lang="ar-AE" sz="1600" i="1" dirty="0" smtClean="0">
                            <a:latin typeface="Cambria Math" panose="02040503050406030204" pitchFamily="18" charset="0"/>
                          </a:rPr>
                        </m:ctrlPr>
                      </m:sSubPr>
                      <m:e>
                        <m:r>
                          <a:rPr lang="ar-AE" sz="1600" i="1" dirty="0" smtClean="0">
                            <a:latin typeface="Cambria Math" panose="02040503050406030204" pitchFamily="18" charset="0"/>
                          </a:rPr>
                          <m:t>𝐴</m:t>
                        </m:r>
                      </m:e>
                      <m:sub>
                        <m:r>
                          <a:rPr lang="ar-AE" sz="1600" i="1" dirty="0" smtClean="0">
                            <a:latin typeface="Cambria Math" panose="02040503050406030204" pitchFamily="18" charset="0"/>
                          </a:rPr>
                          <m:t>𝑘𝑙</m:t>
                        </m:r>
                      </m:sub>
                    </m:sSub>
                    <m:sSub>
                      <m:sSubPr>
                        <m:ctrlPr>
                          <a:rPr lang="ar-AE" sz="1600" i="1" dirty="0" smtClean="0">
                            <a:latin typeface="Cambria Math" panose="02040503050406030204" pitchFamily="18" charset="0"/>
                          </a:rPr>
                        </m:ctrlPr>
                      </m:sSubPr>
                      <m:e>
                        <m:r>
                          <a:rPr lang="ar-AE" sz="1600" i="1" dirty="0" smtClean="0">
                            <a:latin typeface="Cambria Math" panose="02040503050406030204" pitchFamily="18" charset="0"/>
                          </a:rPr>
                          <m:t>𝐶</m:t>
                        </m:r>
                      </m:e>
                      <m:sub>
                        <m:r>
                          <a:rPr lang="ar-AE" sz="1600" i="1" dirty="0" smtClean="0">
                            <a:latin typeface="Cambria Math" panose="02040503050406030204" pitchFamily="18" charset="0"/>
                          </a:rPr>
                          <m:t>𝑙𝑗</m:t>
                        </m:r>
                      </m:sub>
                    </m:sSub>
                  </m:oMath>
                </a14:m>
                <a:r>
                  <a:rPr lang="ar-AE" sz="1600" dirty="0"/>
                  <a:t> </a:t>
                </a:r>
                <a:r>
                  <a:rPr lang="en-GB" sz="1600" dirty="0"/>
                  <a:t>is diagonal</a:t>
                </a:r>
              </a:p>
              <a:p>
                <a:endParaRPr lang="en-GB" sz="1600" dirty="0"/>
              </a:p>
              <a:p>
                <a:r>
                  <a:rPr lang="en-GB" sz="1600" dirty="0"/>
                  <a:t>In doing so, we will effectively choose the 'primitive' variables for this case, since</a:t>
                </a:r>
              </a:p>
              <a:p>
                <a:endParaRPr lang="en-GB" sz="1600" dirty="0"/>
              </a:p>
              <a:p>
                <a:r>
                  <a:rPr lang="en-GB" sz="1600" dirty="0"/>
                  <a:t>This may well be familiar — we are </a:t>
                </a:r>
                <a:r>
                  <a:rPr lang="en-GB" sz="1600" b="1" dirty="0"/>
                  <a:t>diagonalising the Jacobian </a:t>
                </a:r>
                <a:r>
                  <a:rPr lang="en-GB" sz="1600" dirty="0"/>
                  <a:t>to achieve this</a:t>
                </a:r>
              </a:p>
              <a:p>
                <a:r>
                  <a:rPr lang="en-GB" sz="1600" dirty="0"/>
                  <a:t>Therefore the entries of </a:t>
                </a:r>
                <a14:m>
                  <m:oMath xmlns:m="http://schemas.openxmlformats.org/officeDocument/2006/math">
                    <m:r>
                      <m:rPr>
                        <m:sty m:val="p"/>
                      </m:rPr>
                      <a:rPr lang="el-GR" sz="1600" i="0" dirty="0" smtClean="0">
                        <a:latin typeface="Cambria Math" panose="02040503050406030204" pitchFamily="18" charset="0"/>
                      </a:rPr>
                      <m:t>Λ</m:t>
                    </m:r>
                  </m:oMath>
                </a14:m>
                <a:r>
                  <a:rPr lang="el-GR" sz="1600" dirty="0"/>
                  <a:t> </a:t>
                </a:r>
                <a:r>
                  <a:rPr lang="en-GB" sz="1600" dirty="0"/>
                  <a:t>are the eigenvalues of </a:t>
                </a:r>
                <a14:m>
                  <m:oMath xmlns:m="http://schemas.openxmlformats.org/officeDocument/2006/math">
                    <m:r>
                      <m:rPr>
                        <m:sty m:val="p"/>
                      </m:rPr>
                      <a:rPr lang="en-GB" sz="1600" i="0" dirty="0" smtClean="0">
                        <a:latin typeface="Cambria Math" panose="02040503050406030204" pitchFamily="18" charset="0"/>
                      </a:rPr>
                      <m:t>A</m:t>
                    </m:r>
                  </m:oMath>
                </a14:m>
                <a:r>
                  <a:rPr lang="en-GB" sz="1600" dirty="0"/>
                  <a:t>, and </a:t>
                </a:r>
                <a14:m>
                  <m:oMath xmlns:m="http://schemas.openxmlformats.org/officeDocument/2006/math">
                    <m:sSub>
                      <m:sSubPr>
                        <m:ctrlPr>
                          <a:rPr lang="ar-AE" sz="1600" i="1" dirty="0">
                            <a:latin typeface="Cambria Math" panose="02040503050406030204" pitchFamily="18" charset="0"/>
                          </a:rPr>
                        </m:ctrlPr>
                      </m:sSubPr>
                      <m:e>
                        <m:r>
                          <a:rPr lang="ar-AE" sz="1600" i="1" dirty="0">
                            <a:latin typeface="Cambria Math" panose="02040503050406030204" pitchFamily="18" charset="0"/>
                          </a:rPr>
                          <m:t>𝐶</m:t>
                        </m:r>
                      </m:e>
                      <m:sub>
                        <m:r>
                          <a:rPr lang="ar-AE" sz="1600" i="1" dirty="0">
                            <a:latin typeface="Cambria Math" panose="02040503050406030204" pitchFamily="18" charset="0"/>
                          </a:rPr>
                          <m:t>𝑖𝑘</m:t>
                        </m:r>
                      </m:sub>
                    </m:sSub>
                  </m:oMath>
                </a14:m>
                <a:r>
                  <a:rPr lang="ar-AE" sz="1600" dirty="0"/>
                  <a:t> </a:t>
                </a:r>
                <a:r>
                  <a:rPr lang="en-GB" sz="1600" dirty="0"/>
                  <a:t>and </a:t>
                </a:r>
                <a14:m>
                  <m:oMath xmlns:m="http://schemas.openxmlformats.org/officeDocument/2006/math">
                    <m:r>
                      <a:rPr lang="en-GB" sz="1600" i="1" dirty="0">
                        <a:latin typeface="Cambria Math" panose="02040503050406030204" pitchFamily="18" charset="0"/>
                      </a:rPr>
                      <m:t>(</m:t>
                    </m:r>
                    <m:sSup>
                      <m:sSupPr>
                        <m:ctrlPr>
                          <a:rPr lang="ar-AE" sz="1600" i="1" dirty="0">
                            <a:latin typeface="Cambria Math" panose="02040503050406030204" pitchFamily="18" charset="0"/>
                          </a:rPr>
                        </m:ctrlPr>
                      </m:sSupPr>
                      <m:e>
                        <m:sSub>
                          <m:sSubPr>
                            <m:ctrlPr>
                              <a:rPr lang="ar-AE" sz="1600" i="1" dirty="0">
                                <a:latin typeface="Cambria Math" panose="02040503050406030204" pitchFamily="18" charset="0"/>
                              </a:rPr>
                            </m:ctrlPr>
                          </m:sSubPr>
                          <m:e>
                            <m:r>
                              <a:rPr lang="ar-AE" sz="1600" i="1" dirty="0">
                                <a:latin typeface="Cambria Math" panose="02040503050406030204" pitchFamily="18" charset="0"/>
                              </a:rPr>
                              <m:t>𝐶</m:t>
                            </m:r>
                          </m:e>
                          <m:sub>
                            <m:r>
                              <a:rPr lang="ar-AE" sz="1600" i="1" dirty="0">
                                <a:latin typeface="Cambria Math" panose="02040503050406030204" pitchFamily="18" charset="0"/>
                              </a:rPr>
                              <m:t>𝑖𝑘</m:t>
                            </m:r>
                          </m:sub>
                        </m:sSub>
                        <m:r>
                          <a:rPr lang="ar-AE" sz="1600" i="1" dirty="0">
                            <a:latin typeface="Cambria Math" panose="02040503050406030204" pitchFamily="18" charset="0"/>
                          </a:rPr>
                          <m:t>)</m:t>
                        </m:r>
                      </m:e>
                      <m:sup>
                        <m:r>
                          <a:rPr lang="ar-AE" sz="1600" i="1" dirty="0">
                            <a:latin typeface="Cambria Math" panose="02040503050406030204" pitchFamily="18" charset="0"/>
                          </a:rPr>
                          <m:t>−1</m:t>
                        </m:r>
                      </m:sup>
                    </m:sSup>
                  </m:oMath>
                </a14:m>
                <a:r>
                  <a:rPr lang="ar-AE" sz="1600" dirty="0"/>
                  <a:t> </a:t>
                </a:r>
                <a:r>
                  <a:rPr lang="en-GB" sz="1600" dirty="0"/>
                  <a:t>are matrices of the eigenvectors and its inverse respectively</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5" y="2642616"/>
                <a:ext cx="10463854" cy="3566160"/>
              </a:xfrm>
              <a:blipFill>
                <a:blip r:embed="rId2"/>
                <a:stretch>
                  <a:fillRect l="-233" r="-408"/>
                </a:stretch>
              </a:blipFill>
            </p:spPr>
            <p:txBody>
              <a:bodyPr/>
              <a:lstStyle/>
              <a:p>
                <a:r>
                  <a:rPr lang="en-US">
                    <a:noFill/>
                  </a:rPr>
                  <a:t> </a:t>
                </a:r>
              </a:p>
            </p:txBody>
          </p:sp>
        </mc:Fallback>
      </mc:AlternateContent>
      <p:pic>
        <p:nvPicPr>
          <p:cNvPr id="6" name="Picture 5" descr="75683b9f25e8da0a.png"/>
          <p:cNvPicPr>
            <a:picLocks noChangeAspect="1"/>
          </p:cNvPicPr>
          <p:nvPr/>
        </p:nvPicPr>
        <p:blipFill>
          <a:blip r:embed="rId3"/>
          <a:stretch>
            <a:fillRect/>
          </a:stretch>
        </p:blipFill>
        <p:spPr>
          <a:xfrm>
            <a:off x="6601786" y="2885115"/>
            <a:ext cx="4883078" cy="720014"/>
          </a:xfrm>
          <a:prstGeom prst="rect">
            <a:avLst/>
          </a:prstGeom>
        </p:spPr>
      </p:pic>
      <p:pic>
        <p:nvPicPr>
          <p:cNvPr id="7" name="Picture 6" descr="16c7d36a10b66d3a.png"/>
          <p:cNvPicPr>
            <a:picLocks noChangeAspect="1"/>
          </p:cNvPicPr>
          <p:nvPr/>
        </p:nvPicPr>
        <p:blipFill>
          <a:blip r:embed="rId4"/>
          <a:stretch>
            <a:fillRect/>
          </a:stretch>
        </p:blipFill>
        <p:spPr>
          <a:xfrm>
            <a:off x="8220456" y="3847628"/>
            <a:ext cx="2587842" cy="867428"/>
          </a:xfrm>
          <a:prstGeom prst="rect">
            <a:avLst/>
          </a:prstGeom>
        </p:spPr>
      </p:pic>
      <p:pic>
        <p:nvPicPr>
          <p:cNvPr id="5" name="Picture 4" descr="bc6cb44fbef3e718.png">
            <a:extLst>
              <a:ext uri="{FF2B5EF4-FFF2-40B4-BE49-F238E27FC236}">
                <a16:creationId xmlns:a16="http://schemas.microsoft.com/office/drawing/2014/main" id="{01BEE7A3-DCBB-005C-F61F-08B675883F89}"/>
              </a:ext>
            </a:extLst>
          </p:cNvPr>
          <p:cNvPicPr>
            <a:picLocks noChangeAspect="1"/>
          </p:cNvPicPr>
          <p:nvPr/>
        </p:nvPicPr>
        <p:blipFill>
          <a:blip r:embed="rId5"/>
          <a:stretch>
            <a:fillRect/>
          </a:stretch>
        </p:blipFill>
        <p:spPr>
          <a:xfrm>
            <a:off x="4672584" y="1672354"/>
            <a:ext cx="2212848" cy="6429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CF84-CD01-976F-58FB-2D1B6D88B5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4A9EB4B-6640-ADF3-4326-3F3CE92866A2}"/>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1709356430"/>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819B-D0C0-7E41-AAD2-EDFC9B1F9B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04976E-551B-A744-DCBA-4297702EA454}"/>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81081725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BE952-9DDE-30E7-3B4A-0DDAE75EFC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2CFC4D-6391-5088-51AB-6F0C4C1F073B}"/>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423430860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CFF09-E5CE-8C2C-498E-5315189B0D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FC27E0-A45F-A523-AAC6-FE86E2F54357}"/>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353441326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87618-58EE-AA1B-0407-15AC4070CD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2B8391-BDCC-749F-8403-8B60415207CC}"/>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827876588"/>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9B60-349E-2999-E8C7-66676D186E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6D85BD-31F5-42FB-EC54-5D63726149FE}"/>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Characteristic form SW</a:t>
            </a:r>
          </a:p>
        </p:txBody>
      </p:sp>
    </p:spTree>
    <p:extLst>
      <p:ext uri="{BB962C8B-B14F-4D97-AF65-F5344CB8AC3E}">
        <p14:creationId xmlns:p14="http://schemas.microsoft.com/office/powerpoint/2010/main" val="45972696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Shallow water equations’ eigenvalues and eigenvectors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4" y="1837944"/>
                <a:ext cx="10936297" cy="4003660"/>
              </a:xfrm>
            </p:spPr>
            <p:txBody>
              <a:bodyPr wrap="square">
                <a:normAutofit/>
              </a:bodyPr>
              <a:lstStyle/>
              <a:p>
                <a:r>
                  <a:rPr lang="en-GB" sz="1600"/>
                  <a:t>Two eigenvalues,</a:t>
                </a:r>
              </a:p>
              <a:p>
                <a:endParaRPr lang="en-GB" sz="1600"/>
              </a:p>
              <a:p>
                <a:r>
                  <a:rPr lang="en-GB" sz="1600"/>
                  <a:t>These eigenvalues are both </a:t>
                </a:r>
                <a:r>
                  <a:rPr lang="en-GB" sz="1600" b="1"/>
                  <a:t>real and distinct </a:t>
                </a:r>
                <a:r>
                  <a:rPr lang="en-GB" sz="1600"/>
                  <a:t>— we know we can write the equation in characteristic form as a result</a:t>
                </a:r>
              </a:p>
              <a:p>
                <a:r>
                  <a:rPr lang="en-GB" sz="1600"/>
                  <a:t>The right eigenvectors of </a:t>
                </a:r>
                <a14:m>
                  <m:oMath xmlns:m="http://schemas.openxmlformats.org/officeDocument/2006/math">
                    <m:r>
                      <m:rPr>
                        <m:sty m:val="p"/>
                      </m:rPr>
                      <a:rPr lang="en-GB" sz="1600" i="0" dirty="0" smtClean="0">
                        <a:latin typeface="Cambria Math" panose="02040503050406030204" pitchFamily="18" charset="0"/>
                      </a:rPr>
                      <m:t>B</m:t>
                    </m:r>
                  </m:oMath>
                </a14:m>
                <a:r>
                  <a:rPr lang="en-GB" sz="1600"/>
                  <a:t> are</a:t>
                </a:r>
              </a:p>
              <a:p>
                <a:endParaRPr lang="en-GB" sz="1600"/>
              </a:p>
              <a:p>
                <a:endParaRPr lang="en-GB" sz="1600"/>
              </a:p>
              <a:p>
                <a:r>
                  <a:rPr lang="en-GB" sz="1600"/>
                  <a:t>The matrix of right eigenvectors is then</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4" y="1837944"/>
                <a:ext cx="10936297" cy="4003660"/>
              </a:xfrm>
              <a:blipFill>
                <a:blip r:embed="rId2"/>
                <a:stretch>
                  <a:fillRect l="-223" r="-111"/>
                </a:stretch>
              </a:blipFill>
            </p:spPr>
            <p:txBody>
              <a:bodyPr/>
              <a:lstStyle/>
              <a:p>
                <a:r>
                  <a:rPr lang="en-US">
                    <a:noFill/>
                  </a:rPr>
                  <a:t> </a:t>
                </a:r>
              </a:p>
            </p:txBody>
          </p:sp>
        </mc:Fallback>
      </mc:AlternateContent>
      <p:pic>
        <p:nvPicPr>
          <p:cNvPr id="6" name="Picture 5" descr="4ce0394824f107a2.png"/>
          <p:cNvPicPr>
            <a:picLocks noChangeAspect="1"/>
          </p:cNvPicPr>
          <p:nvPr/>
        </p:nvPicPr>
        <p:blipFill>
          <a:blip r:embed="rId3"/>
          <a:stretch>
            <a:fillRect/>
          </a:stretch>
        </p:blipFill>
        <p:spPr>
          <a:xfrm>
            <a:off x="3325332" y="2200384"/>
            <a:ext cx="5120640" cy="256574"/>
          </a:xfrm>
          <a:prstGeom prst="rect">
            <a:avLst/>
          </a:prstGeom>
        </p:spPr>
      </p:pic>
      <p:pic>
        <p:nvPicPr>
          <p:cNvPr id="7" name="Picture 6" descr="75316ce8c44a1a25.png"/>
          <p:cNvPicPr>
            <a:picLocks noChangeAspect="1"/>
          </p:cNvPicPr>
          <p:nvPr/>
        </p:nvPicPr>
        <p:blipFill>
          <a:blip r:embed="rId4"/>
          <a:stretch>
            <a:fillRect/>
          </a:stretch>
        </p:blipFill>
        <p:spPr>
          <a:xfrm>
            <a:off x="3941064" y="3477935"/>
            <a:ext cx="5120640" cy="723678"/>
          </a:xfrm>
          <a:prstGeom prst="rect">
            <a:avLst/>
          </a:prstGeom>
        </p:spPr>
      </p:pic>
      <p:pic>
        <p:nvPicPr>
          <p:cNvPr id="8" name="Picture 7" descr="e71f1a4a14f9ece2.png"/>
          <p:cNvPicPr>
            <a:picLocks noChangeAspect="1"/>
          </p:cNvPicPr>
          <p:nvPr/>
        </p:nvPicPr>
        <p:blipFill>
          <a:blip r:embed="rId5"/>
          <a:stretch>
            <a:fillRect/>
          </a:stretch>
        </p:blipFill>
        <p:spPr>
          <a:xfrm>
            <a:off x="4709160" y="4903776"/>
            <a:ext cx="3319272" cy="63762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Shallow water equations’ eigenvalues and eigenvectors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2825496"/>
                <a:ext cx="11213665" cy="3036043"/>
              </a:xfrm>
            </p:spPr>
            <p:txBody>
              <a:bodyPr wrap="square">
                <a:normAutofit/>
              </a:bodyPr>
              <a:lstStyle/>
              <a:p>
                <a:r>
                  <a:rPr lang="en-GB" sz="1600"/>
                  <a:t>The inverse of this matrix is now</a:t>
                </a:r>
              </a:p>
              <a:p>
                <a:endParaRPr lang="en-GB" sz="1600"/>
              </a:p>
              <a:p>
                <a:r>
                  <a:rPr lang="en-GB" sz="1600"/>
                  <a:t>We now have, as expected,</a:t>
                </a:r>
              </a:p>
              <a:p>
                <a:endParaRPr lang="en-GB" sz="1600"/>
              </a:p>
              <a:p>
                <a:endParaRPr lang="en-GB" sz="1600"/>
              </a:p>
              <a:p>
                <a:r>
                  <a:rPr lang="en-GB" sz="1600"/>
                  <a:t>Now all we need is </a:t>
                </a:r>
                <a14:m>
                  <m:oMath xmlns:m="http://schemas.openxmlformats.org/officeDocument/2006/math">
                    <m:r>
                      <a:rPr lang="en-GB" sz="1600" b="1" i="1" dirty="0" smtClean="0">
                        <a:latin typeface="Cambria Math" panose="02040503050406030204" pitchFamily="18" charset="0"/>
                      </a:rPr>
                      <m:t>𝓥</m:t>
                    </m:r>
                  </m:oMath>
                </a14:m>
                <a:endParaRPr lang="en-GB" sz="1600" b="1"/>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2825496"/>
                <a:ext cx="11213665" cy="3036043"/>
              </a:xfrm>
              <a:blipFill>
                <a:blip r:embed="rId2"/>
                <a:stretch>
                  <a:fillRect l="-217"/>
                </a:stretch>
              </a:blipFill>
            </p:spPr>
            <p:txBody>
              <a:bodyPr/>
              <a:lstStyle/>
              <a:p>
                <a:r>
                  <a:rPr lang="en-US">
                    <a:noFill/>
                  </a:rPr>
                  <a:t> </a:t>
                </a:r>
              </a:p>
            </p:txBody>
          </p:sp>
        </mc:Fallback>
      </mc:AlternateContent>
      <p:pic>
        <p:nvPicPr>
          <p:cNvPr id="6" name="Picture 5" descr="45a23ab64c9004bb.png"/>
          <p:cNvPicPr>
            <a:picLocks noChangeAspect="1"/>
          </p:cNvPicPr>
          <p:nvPr/>
        </p:nvPicPr>
        <p:blipFill>
          <a:blip r:embed="rId3"/>
          <a:stretch>
            <a:fillRect/>
          </a:stretch>
        </p:blipFill>
        <p:spPr>
          <a:xfrm>
            <a:off x="4387558" y="3072456"/>
            <a:ext cx="3273552" cy="713088"/>
          </a:xfrm>
          <a:prstGeom prst="rect">
            <a:avLst/>
          </a:prstGeom>
        </p:spPr>
      </p:pic>
      <p:pic>
        <p:nvPicPr>
          <p:cNvPr id="7" name="Picture 6" descr="87a5941a20de858a.png"/>
          <p:cNvPicPr>
            <a:picLocks noChangeAspect="1"/>
          </p:cNvPicPr>
          <p:nvPr/>
        </p:nvPicPr>
        <p:blipFill>
          <a:blip r:embed="rId4"/>
          <a:stretch>
            <a:fillRect/>
          </a:stretch>
        </p:blipFill>
        <p:spPr>
          <a:xfrm>
            <a:off x="1825752" y="4537962"/>
            <a:ext cx="8540496" cy="590687"/>
          </a:xfrm>
          <a:prstGeom prst="rect">
            <a:avLst/>
          </a:prstGeom>
        </p:spPr>
      </p:pic>
      <p:pic>
        <p:nvPicPr>
          <p:cNvPr id="5" name="Picture 4" descr="e71f1a4a14f9ece2.png">
            <a:extLst>
              <a:ext uri="{FF2B5EF4-FFF2-40B4-BE49-F238E27FC236}">
                <a16:creationId xmlns:a16="http://schemas.microsoft.com/office/drawing/2014/main" id="{88464E0A-D215-8A97-FC48-882CCBC75122}"/>
              </a:ext>
            </a:extLst>
          </p:cNvPr>
          <p:cNvPicPr>
            <a:picLocks noChangeAspect="1"/>
          </p:cNvPicPr>
          <p:nvPr/>
        </p:nvPicPr>
        <p:blipFill>
          <a:blip r:embed="rId5"/>
          <a:stretch>
            <a:fillRect/>
          </a:stretch>
        </p:blipFill>
        <p:spPr>
          <a:xfrm>
            <a:off x="4512564" y="1930111"/>
            <a:ext cx="3319272" cy="63762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Characteristic form of the shallow water equations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1847088"/>
                <a:ext cx="10875337" cy="4014451"/>
              </a:xfrm>
            </p:spPr>
            <p:txBody>
              <a:bodyPr wrap="square">
                <a:normAutofit/>
              </a:bodyPr>
              <a:lstStyle/>
              <a:p>
                <a:r>
                  <a:rPr lang="en-GB" sz="1600"/>
                  <a:t>Note that (for well behaved </a:t>
                </a:r>
                <a14:m>
                  <m:oMath xmlns:m="http://schemas.openxmlformats.org/officeDocument/2006/math">
                    <m:r>
                      <a:rPr lang="en-GB" sz="1600" b="1" i="0" dirty="0" smtClean="0">
                        <a:latin typeface="Cambria Math" panose="02040503050406030204" pitchFamily="18" charset="0"/>
                      </a:rPr>
                      <m:t>𝐰</m:t>
                    </m:r>
                  </m:oMath>
                </a14:m>
                <a:r>
                  <a:rPr lang="en-GB" sz="1600"/>
                  <a:t> and </a:t>
                </a:r>
                <a14:m>
                  <m:oMath xmlns:m="http://schemas.openxmlformats.org/officeDocument/2006/math">
                    <m:r>
                      <a:rPr lang="en-GB" sz="1600" b="1" i="1" dirty="0" smtClean="0">
                        <a:latin typeface="Cambria Math" panose="02040503050406030204" pitchFamily="18" charset="0"/>
                      </a:rPr>
                      <m:t>𝓥</m:t>
                    </m:r>
                  </m:oMath>
                </a14:m>
                <a:r>
                  <a:rPr lang="en-GB" sz="1600"/>
                  <a:t>)</a:t>
                </a:r>
              </a:p>
              <a:p>
                <a:endParaRPr lang="en-GB" sz="1600"/>
              </a:p>
              <a:p>
                <a:r>
                  <a:rPr lang="en-GB" sz="1600"/>
                  <a:t>This means we can integrate both sides with respect to </a:t>
                </a:r>
                <a14:m>
                  <m:oMath xmlns:m="http://schemas.openxmlformats.org/officeDocument/2006/math">
                    <m:r>
                      <a:rPr lang="en-GB" sz="1600" b="1" dirty="0">
                        <a:latin typeface="Cambria Math" panose="02040503050406030204" pitchFamily="18" charset="0"/>
                      </a:rPr>
                      <m:t>𝐰</m:t>
                    </m:r>
                  </m:oMath>
                </a14:m>
                <a:r>
                  <a:rPr lang="en-GB" sz="1600"/>
                  <a:t> to get </a:t>
                </a:r>
                <a14:m>
                  <m:oMath xmlns:m="http://schemas.openxmlformats.org/officeDocument/2006/math">
                    <m:r>
                      <a:rPr lang="en-GB" sz="1600" b="1" i="1" dirty="0">
                        <a:latin typeface="Cambria Math" panose="02040503050406030204" pitchFamily="18" charset="0"/>
                      </a:rPr>
                      <m:t>𝓥</m:t>
                    </m:r>
                    <m:r>
                      <a:rPr lang="en-GB" sz="1600" b="1" i="1" dirty="0">
                        <a:latin typeface="Cambria Math" panose="02040503050406030204" pitchFamily="18" charset="0"/>
                      </a:rPr>
                      <m:t> </m:t>
                    </m:r>
                  </m:oMath>
                </a14:m>
                <a:endParaRPr lang="en-GB" sz="1600"/>
              </a:p>
              <a:p>
                <a:endParaRPr lang="en-GB" sz="1600"/>
              </a:p>
              <a:p>
                <a:endParaRPr lang="en-GB" sz="1600"/>
              </a:p>
              <a:p>
                <a:r>
                  <a:rPr lang="en-GB" sz="1600"/>
                  <a:t>This gives</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1847088"/>
                <a:ext cx="10875337" cy="4014451"/>
              </a:xfrm>
              <a:blipFill>
                <a:blip r:embed="rId2"/>
                <a:stretch>
                  <a:fillRect l="-224"/>
                </a:stretch>
              </a:blipFill>
            </p:spPr>
            <p:txBody>
              <a:bodyPr/>
              <a:lstStyle/>
              <a:p>
                <a:r>
                  <a:rPr lang="en-US">
                    <a:noFill/>
                  </a:rPr>
                  <a:t> </a:t>
                </a:r>
              </a:p>
            </p:txBody>
          </p:sp>
        </mc:Fallback>
      </mc:AlternateContent>
      <p:pic>
        <p:nvPicPr>
          <p:cNvPr id="6" name="Picture 5" descr="22f81d0dfadf78a7.png"/>
          <p:cNvPicPr>
            <a:picLocks noChangeAspect="1"/>
          </p:cNvPicPr>
          <p:nvPr/>
        </p:nvPicPr>
        <p:blipFill>
          <a:blip r:embed="rId3"/>
          <a:stretch>
            <a:fillRect/>
          </a:stretch>
        </p:blipFill>
        <p:spPr>
          <a:xfrm>
            <a:off x="4946904" y="2044413"/>
            <a:ext cx="2946076" cy="695739"/>
          </a:xfrm>
          <a:prstGeom prst="rect">
            <a:avLst/>
          </a:prstGeom>
        </p:spPr>
      </p:pic>
      <p:pic>
        <p:nvPicPr>
          <p:cNvPr id="7" name="Picture 6" descr="02ed54d21bf003f1.png"/>
          <p:cNvPicPr>
            <a:picLocks noChangeAspect="1"/>
          </p:cNvPicPr>
          <p:nvPr/>
        </p:nvPicPr>
        <p:blipFill>
          <a:blip r:embed="rId4"/>
          <a:stretch>
            <a:fillRect/>
          </a:stretch>
        </p:blipFill>
        <p:spPr>
          <a:xfrm>
            <a:off x="4983436" y="3429000"/>
            <a:ext cx="2377527" cy="766704"/>
          </a:xfrm>
          <a:prstGeom prst="rect">
            <a:avLst/>
          </a:prstGeom>
        </p:spPr>
      </p:pic>
      <p:pic>
        <p:nvPicPr>
          <p:cNvPr id="8" name="Picture 7" descr="fccf77fb10d93272.png"/>
          <p:cNvPicPr>
            <a:picLocks noChangeAspect="1"/>
          </p:cNvPicPr>
          <p:nvPr/>
        </p:nvPicPr>
        <p:blipFill>
          <a:blip r:embed="rId5"/>
          <a:stretch>
            <a:fillRect/>
          </a:stretch>
        </p:blipFill>
        <p:spPr>
          <a:xfrm>
            <a:off x="2240279" y="4516340"/>
            <a:ext cx="6684265" cy="594870"/>
          </a:xfrm>
          <a:prstGeom prst="rect">
            <a:avLst/>
          </a:prstGeom>
        </p:spPr>
      </p:pic>
      <p:sp>
        <p:nvSpPr>
          <p:cNvPr id="5" name="TextBox 4">
            <a:extLst>
              <a:ext uri="{FF2B5EF4-FFF2-40B4-BE49-F238E27FC236}">
                <a16:creationId xmlns:a16="http://schemas.microsoft.com/office/drawing/2014/main" id="{AA2C830C-907B-DEB6-49AE-1B3A90BB4E62}"/>
              </a:ext>
            </a:extLst>
          </p:cNvPr>
          <p:cNvSpPr txBox="1"/>
          <p:nvPr/>
        </p:nvSpPr>
        <p:spPr>
          <a:xfrm>
            <a:off x="4654296" y="5672843"/>
            <a:ext cx="5879592" cy="830997"/>
          </a:xfrm>
          <a:prstGeom prst="rect">
            <a:avLst/>
          </a:prstGeom>
          <a:noFill/>
          <a:ln>
            <a:solidFill>
              <a:schemeClr val="accent1"/>
            </a:solidFill>
          </a:ln>
        </p:spPr>
        <p:txBody>
          <a:bodyPr wrap="square" rtlCol="0">
            <a:spAutoFit/>
          </a:bodyPr>
          <a:lstStyle/>
          <a:p>
            <a:r>
              <a:rPr lang="en-GB" sz="1600">
                <a:latin typeface="Arial" panose="020B0604020202020204" pitchFamily="34" charset="0"/>
                <a:cs typeface="Arial" panose="020B0604020202020204" pitchFamily="34" charset="0"/>
              </a:rPr>
              <a:t>Characteristic form is not pretty, but it is powerful, the quantities in the diagonal matrix tell us a lot about how the system behaves, and how the variables are coupled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pic>
        <p:nvPicPr>
          <p:cNvPr id="6" name="Picture 5" descr="e14b91e04f00f81c.png"/>
          <p:cNvPicPr>
            <a:picLocks noChangeAspect="1"/>
          </p:cNvPicPr>
          <p:nvPr/>
        </p:nvPicPr>
        <p:blipFill>
          <a:blip r:embed="rId2"/>
          <a:stretch>
            <a:fillRect/>
          </a:stretch>
        </p:blipFill>
        <p:spPr>
          <a:xfrm>
            <a:off x="875360" y="2012792"/>
            <a:ext cx="3645567" cy="701387"/>
          </a:xfrm>
          <a:prstGeom prst="rect">
            <a:avLst/>
          </a:prstGeom>
          <a:solidFill>
            <a:schemeClr val="tx2">
              <a:lumMod val="10000"/>
              <a:lumOff val="90000"/>
            </a:schemeClr>
          </a:solidFill>
        </p:spPr>
      </p:pic>
      <p:pic>
        <p:nvPicPr>
          <p:cNvPr id="7" name="Picture 6" descr="7913cc666e830d22.png"/>
          <p:cNvPicPr>
            <a:picLocks noChangeAspect="1"/>
          </p:cNvPicPr>
          <p:nvPr/>
        </p:nvPicPr>
        <p:blipFill>
          <a:blip r:embed="rId3"/>
          <a:stretch>
            <a:fillRect/>
          </a:stretch>
        </p:blipFill>
        <p:spPr>
          <a:xfrm>
            <a:off x="6229397" y="2012792"/>
            <a:ext cx="4626924" cy="701387"/>
          </a:xfrm>
          <a:prstGeom prst="rect">
            <a:avLst/>
          </a:prstGeom>
          <a:solidFill>
            <a:schemeClr val="accent2">
              <a:lumMod val="20000"/>
              <a:lumOff val="80000"/>
            </a:schemeClr>
          </a:solidFill>
        </p:spPr>
      </p:pic>
      <p:pic>
        <p:nvPicPr>
          <p:cNvPr id="8" name="Picture 7" descr="58b4132fd2201613.png"/>
          <p:cNvPicPr>
            <a:picLocks noChangeAspect="1"/>
          </p:cNvPicPr>
          <p:nvPr/>
        </p:nvPicPr>
        <p:blipFill>
          <a:blip r:embed="rId4"/>
          <a:stretch>
            <a:fillRect/>
          </a:stretch>
        </p:blipFill>
        <p:spPr>
          <a:xfrm>
            <a:off x="3764864" y="3101997"/>
            <a:ext cx="3724561" cy="701387"/>
          </a:xfrm>
          <a:prstGeom prst="rect">
            <a:avLst/>
          </a:prstGeom>
          <a:solidFill>
            <a:schemeClr val="accent3">
              <a:lumMod val="20000"/>
              <a:lumOff val="80000"/>
            </a:schemeClr>
          </a:solidFill>
        </p:spPr>
      </p:pic>
      <p:pic>
        <p:nvPicPr>
          <p:cNvPr id="9" name="Picture 8" descr="fccf77fb10d93272.png"/>
          <p:cNvPicPr>
            <a:picLocks noChangeAspect="1"/>
          </p:cNvPicPr>
          <p:nvPr/>
        </p:nvPicPr>
        <p:blipFill>
          <a:blip r:embed="rId5"/>
          <a:stretch>
            <a:fillRect/>
          </a:stretch>
        </p:blipFill>
        <p:spPr>
          <a:xfrm>
            <a:off x="1945077" y="4191202"/>
            <a:ext cx="7881151" cy="701387"/>
          </a:xfrm>
          <a:prstGeom prst="rect">
            <a:avLst/>
          </a:prstGeom>
          <a:solidFill>
            <a:schemeClr val="accent5">
              <a:lumMod val="20000"/>
              <a:lumOff val="80000"/>
            </a:schemeClr>
          </a:solidFill>
        </p:spPr>
      </p:pic>
      <p:sp>
        <p:nvSpPr>
          <p:cNvPr id="10" name="TextBox 9"/>
          <p:cNvSpPr txBox="1"/>
          <p:nvPr/>
        </p:nvSpPr>
        <p:spPr>
          <a:xfrm>
            <a:off x="420624" y="5042001"/>
            <a:ext cx="10936224" cy="785343"/>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Four different ways to express the same equation</a:t>
            </a:r>
          </a:p>
          <a:p>
            <a:pPr marL="285750" indent="-285750">
              <a:lnSpc>
                <a:spcPct val="150000"/>
              </a:lnSpc>
              <a:buFont typeface="Arial" panose="020B0604020202020204" pitchFamily="34" charset="0"/>
              <a:buChar char="•"/>
            </a:pPr>
            <a:r>
              <a:rPr lang="en-GB" sz="1600" dirty="0">
                <a:latin typeface="Arial" panose="020B0604020202020204" pitchFamily="34" charset="0"/>
                <a:cs typeface="Arial" panose="020B0604020202020204" pitchFamily="34" charset="0"/>
              </a:rPr>
              <a:t>They are all used at different times, and are not an exhaustive list of how we could express this equation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Second-order PDEs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1773936"/>
                <a:ext cx="11039929" cy="4407408"/>
              </a:xfrm>
            </p:spPr>
            <p:txBody>
              <a:bodyPr wrap="square">
                <a:normAutofit lnSpcReduction="10000"/>
              </a:bodyPr>
              <a:lstStyle/>
              <a:p>
                <a:r>
                  <a:rPr lang="en-GB" sz="1600" dirty="0"/>
                  <a:t>Another way equations can be manipulated is that second-order PDEs can be obtained from a system of first-order PDEs (or vice-versa)</a:t>
                </a:r>
              </a:p>
              <a:p>
                <a:r>
                  <a:rPr lang="en-GB" sz="1600" dirty="0"/>
                  <a:t>Consider</a:t>
                </a:r>
              </a:p>
              <a:p>
                <a:endParaRPr lang="en-GB" sz="1600" dirty="0"/>
              </a:p>
              <a:p>
                <a:r>
                  <a:rPr lang="en-GB" sz="1600" dirty="0"/>
                  <a:t>If we take additional derivatives of </a:t>
                </a:r>
                <a14:m>
                  <m:oMath xmlns:m="http://schemas.openxmlformats.org/officeDocument/2006/math">
                    <m:acc>
                      <m:accPr>
                        <m:chr m:val="̅"/>
                        <m:ctrlPr>
                          <a:rPr lang="ar-AE" sz="1600" b="0" i="1" dirty="0" smtClean="0">
                            <a:latin typeface="Cambria Math" panose="02040503050406030204" pitchFamily="18" charset="0"/>
                          </a:rPr>
                        </m:ctrlPr>
                      </m:accPr>
                      <m:e>
                        <m:r>
                          <a:rPr lang="ar-AE" sz="1600" b="0" i="1" dirty="0" smtClean="0">
                            <a:latin typeface="Cambria Math" panose="02040503050406030204" pitchFamily="18" charset="0"/>
                          </a:rPr>
                          <m:t>𝑢</m:t>
                        </m:r>
                      </m:e>
                    </m:acc>
                  </m:oMath>
                </a14:m>
                <a:r>
                  <a:rPr lang="ar-AE" sz="1600" dirty="0"/>
                  <a:t> </a:t>
                </a:r>
                <a:r>
                  <a:rPr lang="en-GB" sz="1600" dirty="0"/>
                  <a:t>with respect to time and of </a:t>
                </a:r>
                <a14:m>
                  <m:oMath xmlns:m="http://schemas.openxmlformats.org/officeDocument/2006/math">
                    <m:acc>
                      <m:accPr>
                        <m:chr m:val="̅"/>
                        <m:ctrlPr>
                          <a:rPr lang="ar-AE" sz="1600" b="0" i="1" dirty="0" smtClean="0">
                            <a:latin typeface="Cambria Math" panose="02040503050406030204" pitchFamily="18" charset="0"/>
                          </a:rPr>
                        </m:ctrlPr>
                      </m:accPr>
                      <m:e>
                        <m:r>
                          <a:rPr lang="ar-AE" sz="1600" b="0" i="1" dirty="0" smtClean="0">
                            <a:latin typeface="Cambria Math" panose="02040503050406030204" pitchFamily="18" charset="0"/>
                          </a:rPr>
                          <m:t>𝑣</m:t>
                        </m:r>
                      </m:e>
                    </m:acc>
                  </m:oMath>
                </a14:m>
                <a:r>
                  <a:rPr lang="ar-AE" sz="1600" dirty="0"/>
                  <a:t> </a:t>
                </a:r>
                <a:r>
                  <a:rPr lang="en-GB" sz="1600" dirty="0"/>
                  <a:t>with respect to space, we get</a:t>
                </a:r>
              </a:p>
              <a:p>
                <a:endParaRPr lang="en-GB" sz="1600" dirty="0"/>
              </a:p>
              <a:p>
                <a:endParaRPr lang="en-GB" sz="1600" dirty="0"/>
              </a:p>
              <a:p>
                <a:r>
                  <a:rPr lang="en-GB" sz="1600" dirty="0"/>
                  <a:t>This is the wave equation, and we know we can write it as a system of first-order PDEs (which may be easier to solve)</a:t>
                </a:r>
              </a:p>
              <a:p>
                <a:r>
                  <a:rPr lang="en-GB" sz="1600" dirty="0"/>
                  <a:t>However, working backwards is not always as straightforward — reintroducing </a:t>
                </a:r>
                <a14:m>
                  <m:oMath xmlns:m="http://schemas.openxmlformats.org/officeDocument/2006/math">
                    <m:acc>
                      <m:accPr>
                        <m:chr m:val="̅"/>
                        <m:ctrlPr>
                          <a:rPr lang="ar-AE" sz="1600" i="1" dirty="0">
                            <a:latin typeface="Cambria Math" panose="02040503050406030204" pitchFamily="18" charset="0"/>
                          </a:rPr>
                        </m:ctrlPr>
                      </m:accPr>
                      <m:e>
                        <m:r>
                          <a:rPr lang="ar-AE" sz="1600" i="1" dirty="0">
                            <a:latin typeface="Cambria Math" panose="02040503050406030204" pitchFamily="18" charset="0"/>
                          </a:rPr>
                          <m:t>𝑣</m:t>
                        </m:r>
                      </m:e>
                    </m:acc>
                  </m:oMath>
                </a14:m>
                <a:r>
                  <a:rPr lang="ar-AE" sz="1600" dirty="0"/>
                  <a:t> </a:t>
                </a:r>
                <a:r>
                  <a:rPr lang="en-GB" sz="1600" dirty="0"/>
                  <a:t>by integrating the wave equation is difficult</a:t>
                </a:r>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1773936"/>
                <a:ext cx="11039929" cy="4407408"/>
              </a:xfrm>
              <a:blipFill>
                <a:blip r:embed="rId2"/>
                <a:stretch>
                  <a:fillRect l="-221" b="-692"/>
                </a:stretch>
              </a:blipFill>
            </p:spPr>
            <p:txBody>
              <a:bodyPr/>
              <a:lstStyle/>
              <a:p>
                <a:r>
                  <a:rPr lang="en-US">
                    <a:noFill/>
                  </a:rPr>
                  <a:t> </a:t>
                </a:r>
              </a:p>
            </p:txBody>
          </p:sp>
        </mc:Fallback>
      </mc:AlternateContent>
      <p:pic>
        <p:nvPicPr>
          <p:cNvPr id="6" name="Picture 5" descr="291a4070b3b1f802.png"/>
          <p:cNvPicPr>
            <a:picLocks noChangeAspect="1"/>
          </p:cNvPicPr>
          <p:nvPr/>
        </p:nvPicPr>
        <p:blipFill>
          <a:blip r:embed="rId3"/>
          <a:stretch>
            <a:fillRect/>
          </a:stretch>
        </p:blipFill>
        <p:spPr>
          <a:xfrm>
            <a:off x="2048256" y="2745165"/>
            <a:ext cx="3319272" cy="797635"/>
          </a:xfrm>
          <a:prstGeom prst="rect">
            <a:avLst/>
          </a:prstGeom>
        </p:spPr>
      </p:pic>
      <p:pic>
        <p:nvPicPr>
          <p:cNvPr id="7" name="Picture 6" descr="bec355ea9ebaffb6.png"/>
          <p:cNvPicPr>
            <a:picLocks noChangeAspect="1"/>
          </p:cNvPicPr>
          <p:nvPr/>
        </p:nvPicPr>
        <p:blipFill>
          <a:blip r:embed="rId4"/>
          <a:stretch>
            <a:fillRect/>
          </a:stretch>
        </p:blipFill>
        <p:spPr>
          <a:xfrm>
            <a:off x="5052750" y="3986784"/>
            <a:ext cx="2108525" cy="8752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C736-1657-96A6-2A0A-8EBFE0EB36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4AE6B2-620A-1711-BD44-8CFC7E6FD425}"/>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Wave equation</a:t>
            </a:r>
          </a:p>
        </p:txBody>
      </p:sp>
    </p:spTree>
    <p:extLst>
      <p:ext uri="{BB962C8B-B14F-4D97-AF65-F5344CB8AC3E}">
        <p14:creationId xmlns:p14="http://schemas.microsoft.com/office/powerpoint/2010/main" val="1420214404"/>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F81E-8CEA-7276-68B8-A400F730E7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028C34-97E3-419C-CB7F-387618F278BE}"/>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Wave equation</a:t>
            </a:r>
          </a:p>
        </p:txBody>
      </p:sp>
    </p:spTree>
    <p:extLst>
      <p:ext uri="{BB962C8B-B14F-4D97-AF65-F5344CB8AC3E}">
        <p14:creationId xmlns:p14="http://schemas.microsoft.com/office/powerpoint/2010/main" val="4053837678"/>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Discontinuities</a:t>
            </a:r>
            <a:r>
              <a:rPr lang="en-GB"/>
              <a:t> and PDEs</a:t>
            </a:r>
            <a:endParaRPr/>
          </a:p>
        </p:txBody>
      </p:sp>
      <p:pic>
        <p:nvPicPr>
          <p:cNvPr id="4" name="Picture 3" descr="The image illustrates a dynamic vector flow diagram with various geometric shapes and lines, including linear and stepped elements, representing a flowchart or process diagram.&#10;&#10;AI-generated content may be incorrect.">
            <a:extLst>
              <a:ext uri="{FF2B5EF4-FFF2-40B4-BE49-F238E27FC236}">
                <a16:creationId xmlns:a16="http://schemas.microsoft.com/office/drawing/2014/main" id="{249FF033-FE85-C7C1-29D6-1561DA968439}"/>
              </a:ext>
            </a:extLst>
          </p:cNvPr>
          <p:cNvPicPr>
            <a:picLocks noChangeAspect="1"/>
          </p:cNvPicPr>
          <p:nvPr/>
        </p:nvPicPr>
        <p:blipFill>
          <a:blip r:embed="rId2"/>
          <a:stretch>
            <a:fillRect/>
          </a:stretch>
        </p:blipFill>
        <p:spPr>
          <a:xfrm>
            <a:off x="2787343" y="2854562"/>
            <a:ext cx="6617313" cy="360944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Integral form of a differential equation</a:t>
            </a:r>
          </a:p>
        </p:txBody>
      </p:sp>
      <mc:AlternateContent xmlns:mc="http://schemas.openxmlformats.org/markup-compatibility/2006">
        <mc:Choice xmlns:a14="http://schemas.microsoft.com/office/drawing/2010/main" Requires="a14">
          <p:sp>
            <p:nvSpPr>
              <p:cNvPr id="4" name="Content Placeholder 3"/>
              <p:cNvSpPr>
                <a:spLocks noGrp="1"/>
              </p:cNvSpPr>
              <p:nvPr>
                <p:ph sz="half" idx="11"/>
              </p:nvPr>
            </p:nvSpPr>
            <p:spPr>
              <a:xfrm>
                <a:off x="417502" y="1936006"/>
                <a:ext cx="11047181" cy="4490019"/>
              </a:xfrm>
            </p:spPr>
            <p:txBody>
              <a:bodyPr wrap="square">
                <a:normAutofit lnSpcReduction="10000"/>
              </a:bodyPr>
              <a:lstStyle/>
              <a:p>
                <a:r>
                  <a:rPr lang="en-GB" sz="1600" dirty="0"/>
                  <a:t>It is probably most common to find the equations in scientific computing written as (partial) differential equations, e.g.</a:t>
                </a:r>
              </a:p>
              <a:p>
                <a:endParaRPr lang="en-GB" sz="1600" dirty="0"/>
              </a:p>
              <a:p>
                <a:endParaRPr lang="en-GB" sz="1600" dirty="0"/>
              </a:p>
              <a:p>
                <a:r>
                  <a:rPr lang="en-GB" sz="1600" dirty="0"/>
                  <a:t>There are sometimes reasons that we don’t want to do this, though</a:t>
                </a:r>
              </a:p>
              <a:p>
                <a:r>
                  <a:rPr lang="en-GB" sz="1600" dirty="0"/>
                  <a:t>For example, for this equation to be valid, we require that </a:t>
                </a:r>
                <a14:m>
                  <m:oMath xmlns:m="http://schemas.openxmlformats.org/officeDocument/2006/math">
                    <m:r>
                      <a:rPr lang="en-GB" sz="1600" i="1" dirty="0" smtClean="0">
                        <a:latin typeface="Cambria Math" panose="02040503050406030204" pitchFamily="18" charset="0"/>
                      </a:rPr>
                      <m:t>𝑢</m:t>
                    </m:r>
                  </m:oMath>
                </a14:m>
                <a:r>
                  <a:rPr lang="en-GB" sz="1600" dirty="0"/>
                  <a:t> is differentiable</a:t>
                </a:r>
              </a:p>
              <a:p>
                <a:r>
                  <a:rPr lang="en-GB" sz="1600" dirty="0"/>
                  <a:t>Mathematically, there is no reason for any arbitrary function </a:t>
                </a:r>
                <a14:m>
                  <m:oMath xmlns:m="http://schemas.openxmlformats.org/officeDocument/2006/math">
                    <m:r>
                      <a:rPr lang="en-GB" sz="1600" b="0" i="1" smtClean="0">
                        <a:latin typeface="Cambria Math" panose="02040503050406030204" pitchFamily="18" charset="0"/>
                      </a:rPr>
                      <m:t>𝑢</m:t>
                    </m:r>
                    <m:r>
                      <a:rPr lang="en-GB" sz="1600" b="0" i="1" smtClean="0">
                        <a:latin typeface="Cambria Math" panose="02040503050406030204" pitchFamily="18" charset="0"/>
                      </a:rPr>
                      <m:t>(</m:t>
                    </m:r>
                    <m:r>
                      <a:rPr lang="en-GB" sz="1600" b="1" i="0" smtClean="0">
                        <a:latin typeface="Cambria Math" panose="02040503050406030204" pitchFamily="18" charset="0"/>
                      </a:rPr>
                      <m:t>𝐱</m:t>
                    </m:r>
                    <m:r>
                      <a:rPr lang="en-GB" sz="1600" b="1" i="0" smtClean="0">
                        <a:latin typeface="Cambria Math" panose="02040503050406030204" pitchFamily="18" charset="0"/>
                      </a:rPr>
                      <m:t>,</m:t>
                    </m:r>
                    <m:r>
                      <a:rPr lang="en-GB" sz="1600" b="0" i="1" smtClean="0">
                        <a:latin typeface="Cambria Math" panose="02040503050406030204" pitchFamily="18" charset="0"/>
                      </a:rPr>
                      <m:t>𝑡</m:t>
                    </m:r>
                    <m:r>
                      <a:rPr lang="en-GB" sz="1600" b="0" i="1" smtClean="0">
                        <a:latin typeface="Cambria Math" panose="02040503050406030204" pitchFamily="18" charset="0"/>
                      </a:rPr>
                      <m:t>)</m:t>
                    </m:r>
                  </m:oMath>
                </a14:m>
                <a:r>
                  <a:rPr lang="en-GB" sz="1600" dirty="0"/>
                  <a:t> that this is true and it is possible for functions which are initially smooth to evolve to be non-</a:t>
                </a:r>
                <a:r>
                  <a:rPr lang="en-GB" sz="1600" dirty="0" err="1"/>
                  <a:t>differentialble</a:t>
                </a:r>
                <a:endParaRPr lang="en-GB" sz="1600" dirty="0"/>
              </a:p>
              <a:p>
                <a:r>
                  <a:rPr lang="en-GB" sz="1600" dirty="0"/>
                  <a:t>If this happens, we cannot solve this form of the equations, but must instead solve the </a:t>
                </a:r>
                <a:r>
                  <a:rPr lang="en-GB" sz="1600" b="1" dirty="0"/>
                  <a:t>integral form</a:t>
                </a:r>
              </a:p>
              <a:p>
                <a:r>
                  <a:rPr lang="en-GB" sz="1600" dirty="0"/>
                  <a:t>In other cases, numerical methods may actually work better if everything is written as an integral – you may be able to make use of orthogonality properties or make your boundary conditions easier</a:t>
                </a:r>
                <a:endParaRPr sz="1600" dirty="0"/>
              </a:p>
            </p:txBody>
          </p:sp>
        </mc:Choice>
        <mc:Fallback>
          <p:sp>
            <p:nvSpPr>
              <p:cNvPr id="4" name="Content Placeholder 3"/>
              <p:cNvSpPr>
                <a:spLocks noGrp="1" noRot="1" noChangeAspect="1" noMove="1" noResize="1" noEditPoints="1" noAdjustHandles="1" noChangeArrowheads="1" noChangeShapeType="1" noTextEdit="1"/>
              </p:cNvSpPr>
              <p:nvPr>
                <p:ph sz="half" idx="11"/>
              </p:nvPr>
            </p:nvSpPr>
            <p:spPr>
              <a:xfrm>
                <a:off x="417502" y="1936006"/>
                <a:ext cx="11047181" cy="4490019"/>
              </a:xfrm>
              <a:blipFill>
                <a:blip r:embed="rId2"/>
                <a:stretch>
                  <a:fillRect l="-221" r="-717"/>
                </a:stretch>
              </a:blipFill>
            </p:spPr>
            <p:txBody>
              <a:bodyPr/>
              <a:lstStyle/>
              <a:p>
                <a:r>
                  <a:rPr lang="en-GB">
                    <a:noFill/>
                  </a:rPr>
                  <a:t> </a:t>
                </a:r>
              </a:p>
            </p:txBody>
          </p:sp>
        </mc:Fallback>
      </mc:AlternateContent>
      <p:pic>
        <p:nvPicPr>
          <p:cNvPr id="6" name="Picture 5" descr="5c0e5bfd933e2474.png"/>
          <p:cNvPicPr>
            <a:picLocks noChangeAspect="1"/>
          </p:cNvPicPr>
          <p:nvPr/>
        </p:nvPicPr>
        <p:blipFill>
          <a:blip r:embed="rId3"/>
          <a:stretch>
            <a:fillRect/>
          </a:stretch>
        </p:blipFill>
        <p:spPr>
          <a:xfrm>
            <a:off x="4816628" y="2451991"/>
            <a:ext cx="2558743" cy="7364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Discontinuities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3" y="1872942"/>
                <a:ext cx="6449956" cy="4420652"/>
              </a:xfrm>
            </p:spPr>
            <p:txBody>
              <a:bodyPr wrap="square">
                <a:normAutofit fontScale="92500" lnSpcReduction="20000"/>
              </a:bodyPr>
              <a:lstStyle/>
              <a:p>
                <a:r>
                  <a:rPr lang="en-GB" sz="1600" dirty="0"/>
                  <a:t>When we talk about a solution becoming non-differentiable, we are also saying that our function </a:t>
                </a:r>
                <a14:m>
                  <m:oMath xmlns:m="http://schemas.openxmlformats.org/officeDocument/2006/math">
                    <m:r>
                      <a:rPr lang="en-GB" sz="1600" i="1" dirty="0" smtClean="0">
                        <a:latin typeface="Cambria Math" panose="02040503050406030204" pitchFamily="18" charset="0"/>
                      </a:rPr>
                      <m:t>𝑢</m:t>
                    </m:r>
                  </m:oMath>
                </a14:m>
                <a:r>
                  <a:rPr lang="en-GB" sz="1600" dirty="0"/>
                  <a:t> becomes </a:t>
                </a:r>
                <a:r>
                  <a:rPr lang="en-GB" sz="1600" b="1" dirty="0"/>
                  <a:t>discontinuous</a:t>
                </a:r>
                <a:endParaRPr sz="1600" dirty="0"/>
              </a:p>
              <a:p>
                <a:r>
                  <a:rPr lang="en-GB" sz="1600" dirty="0"/>
                  <a:t>Common types of discontinuity are material interfaces and shock waves</a:t>
                </a:r>
              </a:p>
              <a:p>
                <a:r>
                  <a:rPr sz="1600" dirty="0"/>
                  <a:t>In reality, </a:t>
                </a:r>
                <a:r>
                  <a:rPr lang="en-GB" sz="1600" dirty="0"/>
                  <a:t>neither of these is a true </a:t>
                </a:r>
                <a:r>
                  <a:rPr sz="1600" dirty="0" err="1"/>
                  <a:t>discontinuit</a:t>
                </a:r>
                <a:r>
                  <a:rPr lang="en-GB" sz="1600" dirty="0"/>
                  <a:t>y</a:t>
                </a:r>
                <a:r>
                  <a:rPr sz="1600" dirty="0"/>
                  <a:t>; there is always some form of transition</a:t>
                </a:r>
                <a:r>
                  <a:rPr lang="en-GB" sz="1600" dirty="0"/>
                  <a:t>, which, if you are on the atomistic stream, you would be resolving</a:t>
                </a:r>
                <a:endParaRPr sz="1600" dirty="0"/>
              </a:p>
              <a:p>
                <a:r>
                  <a:rPr sz="1600" dirty="0"/>
                  <a:t>Thermal diffusion, no matter how small, exists over shock waves</a:t>
                </a:r>
              </a:p>
              <a:p>
                <a:r>
                  <a:rPr sz="1600" dirty="0"/>
                  <a:t>Materials undergo a transition region</a:t>
                </a:r>
                <a:r>
                  <a:rPr lang="en-GB" sz="1600" dirty="0"/>
                  <a:t>, </a:t>
                </a:r>
                <a:r>
                  <a:rPr sz="1600" dirty="0"/>
                  <a:t>which may be </a:t>
                </a:r>
                <a:r>
                  <a:rPr lang="en-GB" sz="1600" dirty="0"/>
                  <a:t>a region on the scale of just a few atoms, but noticeable all the same</a:t>
                </a:r>
                <a:endParaRPr sz="1600" dirty="0"/>
              </a:p>
              <a:p>
                <a:r>
                  <a:rPr lang="en-GB" sz="1600" dirty="0"/>
                  <a:t>But there are good reasons that our equations allow discontinuities to form</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3" y="1872942"/>
                <a:ext cx="6449956" cy="4420652"/>
              </a:xfrm>
              <a:blipFill>
                <a:blip r:embed="rId2"/>
                <a:stretch>
                  <a:fillRect l="-283" r="-1039"/>
                </a:stretch>
              </a:blipFill>
            </p:spPr>
            <p:txBody>
              <a:bodyPr/>
              <a:lstStyle/>
              <a:p>
                <a:r>
                  <a:rPr lang="en-US">
                    <a:noFill/>
                  </a:rPr>
                  <a:t> </a:t>
                </a:r>
              </a:p>
            </p:txBody>
          </p:sp>
        </mc:Fallback>
      </mc:AlternateContent>
      <p:pic>
        <p:nvPicPr>
          <p:cNvPr id="6" name="Picture 5" descr="schlieren.png"/>
          <p:cNvPicPr>
            <a:picLocks noChangeAspect="1"/>
          </p:cNvPicPr>
          <p:nvPr/>
        </p:nvPicPr>
        <p:blipFill>
          <a:blip r:embed="rId3"/>
          <a:stretch>
            <a:fillRect/>
          </a:stretch>
        </p:blipFill>
        <p:spPr>
          <a:xfrm>
            <a:off x="7359344" y="1314844"/>
            <a:ext cx="3240824" cy="5049658"/>
          </a:xfrm>
          <a:prstGeom prst="rect">
            <a:avLst/>
          </a:prstGeom>
        </p:spPr>
      </p:pic>
      <p:sp>
        <p:nvSpPr>
          <p:cNvPr id="3" name="TextBox 2">
            <a:extLst>
              <a:ext uri="{FF2B5EF4-FFF2-40B4-BE49-F238E27FC236}">
                <a16:creationId xmlns:a16="http://schemas.microsoft.com/office/drawing/2014/main" id="{D5C96439-7AFC-AC14-0676-C2886EAF8B21}"/>
              </a:ext>
            </a:extLst>
          </p:cNvPr>
          <p:cNvSpPr txBox="1"/>
          <p:nvPr/>
        </p:nvSpPr>
        <p:spPr>
          <a:xfrm>
            <a:off x="7605286" y="6364502"/>
            <a:ext cx="1526102" cy="276999"/>
          </a:xfrm>
          <a:prstGeom prst="rect">
            <a:avLst/>
          </a:prstGeom>
          <a:noFill/>
        </p:spPr>
        <p:txBody>
          <a:bodyPr wrap="square" rtlCol="0">
            <a:spAutoFit/>
          </a:bodyPr>
          <a:lstStyle/>
          <a:p>
            <a:r>
              <a:rPr lang="en-GB" sz="1200"/>
              <a:t>Source: nasa.gov</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25E1-9B67-AA04-3357-090A9C105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08B0-7D77-70E9-A8B9-F2EE293423EB}"/>
              </a:ext>
            </a:extLst>
          </p:cNvPr>
          <p:cNvSpPr>
            <a:spLocks noGrp="1"/>
          </p:cNvSpPr>
          <p:nvPr>
            <p:ph type="title"/>
          </p:nvPr>
        </p:nvSpPr>
        <p:spPr/>
        <p:txBody>
          <a:bodyPr/>
          <a:lstStyle/>
          <a:p>
            <a:r>
              <a:rPr lang="en-GB"/>
              <a:t>Singularities</a:t>
            </a:r>
            <a:endParaRPr/>
          </a:p>
        </p:txBody>
      </p:sp>
      <p:sp>
        <p:nvSpPr>
          <p:cNvPr id="4" name="Content Placeholder 3">
            <a:extLst>
              <a:ext uri="{FF2B5EF4-FFF2-40B4-BE49-F238E27FC236}">
                <a16:creationId xmlns:a16="http://schemas.microsoft.com/office/drawing/2014/main" id="{9F8DA791-8443-F5A6-2320-C7593A1E6F2C}"/>
              </a:ext>
            </a:extLst>
          </p:cNvPr>
          <p:cNvSpPr>
            <a:spLocks noGrp="1"/>
          </p:cNvSpPr>
          <p:nvPr>
            <p:ph sz="half" idx="11"/>
          </p:nvPr>
        </p:nvSpPr>
        <p:spPr>
          <a:xfrm>
            <a:off x="417503" y="1872941"/>
            <a:ext cx="6058971" cy="4666595"/>
          </a:xfrm>
        </p:spPr>
        <p:txBody>
          <a:bodyPr wrap="square">
            <a:normAutofit lnSpcReduction="10000"/>
          </a:bodyPr>
          <a:lstStyle/>
          <a:p>
            <a:r>
              <a:rPr lang="en-GB" sz="1600" dirty="0"/>
              <a:t>Referring to an equation as forming a singularity is another way in which this mathematical behaviour is often described</a:t>
            </a:r>
          </a:p>
          <a:p>
            <a:r>
              <a:rPr lang="en-GB" sz="1600" dirty="0"/>
              <a:t>From a continuum point of view, features like shock waves and material interfaces are often best treated as true discontinuities because the simulation cannot model the true transition scales</a:t>
            </a:r>
          </a:p>
          <a:p>
            <a:r>
              <a:rPr lang="en-GB" sz="1600" dirty="0"/>
              <a:t>Elsewhere, singular behaviour occurs when your equations stop being physically valid – either by design (you need to know when the black hole forms) or by limitation of a model (you are moving into a new physics/chemistry regime)</a:t>
            </a:r>
          </a:p>
          <a:p>
            <a:r>
              <a:rPr lang="en-GB" sz="1600" dirty="0"/>
              <a:t>This means sometimes you stop your simulation at this point, but integral form exists for when you need to continue! </a:t>
            </a:r>
            <a:endParaRPr sz="1600" dirty="0"/>
          </a:p>
        </p:txBody>
      </p:sp>
      <p:sp>
        <p:nvSpPr>
          <p:cNvPr id="3" name="TextBox 2">
            <a:extLst>
              <a:ext uri="{FF2B5EF4-FFF2-40B4-BE49-F238E27FC236}">
                <a16:creationId xmlns:a16="http://schemas.microsoft.com/office/drawing/2014/main" id="{B48E6CC4-9678-1652-CBF3-E839CD294E10}"/>
              </a:ext>
            </a:extLst>
          </p:cNvPr>
          <p:cNvSpPr txBox="1"/>
          <p:nvPr/>
        </p:nvSpPr>
        <p:spPr>
          <a:xfrm>
            <a:off x="7605285" y="6364502"/>
            <a:ext cx="4199933" cy="276999"/>
          </a:xfrm>
          <a:prstGeom prst="rect">
            <a:avLst/>
          </a:prstGeom>
          <a:noFill/>
        </p:spPr>
        <p:txBody>
          <a:bodyPr wrap="square" rtlCol="0">
            <a:spAutoFit/>
          </a:bodyPr>
          <a:lstStyle/>
          <a:p>
            <a:r>
              <a:rPr lang="en-GB" sz="1200"/>
              <a:t>Source: https://www.eso.org/public/images/eso0903a/</a:t>
            </a:r>
          </a:p>
        </p:txBody>
      </p:sp>
      <p:pic>
        <p:nvPicPr>
          <p:cNvPr id="5" name="Picture 4" descr="https://upload.wikimedia.org/wikipedia/commons/b/bf/Black_Hole_Outflows_From_Centaurus_A.jpg?utm_source=en.wikipedia.org&amp;utm_campaign=imageinfo&amp;utm_content=original">
            <a:extLst>
              <a:ext uri="{FF2B5EF4-FFF2-40B4-BE49-F238E27FC236}">
                <a16:creationId xmlns:a16="http://schemas.microsoft.com/office/drawing/2014/main" id="{F9EE2A54-7146-1F8B-EFD0-673E7A8AF607}"/>
              </a:ext>
            </a:extLst>
          </p:cNvPr>
          <p:cNvPicPr>
            <a:picLocks noChangeAspect="1"/>
          </p:cNvPicPr>
          <p:nvPr/>
        </p:nvPicPr>
        <p:blipFill>
          <a:blip r:embed="rId2"/>
          <a:stretch>
            <a:fillRect/>
          </a:stretch>
        </p:blipFill>
        <p:spPr>
          <a:xfrm>
            <a:off x="6867459" y="1142999"/>
            <a:ext cx="5087690" cy="5150595"/>
          </a:xfrm>
          <a:prstGeom prst="rect">
            <a:avLst/>
          </a:prstGeom>
        </p:spPr>
      </p:pic>
    </p:spTree>
    <p:extLst>
      <p:ext uri="{BB962C8B-B14F-4D97-AF65-F5344CB8AC3E}">
        <p14:creationId xmlns:p14="http://schemas.microsoft.com/office/powerpoint/2010/main" val="232314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Integral domain</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3" y="1831563"/>
                <a:ext cx="6304914" cy="4670136"/>
              </a:xfrm>
            </p:spPr>
            <p:txBody>
              <a:bodyPr wrap="square">
                <a:normAutofit/>
              </a:bodyPr>
              <a:lstStyle/>
              <a:p>
                <a:r>
                  <a:rPr lang="en-GB" sz="1600" dirty="0"/>
                  <a:t>Consider a differential equation</a:t>
                </a:r>
              </a:p>
              <a:p>
                <a:endParaRPr lang="en-GB" sz="1600" dirty="0"/>
              </a:p>
              <a:p>
                <a:r>
                  <a:rPr lang="en-GB" sz="1600" dirty="0"/>
                  <a:t>In order to convert this to an integral equation, we first define some area we are trying to solve this equation over</a:t>
                </a:r>
              </a:p>
              <a:p>
                <a:r>
                  <a:rPr lang="en-GB" sz="1600" dirty="0"/>
                  <a:t>Typically, we would consider the case in which we know the solution at a point in time, </a:t>
                </a:r>
                <a14:m>
                  <m:oMath xmlns:m="http://schemas.openxmlformats.org/officeDocument/2006/math">
                    <m:r>
                      <a:rPr lang="en-GB" sz="1600" i="1" dirty="0" smtClean="0">
                        <a:latin typeface="Cambria Math" panose="02040503050406030204" pitchFamily="18" charset="0"/>
                      </a:rPr>
                      <m:t>𝑢</m:t>
                    </m:r>
                    <m:r>
                      <a:rPr lang="en-GB" sz="1600" i="1" dirty="0" smtClean="0">
                        <a:latin typeface="Cambria Math" panose="02040503050406030204" pitchFamily="18" charset="0"/>
                      </a:rPr>
                      <m:t>(</m:t>
                    </m:r>
                    <m:sSub>
                      <m:sSubPr>
                        <m:ctrlPr>
                          <a:rPr lang="en-GB" sz="1600" i="1" dirty="0" err="1">
                            <a:latin typeface="Cambria Math" panose="02040503050406030204" pitchFamily="18" charset="0"/>
                          </a:rPr>
                        </m:ctrlPr>
                      </m:sSubPr>
                      <m:e>
                        <m:r>
                          <a:rPr lang="en-GB" sz="1600" i="1" dirty="0" err="1">
                            <a:latin typeface="Cambria Math" panose="02040503050406030204" pitchFamily="18" charset="0"/>
                          </a:rPr>
                          <m:t>𝑡</m:t>
                        </m:r>
                      </m:e>
                      <m:sub>
                        <m:r>
                          <a:rPr lang="en-GB" sz="1600" b="0" i="1" dirty="0" smtClean="0">
                            <a:latin typeface="Cambria Math" panose="02040503050406030204" pitchFamily="18" charset="0"/>
                          </a:rPr>
                          <m:t>1</m:t>
                        </m:r>
                      </m:sub>
                    </m:sSub>
                    <m:r>
                      <a:rPr lang="en-GB" sz="1600" i="1" dirty="0" err="1">
                        <a:latin typeface="Cambria Math" panose="02040503050406030204" pitchFamily="18" charset="0"/>
                      </a:rPr>
                      <m:t>,</m:t>
                    </m:r>
                    <m:r>
                      <a:rPr lang="en-GB" sz="1600" i="1" dirty="0" err="1">
                        <a:latin typeface="Cambria Math" panose="02040503050406030204" pitchFamily="18" charset="0"/>
                      </a:rPr>
                      <m:t>𝑥</m:t>
                    </m:r>
                    <m:r>
                      <a:rPr lang="en-GB" sz="1600" i="1" dirty="0">
                        <a:latin typeface="Cambria Math" panose="02040503050406030204" pitchFamily="18" charset="0"/>
                      </a:rPr>
                      <m:t>), </m:t>
                    </m:r>
                    <m:r>
                      <a:rPr lang="en-GB" sz="1600" b="0" i="1" dirty="0" smtClean="0">
                        <a:latin typeface="Cambria Math" panose="02040503050406030204" pitchFamily="18" charset="0"/>
                      </a:rPr>
                      <m:t> </m:t>
                    </m:r>
                    <m:r>
                      <a:rPr lang="en-GB" sz="1600" i="1" dirty="0">
                        <a:latin typeface="Cambria Math" panose="02040503050406030204" pitchFamily="18" charset="0"/>
                      </a:rPr>
                      <m:t>𝑥</m:t>
                    </m:r>
                    <m:r>
                      <a:rPr lang="en-GB" sz="1600" i="1" dirty="0">
                        <a:latin typeface="Cambria Math" panose="02040503050406030204" pitchFamily="18" charset="0"/>
                      </a:rPr>
                      <m:t>∈[</m:t>
                    </m:r>
                    <m:r>
                      <a:rPr lang="en-GB" sz="1600" i="1" dirty="0" err="1">
                        <a:latin typeface="Cambria Math" panose="02040503050406030204" pitchFamily="18" charset="0"/>
                      </a:rPr>
                      <m:t>𝑎</m:t>
                    </m:r>
                    <m:r>
                      <a:rPr lang="en-GB" sz="1600" i="1" dirty="0" err="1">
                        <a:latin typeface="Cambria Math" panose="02040503050406030204" pitchFamily="18" charset="0"/>
                      </a:rPr>
                      <m:t>,</m:t>
                    </m:r>
                    <m:r>
                      <a:rPr lang="en-GB" sz="1600" i="1" dirty="0" err="1">
                        <a:latin typeface="Cambria Math" panose="02040503050406030204" pitchFamily="18" charset="0"/>
                      </a:rPr>
                      <m:t>𝑏</m:t>
                    </m:r>
                    <m:r>
                      <a:rPr lang="en-GB" sz="1600" i="1" dirty="0">
                        <a:latin typeface="Cambria Math" panose="02040503050406030204" pitchFamily="18" charset="0"/>
                      </a:rPr>
                      <m:t>]</m:t>
                    </m:r>
                  </m:oMath>
                </a14:m>
                <a:endParaRPr lang="en-GB" sz="1600" dirty="0"/>
              </a:p>
              <a:p>
                <a:r>
                  <a:rPr lang="en-GB" sz="1600" dirty="0"/>
                  <a:t>And we want to solve it for some (or all) times up until </a:t>
                </a:r>
                <a14:m>
                  <m:oMath xmlns:m="http://schemas.openxmlformats.org/officeDocument/2006/math">
                    <m:r>
                      <a:rPr lang="en-GB" sz="1600" i="1" dirty="0" smtClean="0">
                        <a:latin typeface="Cambria Math" panose="02040503050406030204" pitchFamily="18" charset="0"/>
                      </a:rPr>
                      <m:t>𝑡</m:t>
                    </m:r>
                    <m:r>
                      <a:rPr lang="en-GB" sz="1600" i="1" dirty="0" smtClean="0">
                        <a:latin typeface="Cambria Math" panose="02040503050406030204" pitchFamily="18" charset="0"/>
                      </a:rPr>
                      <m:t>₂</m:t>
                    </m:r>
                  </m:oMath>
                </a14:m>
                <a:r>
                  <a:rPr lang="en-GB" sz="1600" dirty="0"/>
                  <a:t>, still for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err="1">
                        <a:latin typeface="Cambria Math" panose="02040503050406030204" pitchFamily="18" charset="0"/>
                      </a:rPr>
                      <m:t>𝑎</m:t>
                    </m:r>
                    <m:r>
                      <a:rPr lang="en-GB" sz="1600" i="1" dirty="0" err="1">
                        <a:latin typeface="Cambria Math" panose="02040503050406030204" pitchFamily="18" charset="0"/>
                      </a:rPr>
                      <m:t>,</m:t>
                    </m:r>
                    <m:r>
                      <a:rPr lang="en-GB" sz="1600" i="1" dirty="0" err="1">
                        <a:latin typeface="Cambria Math" panose="02040503050406030204" pitchFamily="18" charset="0"/>
                      </a:rPr>
                      <m:t>𝑏</m:t>
                    </m:r>
                    <m:r>
                      <a:rPr lang="en-GB" sz="1600" i="1" dirty="0">
                        <a:latin typeface="Cambria Math" panose="02040503050406030204" pitchFamily="18" charset="0"/>
                      </a:rPr>
                      <m:t>]</m:t>
                    </m:r>
                  </m:oMath>
                </a14:m>
                <a:endParaRPr lang="en-GB" sz="1600" dirty="0"/>
              </a:p>
              <a:p>
                <a:r>
                  <a:rPr lang="en-GB" sz="1600" dirty="0"/>
                  <a:t>We can integrate our differential equation over this entire region</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3" y="1831563"/>
                <a:ext cx="6304914" cy="4670136"/>
              </a:xfrm>
              <a:blipFill>
                <a:blip r:embed="rId2"/>
                <a:stretch>
                  <a:fillRect l="-386"/>
                </a:stretch>
              </a:blipFill>
            </p:spPr>
            <p:txBody>
              <a:bodyPr/>
              <a:lstStyle/>
              <a:p>
                <a:r>
                  <a:rPr lang="en-US">
                    <a:noFill/>
                  </a:rPr>
                  <a:t> </a:t>
                </a:r>
              </a:p>
            </p:txBody>
          </p:sp>
        </mc:Fallback>
      </mc:AlternateContent>
      <p:pic>
        <p:nvPicPr>
          <p:cNvPr id="6" name="Picture 5" descr="integral_domain.png"/>
          <p:cNvPicPr>
            <a:picLocks noChangeAspect="1"/>
          </p:cNvPicPr>
          <p:nvPr/>
        </p:nvPicPr>
        <p:blipFill>
          <a:blip r:embed="rId3"/>
          <a:stretch>
            <a:fillRect/>
          </a:stretch>
        </p:blipFill>
        <p:spPr>
          <a:xfrm>
            <a:off x="7164297" y="1923084"/>
            <a:ext cx="4701640" cy="4029976"/>
          </a:xfrm>
          <a:prstGeom prst="rect">
            <a:avLst/>
          </a:prstGeom>
        </p:spPr>
      </p:pic>
      <p:pic>
        <p:nvPicPr>
          <p:cNvPr id="7" name="Picture 6" descr="acb1f74b8dc7ba4b.png"/>
          <p:cNvPicPr>
            <a:picLocks noChangeAspect="1"/>
          </p:cNvPicPr>
          <p:nvPr/>
        </p:nvPicPr>
        <p:blipFill>
          <a:blip r:embed="rId4"/>
          <a:stretch>
            <a:fillRect/>
          </a:stretch>
        </p:blipFill>
        <p:spPr>
          <a:xfrm>
            <a:off x="3996559" y="1923084"/>
            <a:ext cx="2151993" cy="7000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1ECFE-37DE-E4A9-499D-51A788C0E4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FB0C41-0186-5CDE-A8A2-4429B62842FA}"/>
              </a:ext>
            </a:extLst>
          </p:cNvPr>
          <p:cNvSpPr txBox="1"/>
          <p:nvPr/>
        </p:nvSpPr>
        <p:spPr>
          <a:xfrm>
            <a:off x="0" y="868680"/>
            <a:ext cx="4517136" cy="369332"/>
          </a:xfrm>
          <a:prstGeom prst="rect">
            <a:avLst/>
          </a:prstGeom>
          <a:solidFill>
            <a:schemeClr val="accent5">
              <a:lumMod val="20000"/>
              <a:lumOff val="80000"/>
            </a:schemeClr>
          </a:solidFill>
        </p:spPr>
        <p:txBody>
          <a:bodyPr wrap="square" rtlCol="0">
            <a:spAutoFit/>
          </a:bodyPr>
          <a:lstStyle/>
          <a:p>
            <a:r>
              <a:rPr lang="en-GB" dirty="0">
                <a:latin typeface="Arial" panose="020B0604020202020204" pitchFamily="34" charset="0"/>
                <a:cs typeface="Arial" panose="020B0604020202020204" pitchFamily="34" charset="0"/>
              </a:rPr>
              <a:t>Integral form</a:t>
            </a:r>
          </a:p>
        </p:txBody>
      </p:sp>
    </p:spTree>
    <p:extLst>
      <p:ext uri="{BB962C8B-B14F-4D97-AF65-F5344CB8AC3E}">
        <p14:creationId xmlns:p14="http://schemas.microsoft.com/office/powerpoint/2010/main" val="2347553391"/>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Integral form and conservation laws</a:t>
            </a:r>
          </a:p>
        </p:txBody>
      </p:sp>
      <p:sp>
        <p:nvSpPr>
          <p:cNvPr id="4" name="Content Placeholder 3"/>
          <p:cNvSpPr>
            <a:spLocks noGrp="1"/>
          </p:cNvSpPr>
          <p:nvPr>
            <p:ph sz="half" idx="11"/>
          </p:nvPr>
        </p:nvSpPr>
        <p:spPr>
          <a:xfrm>
            <a:off x="417503" y="1879250"/>
            <a:ext cx="11185918" cy="3982289"/>
          </a:xfrm>
        </p:spPr>
        <p:txBody>
          <a:bodyPr wrap="square">
            <a:normAutofit/>
          </a:bodyPr>
          <a:lstStyle/>
          <a:p>
            <a:r>
              <a:rPr sz="1600" dirty="0"/>
              <a:t>Begin with the assumption that u is continuous, and integrate</a:t>
            </a:r>
            <a:endParaRPr lang="en-GB" sz="1600" dirty="0"/>
          </a:p>
          <a:p>
            <a:endParaRPr sz="1600" dirty="0"/>
          </a:p>
          <a:p>
            <a:r>
              <a:rPr sz="1600" dirty="0"/>
              <a:t>We can then use the fundamental theorem of calculus</a:t>
            </a:r>
            <a:endParaRPr lang="en-GB" sz="1600" dirty="0"/>
          </a:p>
          <a:p>
            <a:endParaRPr sz="1600" dirty="0"/>
          </a:p>
          <a:p>
            <a:r>
              <a:rPr sz="1600" dirty="0"/>
              <a:t>In this form, it would not matter if u was discontinuous — a solution could still be obtained</a:t>
            </a:r>
            <a:endParaRPr lang="en-GB" sz="1600" dirty="0"/>
          </a:p>
          <a:p>
            <a:r>
              <a:rPr lang="en-GB" sz="1600" dirty="0"/>
              <a:t>We shall not detail how you might now find a solution, for that you will need other courses</a:t>
            </a:r>
            <a:endParaRPr sz="1600" dirty="0"/>
          </a:p>
          <a:p>
            <a:r>
              <a:rPr lang="en-GB" sz="1600" dirty="0"/>
              <a:t>For example, I will tell you how to do this for compressible gases in </a:t>
            </a:r>
            <a:r>
              <a:rPr sz="1600" dirty="0"/>
              <a:t>“</a:t>
            </a:r>
            <a:r>
              <a:rPr sz="1600" i="1" dirty="0"/>
              <a:t>Numerical Methods for Compressible Fluid Dynamics</a:t>
            </a:r>
            <a:r>
              <a:rPr sz="1600" dirty="0"/>
              <a:t>”</a:t>
            </a:r>
          </a:p>
        </p:txBody>
      </p:sp>
      <p:pic>
        <p:nvPicPr>
          <p:cNvPr id="6" name="Picture 5" descr="dc2a31c7dc6840d0.png"/>
          <p:cNvPicPr>
            <a:picLocks noChangeAspect="1"/>
          </p:cNvPicPr>
          <p:nvPr/>
        </p:nvPicPr>
        <p:blipFill>
          <a:blip r:embed="rId2"/>
          <a:stretch>
            <a:fillRect/>
          </a:stretch>
        </p:blipFill>
        <p:spPr>
          <a:xfrm>
            <a:off x="3535680" y="2343681"/>
            <a:ext cx="5120640" cy="626732"/>
          </a:xfrm>
          <a:prstGeom prst="rect">
            <a:avLst/>
          </a:prstGeom>
        </p:spPr>
      </p:pic>
      <p:pic>
        <p:nvPicPr>
          <p:cNvPr id="7" name="Picture 6" descr="f6371e7b0171ccab.png"/>
          <p:cNvPicPr>
            <a:picLocks noChangeAspect="1"/>
          </p:cNvPicPr>
          <p:nvPr/>
        </p:nvPicPr>
        <p:blipFill>
          <a:blip r:embed="rId3"/>
          <a:stretch>
            <a:fillRect/>
          </a:stretch>
        </p:blipFill>
        <p:spPr>
          <a:xfrm>
            <a:off x="3535680" y="3316980"/>
            <a:ext cx="5120640" cy="5534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Weak solutions</a:t>
            </a:r>
          </a:p>
        </p:txBody>
      </p:sp>
      <mc:AlternateContent xmlns:mc="http://schemas.openxmlformats.org/markup-compatibility/2006" xmlns:a14="http://schemas.microsoft.com/office/drawing/2010/main">
        <mc:Choice Requires="a14">
          <p:sp>
            <p:nvSpPr>
              <p:cNvPr id="4" name="Content Placeholder 3"/>
              <p:cNvSpPr>
                <a:spLocks noGrp="1"/>
              </p:cNvSpPr>
              <p:nvPr>
                <p:ph sz="half" idx="11"/>
              </p:nvPr>
            </p:nvSpPr>
            <p:spPr>
              <a:xfrm>
                <a:off x="417502" y="2017986"/>
                <a:ext cx="11230061" cy="4344977"/>
              </a:xfrm>
            </p:spPr>
            <p:txBody>
              <a:bodyPr wrap="square">
                <a:normAutofit fontScale="92500" lnSpcReduction="20000"/>
              </a:bodyPr>
              <a:lstStyle/>
              <a:p>
                <a:r>
                  <a:rPr lang="en-GB" sz="1600" dirty="0"/>
                  <a:t>A weak solution is defined as a solution of</a:t>
                </a:r>
                <a:br>
                  <a:rPr lang="en-GB" sz="1600" dirty="0"/>
                </a:br>
                <a:br>
                  <a:rPr lang="en-GB" sz="1600" dirty="0"/>
                </a:br>
                <a:br>
                  <a:rPr lang="en-GB" sz="1600" dirty="0"/>
                </a:br>
                <a:r>
                  <a:rPr lang="en-GB" sz="1600" dirty="0"/>
                  <a:t>which may, or may not, be discontinuous</a:t>
                </a:r>
              </a:p>
              <a:p>
                <a:r>
                  <a:rPr lang="en-GB" sz="1600" dirty="0"/>
                  <a:t>If it is discontinuous, it cannot satisfy</a:t>
                </a:r>
              </a:p>
              <a:p>
                <a:endParaRPr lang="en-GB" sz="1600" dirty="0"/>
              </a:p>
              <a:p>
                <a:r>
                  <a:rPr lang="en-GB" sz="1600" dirty="0"/>
                  <a:t>However, this discontinuous solution is indeed a (weak) solution to the underlying physical problem, just not one that can be found by considering this form of the governing equation (because this governing equation made assumptions about the solution which don’t actually hold)</a:t>
                </a:r>
              </a:p>
              <a:p>
                <a:r>
                  <a:rPr lang="en-GB" sz="1600" dirty="0"/>
                  <a:t>It is important to note that when solving for </a:t>
                </a:r>
                <a14:m>
                  <m:oMath xmlns:m="http://schemas.openxmlformats.org/officeDocument/2006/math">
                    <m:r>
                      <a:rPr lang="en-GB" sz="1600" i="1" dirty="0" smtClean="0">
                        <a:latin typeface="Cambria Math" panose="02040503050406030204" pitchFamily="18" charset="0"/>
                      </a:rPr>
                      <m:t>𝑢</m:t>
                    </m:r>
                  </m:oMath>
                </a14:m>
                <a:r>
                  <a:rPr lang="en-GB" sz="1600" dirty="0"/>
                  <a:t> on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err="1">
                        <a:latin typeface="Cambria Math" panose="02040503050406030204" pitchFamily="18" charset="0"/>
                      </a:rPr>
                      <m:t>𝑎</m:t>
                    </m:r>
                    <m:r>
                      <a:rPr lang="en-GB" sz="1600" i="1" dirty="0" err="1">
                        <a:latin typeface="Cambria Math" panose="02040503050406030204" pitchFamily="18" charset="0"/>
                      </a:rPr>
                      <m:t>,</m:t>
                    </m:r>
                    <m:r>
                      <a:rPr lang="en-GB" sz="1600" i="1" dirty="0" err="1">
                        <a:latin typeface="Cambria Math" panose="02040503050406030204" pitchFamily="18" charset="0"/>
                      </a:rPr>
                      <m:t>𝑏</m:t>
                    </m:r>
                    <m:r>
                      <a:rPr lang="en-GB" sz="1600" i="1" dirty="0">
                        <a:latin typeface="Cambria Math" panose="02040503050406030204" pitchFamily="18" charset="0"/>
                      </a:rPr>
                      <m:t>], </m:t>
                    </m:r>
                    <m:r>
                      <a:rPr lang="en-GB" sz="1600" b="0" i="1" dirty="0" smtClean="0">
                        <a:latin typeface="Cambria Math" panose="02040503050406030204" pitchFamily="18" charset="0"/>
                      </a:rPr>
                      <m:t> </m:t>
                    </m:r>
                    <m:r>
                      <a:rPr lang="en-GB" sz="1600" i="1" dirty="0">
                        <a:latin typeface="Cambria Math" panose="02040503050406030204" pitchFamily="18" charset="0"/>
                      </a:rPr>
                      <m:t>𝑡</m:t>
                    </m:r>
                    <m:r>
                      <a:rPr lang="en-GB" sz="1600" i="1" dirty="0">
                        <a:latin typeface="Cambria Math" panose="02040503050406030204" pitchFamily="18" charset="0"/>
                      </a:rPr>
                      <m:t>∈[</m:t>
                    </m:r>
                    <m:r>
                      <a:rPr lang="en-GB" sz="1600" i="1" dirty="0" err="1">
                        <a:latin typeface="Cambria Math" panose="02040503050406030204" pitchFamily="18" charset="0"/>
                      </a:rPr>
                      <m:t>𝑡</m:t>
                    </m:r>
                    <m:r>
                      <a:rPr lang="en-GB" sz="1600" i="1" dirty="0" err="1">
                        <a:latin typeface="Cambria Math" panose="02040503050406030204" pitchFamily="18" charset="0"/>
                      </a:rPr>
                      <m:t>₁,</m:t>
                    </m:r>
                    <m:r>
                      <a:rPr lang="en-GB" sz="1600" i="1" dirty="0" err="1">
                        <a:latin typeface="Cambria Math" panose="02040503050406030204" pitchFamily="18" charset="0"/>
                      </a:rPr>
                      <m:t>𝑡</m:t>
                    </m:r>
                    <m:r>
                      <a:rPr lang="en-GB" sz="1600" i="1" dirty="0">
                        <a:latin typeface="Cambria Math" panose="02040503050406030204" pitchFamily="18" charset="0"/>
                      </a:rPr>
                      <m:t>₂], </m:t>
                    </m:r>
                  </m:oMath>
                </a14:m>
                <a:r>
                  <a:rPr lang="en-GB" sz="1600" dirty="0"/>
                  <a:t> weak solutions may not be unique.  If you stick with my lectures, you will see this, but otherwise you might imagine that this arises because different functions can have the same area (same integral) between </a:t>
                </a:r>
                <a14:m>
                  <m:oMath xmlns:m="http://schemas.openxmlformats.org/officeDocument/2006/math">
                    <m:r>
                      <a:rPr lang="en-GB" sz="1600" b="0" i="1" smtClean="0">
                        <a:latin typeface="Cambria Math" panose="02040503050406030204" pitchFamily="18" charset="0"/>
                      </a:rPr>
                      <m:t>𝑎</m:t>
                    </m:r>
                  </m:oMath>
                </a14:m>
                <a:r>
                  <a:rPr lang="en-GB" sz="1600" dirty="0"/>
                  <a:t> and </a:t>
                </a:r>
                <a14:m>
                  <m:oMath xmlns:m="http://schemas.openxmlformats.org/officeDocument/2006/math">
                    <m:r>
                      <a:rPr lang="en-GB" sz="1600" b="0" i="1" smtClean="0">
                        <a:latin typeface="Cambria Math" panose="02040503050406030204" pitchFamily="18" charset="0"/>
                      </a:rPr>
                      <m:t>𝑏</m:t>
                    </m:r>
                  </m:oMath>
                </a14:m>
                <a:r>
                  <a:rPr lang="en-GB" sz="1600" dirty="0"/>
                  <a:t>, but would have different slopes</a:t>
                </a:r>
                <a:endParaRPr sz="1600" dirty="0"/>
              </a:p>
            </p:txBody>
          </p:sp>
        </mc:Choice>
        <mc:Fallback xmlns="">
          <p:sp>
            <p:nvSpPr>
              <p:cNvPr id="4" name="Content Placeholder 3"/>
              <p:cNvSpPr>
                <a:spLocks noGrp="1" noRot="1" noChangeAspect="1" noMove="1" noResize="1" noEditPoints="1" noAdjustHandles="1" noChangeArrowheads="1" noChangeShapeType="1" noTextEdit="1"/>
              </p:cNvSpPr>
              <p:nvPr>
                <p:ph sz="half" idx="11"/>
              </p:nvPr>
            </p:nvSpPr>
            <p:spPr>
              <a:xfrm>
                <a:off x="417502" y="2017986"/>
                <a:ext cx="11230061" cy="4344977"/>
              </a:xfrm>
              <a:blipFill>
                <a:blip r:embed="rId2"/>
                <a:stretch>
                  <a:fillRect l="-163"/>
                </a:stretch>
              </a:blipFill>
            </p:spPr>
            <p:txBody>
              <a:bodyPr/>
              <a:lstStyle/>
              <a:p>
                <a:r>
                  <a:rPr lang="en-US">
                    <a:noFill/>
                  </a:rPr>
                  <a:t> </a:t>
                </a:r>
              </a:p>
            </p:txBody>
          </p:sp>
        </mc:Fallback>
      </mc:AlternateContent>
      <p:pic>
        <p:nvPicPr>
          <p:cNvPr id="6" name="Picture 5" descr="f6371e7b0171ccab.png"/>
          <p:cNvPicPr>
            <a:picLocks noChangeAspect="1"/>
          </p:cNvPicPr>
          <p:nvPr/>
        </p:nvPicPr>
        <p:blipFill>
          <a:blip r:embed="rId3"/>
          <a:stretch>
            <a:fillRect/>
          </a:stretch>
        </p:blipFill>
        <p:spPr>
          <a:xfrm>
            <a:off x="4557811" y="2172852"/>
            <a:ext cx="6570446" cy="710102"/>
          </a:xfrm>
          <a:prstGeom prst="rect">
            <a:avLst/>
          </a:prstGeom>
        </p:spPr>
      </p:pic>
      <p:pic>
        <p:nvPicPr>
          <p:cNvPr id="7" name="Picture 6" descr="e0806dd6a6ab17f2.png"/>
          <p:cNvPicPr>
            <a:picLocks noChangeAspect="1"/>
          </p:cNvPicPr>
          <p:nvPr/>
        </p:nvPicPr>
        <p:blipFill>
          <a:blip r:embed="rId4"/>
          <a:stretch>
            <a:fillRect/>
          </a:stretch>
        </p:blipFill>
        <p:spPr>
          <a:xfrm>
            <a:off x="4249194" y="3429000"/>
            <a:ext cx="2296649" cy="7471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3080</Words>
  <Application>Microsoft Office PowerPoint</Application>
  <PresentationFormat>Widescreen</PresentationFormat>
  <Paragraphs>260</Paragraphs>
  <Slides>53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Aptos</vt:lpstr>
      <vt:lpstr>Aptos Display</vt:lpstr>
      <vt:lpstr>Arial</vt:lpstr>
      <vt:lpstr>Cambria Math</vt:lpstr>
      <vt:lpstr>King</vt:lpstr>
      <vt:lpstr>Open Sans</vt:lpstr>
      <vt:lpstr>Open Sans Light</vt:lpstr>
      <vt:lpstr>Office Theme</vt:lpstr>
      <vt:lpstr>PowerPoint Presentation</vt:lpstr>
      <vt:lpstr>Partial differential equations</vt:lpstr>
      <vt:lpstr>Outline</vt:lpstr>
      <vt:lpstr>PowerPoint Presentation</vt:lpstr>
      <vt:lpstr>Classification of PDEs</vt:lpstr>
      <vt:lpstr>Steady state problems</vt:lpstr>
      <vt:lpstr>Time-varying problems</vt:lpstr>
      <vt:lpstr>Mathematical classification</vt:lpstr>
      <vt:lpstr>Classification — conic sections</vt:lpstr>
      <vt:lpstr>Classification — linear second-order PDEs</vt:lpstr>
      <vt:lpstr>PowerPoint Presentation</vt:lpstr>
      <vt:lpstr>Classification — systems</vt:lpstr>
      <vt:lpstr>PowerPoint Presentation</vt:lpstr>
      <vt:lpstr>PowerPoint Presentation</vt:lpstr>
      <vt:lpstr>Different forms of PDEs</vt:lpstr>
      <vt:lpstr>Commonly encountered forms</vt:lpstr>
      <vt:lpstr>An example — the shallow water equations</vt:lpstr>
      <vt:lpstr>An example — the shallow water equations</vt:lpstr>
      <vt:lpstr>Conservation form</vt:lpstr>
      <vt:lpstr>Conservation form</vt:lpstr>
      <vt:lpstr>Non-conservation form (and the Jacobian)</vt:lpstr>
      <vt:lpstr>PowerPoint Presentation</vt:lpstr>
      <vt:lpstr>Primitive-variable form</vt:lpstr>
      <vt:lpstr>Primitive-variable form (continued)</vt:lpstr>
      <vt:lpstr>PowerPoint Presentation</vt:lpstr>
      <vt:lpstr>PowerPoint Presentation</vt:lpstr>
      <vt:lpstr>Primitive-variable form (continued)</vt:lpstr>
      <vt:lpstr>PowerPoint Presentation</vt:lpstr>
      <vt:lpstr>PowerPoint Presentation</vt:lpstr>
      <vt:lpstr>PowerPoint Presentation</vt:lpstr>
      <vt:lpstr>Characteristic form</vt:lpstr>
      <vt:lpstr>Characteristic form (continued)</vt:lpstr>
      <vt:lpstr>PowerPoint Presentation</vt:lpstr>
      <vt:lpstr>PowerPoint Presentation</vt:lpstr>
      <vt:lpstr>PowerPoint Presentation</vt:lpstr>
      <vt:lpstr>PowerPoint Presentation</vt:lpstr>
      <vt:lpstr>PowerPoint Presentation</vt:lpstr>
      <vt:lpstr>PowerPoint Presentation</vt:lpstr>
      <vt:lpstr>Shallow water equations’ eigenvalues and eigenvectors</vt:lpstr>
      <vt:lpstr>Shallow water equations’ eigenvalues and eigenvectors</vt:lpstr>
      <vt:lpstr>Characteristic form of the shallow water equations</vt:lpstr>
      <vt:lpstr>Summary</vt:lpstr>
      <vt:lpstr>Second-order PDEs</vt:lpstr>
      <vt:lpstr>PowerPoint Presentation</vt:lpstr>
      <vt:lpstr>PowerPoint Presentation</vt:lpstr>
      <vt:lpstr>PowerPoint Presentation</vt:lpstr>
      <vt:lpstr>Integral form of a differential equation</vt:lpstr>
      <vt:lpstr>Discontinuities</vt:lpstr>
      <vt:lpstr>Singularities</vt:lpstr>
      <vt:lpstr>Integral domain</vt:lpstr>
      <vt:lpstr>PowerPoint Presentation</vt:lpstr>
      <vt:lpstr>Integral form and conservation laws</vt:lpstr>
      <vt:lpstr>Weak solutions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Millmore</dc:creator>
  <cp:lastModifiedBy>Stephen Millmore</cp:lastModifiedBy>
  <cp:revision>1</cp:revision>
  <dcterms:created xsi:type="dcterms:W3CDTF">2026-06-16T10:40:47Z</dcterms:created>
  <dcterms:modified xsi:type="dcterms:W3CDTF">2026-10-07T09:09:04Z</dcterms:modified>
</cp:coreProperties>
</file>