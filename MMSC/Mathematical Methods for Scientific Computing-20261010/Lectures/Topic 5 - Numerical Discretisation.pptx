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3"/>
  </p:notesMasterIdLst>
  <p:sldIdLst>
    <p:sldId id="256" r:id="rId2"/>
    <p:sldId id="985" r:id="rId3"/>
    <p:sldId id="258" r:id="rId4"/>
    <p:sldId id="986" r:id="rId5"/>
    <p:sldId id="987" r:id="rId6"/>
    <p:sldId id="261" r:id="rId7"/>
    <p:sldId id="262" r:id="rId8"/>
    <p:sldId id="263" r:id="rId9"/>
    <p:sldId id="988" r:id="rId10"/>
    <p:sldId id="407" r:id="rId11"/>
    <p:sldId id="1001" r:id="rId12"/>
    <p:sldId id="1002" r:id="rId13"/>
    <p:sldId id="265" r:id="rId14"/>
    <p:sldId id="1003" r:id="rId15"/>
    <p:sldId id="266" r:id="rId16"/>
    <p:sldId id="267" r:id="rId17"/>
    <p:sldId id="268" r:id="rId18"/>
    <p:sldId id="1004" r:id="rId19"/>
    <p:sldId id="269" r:id="rId20"/>
    <p:sldId id="270" r:id="rId21"/>
    <p:sldId id="271" r:id="rId22"/>
    <p:sldId id="272" r:id="rId23"/>
    <p:sldId id="273" r:id="rId24"/>
    <p:sldId id="983" r:id="rId25"/>
    <p:sldId id="275" r:id="rId26"/>
    <p:sldId id="990" r:id="rId27"/>
    <p:sldId id="991" r:id="rId28"/>
    <p:sldId id="992" r:id="rId29"/>
    <p:sldId id="279" r:id="rId30"/>
    <p:sldId id="993" r:id="rId31"/>
    <p:sldId id="994" r:id="rId32"/>
    <p:sldId id="1005" r:id="rId33"/>
    <p:sldId id="995" r:id="rId34"/>
    <p:sldId id="996" r:id="rId35"/>
    <p:sldId id="284" r:id="rId36"/>
    <p:sldId id="285" r:id="rId37"/>
    <p:sldId id="708" r:id="rId38"/>
    <p:sldId id="709" r:id="rId39"/>
    <p:sldId id="287" r:id="rId40"/>
    <p:sldId id="288" r:id="rId41"/>
    <p:sldId id="712" r:id="rId42"/>
    <p:sldId id="713" r:id="rId43"/>
    <p:sldId id="714" r:id="rId44"/>
    <p:sldId id="715" r:id="rId45"/>
    <p:sldId id="716" r:id="rId46"/>
    <p:sldId id="717" r:id="rId47"/>
    <p:sldId id="718" r:id="rId48"/>
    <p:sldId id="720" r:id="rId49"/>
    <p:sldId id="719" r:id="rId50"/>
    <p:sldId id="721" r:id="rId51"/>
    <p:sldId id="292" r:id="rId52"/>
    <p:sldId id="293" r:id="rId53"/>
    <p:sldId id="294" r:id="rId54"/>
    <p:sldId id="1006" r:id="rId55"/>
    <p:sldId id="725" r:id="rId56"/>
    <p:sldId id="726" r:id="rId57"/>
    <p:sldId id="727" r:id="rId58"/>
    <p:sldId id="728" r:id="rId59"/>
    <p:sldId id="729" r:id="rId60"/>
    <p:sldId id="731" r:id="rId61"/>
    <p:sldId id="732" r:id="rId62"/>
    <p:sldId id="297" r:id="rId63"/>
    <p:sldId id="734" r:id="rId64"/>
    <p:sldId id="1007" r:id="rId65"/>
    <p:sldId id="1008" r:id="rId66"/>
    <p:sldId id="880" r:id="rId67"/>
    <p:sldId id="730" r:id="rId68"/>
    <p:sldId id="735" r:id="rId69"/>
    <p:sldId id="737" r:id="rId70"/>
    <p:sldId id="738" r:id="rId71"/>
    <p:sldId id="739" r:id="rId72"/>
    <p:sldId id="740" r:id="rId73"/>
    <p:sldId id="741" r:id="rId74"/>
    <p:sldId id="742" r:id="rId75"/>
    <p:sldId id="302" r:id="rId76"/>
    <p:sldId id="997" r:id="rId77"/>
    <p:sldId id="998" r:id="rId78"/>
    <p:sldId id="305" r:id="rId79"/>
    <p:sldId id="306" r:id="rId80"/>
    <p:sldId id="1009" r:id="rId81"/>
    <p:sldId id="1010" r:id="rId82"/>
    <p:sldId id="748" r:id="rId83"/>
    <p:sldId id="751" r:id="rId84"/>
    <p:sldId id="749" r:id="rId85"/>
    <p:sldId id="750" r:id="rId86"/>
    <p:sldId id="308" r:id="rId87"/>
    <p:sldId id="1011" r:id="rId88"/>
    <p:sldId id="1012" r:id="rId89"/>
    <p:sldId id="1013" r:id="rId90"/>
    <p:sldId id="999" r:id="rId91"/>
    <p:sldId id="1014" r:id="rId92"/>
    <p:sldId id="1015" r:id="rId93"/>
    <p:sldId id="1016" r:id="rId94"/>
    <p:sldId id="1017" r:id="rId95"/>
    <p:sldId id="310" r:id="rId96"/>
    <p:sldId id="1019" r:id="rId97"/>
    <p:sldId id="1020" r:id="rId98"/>
    <p:sldId id="1018" r:id="rId99"/>
    <p:sldId id="754" r:id="rId100"/>
    <p:sldId id="759" r:id="rId101"/>
    <p:sldId id="755" r:id="rId102"/>
    <p:sldId id="760" r:id="rId103"/>
    <p:sldId id="761" r:id="rId104"/>
    <p:sldId id="762" r:id="rId105"/>
    <p:sldId id="314" r:id="rId106"/>
    <p:sldId id="756" r:id="rId107"/>
    <p:sldId id="764" r:id="rId108"/>
    <p:sldId id="765" r:id="rId109"/>
    <p:sldId id="766" r:id="rId110"/>
    <p:sldId id="1000" r:id="rId111"/>
    <p:sldId id="984" r:id="rId1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3DC54F-BFB1-42CF-9270-38D8FEE51B57}" v="99" dt="2026-10-07T14:29:27.2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60"/>
  </p:normalViewPr>
  <p:slideViewPr>
    <p:cSldViewPr snapToGrid="0">
      <p:cViewPr varScale="1">
        <p:scale>
          <a:sx n="102" d="100"/>
          <a:sy n="102" d="100"/>
        </p:scale>
        <p:origin x="30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microsoft.com/office/2016/11/relationships/changesInfo" Target="changesInfos/changesInfo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19"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Millmore" userId="7b2404fb-f360-4859-a21a-833f72764a74" providerId="ADAL" clId="{F8060359-7CB0-4CFA-8452-FFE64AEC2193}"/>
    <pc:docChg chg="undo custSel addSld delSld modSld sldOrd">
      <pc:chgData name="Stephen Millmore" userId="7b2404fb-f360-4859-a21a-833f72764a74" providerId="ADAL" clId="{F8060359-7CB0-4CFA-8452-FFE64AEC2193}" dt="2026-10-05T11:40:20.629" v="27244" actId="20577"/>
      <pc:docMkLst>
        <pc:docMk/>
      </pc:docMkLst>
      <pc:sldChg chg="addSp delSp modSp mod">
        <pc:chgData name="Stephen Millmore" userId="7b2404fb-f360-4859-a21a-833f72764a74" providerId="ADAL" clId="{F8060359-7CB0-4CFA-8452-FFE64AEC2193}" dt="2026-10-05T08:25:01.360" v="24913" actId="20577"/>
        <pc:sldMkLst>
          <pc:docMk/>
          <pc:sldMk cId="0" sldId="256"/>
        </pc:sldMkLst>
        <pc:spChg chg="add mod">
          <ac:chgData name="Stephen Millmore" userId="7b2404fb-f360-4859-a21a-833f72764a74" providerId="ADAL" clId="{F8060359-7CB0-4CFA-8452-FFE64AEC2193}" dt="2026-10-05T08:25:01.360" v="24913" actId="20577"/>
          <ac:spMkLst>
            <pc:docMk/>
            <pc:sldMk cId="0" sldId="256"/>
            <ac:spMk id="3" creationId="{F2A60B4D-6704-50EC-7B5C-84936DC7E055}"/>
          </ac:spMkLst>
        </pc:spChg>
      </pc:sldChg>
      <pc:sldChg chg="addSp modSp mod">
        <pc:chgData name="Stephen Millmore" userId="7b2404fb-f360-4859-a21a-833f72764a74" providerId="ADAL" clId="{F8060359-7CB0-4CFA-8452-FFE64AEC2193}" dt="2026-10-05T09:55:15.654" v="24940" actId="1076"/>
        <pc:sldMkLst>
          <pc:docMk/>
          <pc:sldMk cId="0" sldId="258"/>
        </pc:sldMkLst>
        <pc:picChg chg="add mod">
          <ac:chgData name="Stephen Millmore" userId="7b2404fb-f360-4859-a21a-833f72764a74" providerId="ADAL" clId="{F8060359-7CB0-4CFA-8452-FFE64AEC2193}" dt="2026-10-05T09:55:15.654" v="24940" actId="1076"/>
          <ac:picMkLst>
            <pc:docMk/>
            <pc:sldMk cId="0" sldId="258"/>
            <ac:picMk id="4" creationId="{E29A976C-C005-07A7-CE4C-2D5B3C7291B9}"/>
          </ac:picMkLst>
        </pc:picChg>
      </pc:sldChg>
      <pc:sldChg chg="addSp delSp modSp mod modAnim">
        <pc:chgData name="Stephen Millmore" userId="7b2404fb-f360-4859-a21a-833f72764a74" providerId="ADAL" clId="{F8060359-7CB0-4CFA-8452-FFE64AEC2193}" dt="2026-10-05T10:01:02.621" v="24965"/>
        <pc:sldMkLst>
          <pc:docMk/>
          <pc:sldMk cId="0" sldId="261"/>
        </pc:sldMkLst>
        <pc:spChg chg="add mod">
          <ac:chgData name="Stephen Millmore" userId="7b2404fb-f360-4859-a21a-833f72764a74" providerId="ADAL" clId="{F8060359-7CB0-4CFA-8452-FFE64AEC2193}" dt="2026-10-05T10:01:02.621" v="24965"/>
          <ac:spMkLst>
            <pc:docMk/>
            <pc:sldMk cId="0" sldId="261"/>
            <ac:spMk id="10" creationId="{C6F93AB3-D604-97D1-5850-6978DDF25379}"/>
          </ac:spMkLst>
        </pc:spChg>
        <pc:spChg chg="add mod">
          <ac:chgData name="Stephen Millmore" userId="7b2404fb-f360-4859-a21a-833f72764a74" providerId="ADAL" clId="{F8060359-7CB0-4CFA-8452-FFE64AEC2193}" dt="2026-10-05T09:59:43.831" v="24963"/>
          <ac:spMkLst>
            <pc:docMk/>
            <pc:sldMk cId="0" sldId="261"/>
            <ac:spMk id="11" creationId="{BBF32959-FEB3-DB21-162E-CB7D1900ACDC}"/>
          </ac:spMkLst>
        </pc:spChg>
      </pc:sldChg>
      <pc:sldChg chg="addSp delSp modSp mod modAnim">
        <pc:chgData name="Stephen Millmore" userId="7b2404fb-f360-4859-a21a-833f72764a74" providerId="ADAL" clId="{F8060359-7CB0-4CFA-8452-FFE64AEC2193}" dt="2026-10-05T10:04:11.032" v="25163" actId="1076"/>
        <pc:sldMkLst>
          <pc:docMk/>
          <pc:sldMk cId="0" sldId="262"/>
        </pc:sldMkLst>
        <pc:spChg chg="add mod">
          <ac:chgData name="Stephen Millmore" userId="7b2404fb-f360-4859-a21a-833f72764a74" providerId="ADAL" clId="{F8060359-7CB0-4CFA-8452-FFE64AEC2193}" dt="2026-10-05T10:02:28.425" v="24968"/>
          <ac:spMkLst>
            <pc:docMk/>
            <pc:sldMk cId="0" sldId="262"/>
            <ac:spMk id="9" creationId="{9BC1912F-67CC-E4C4-8DE5-80F67AF1FF4C}"/>
          </ac:spMkLst>
        </pc:spChg>
        <pc:spChg chg="add mod">
          <ac:chgData name="Stephen Millmore" userId="7b2404fb-f360-4859-a21a-833f72764a74" providerId="ADAL" clId="{F8060359-7CB0-4CFA-8452-FFE64AEC2193}" dt="2026-10-05T10:03:57.871" v="25159" actId="20577"/>
          <ac:spMkLst>
            <pc:docMk/>
            <pc:sldMk cId="0" sldId="262"/>
            <ac:spMk id="10" creationId="{27F185BD-2903-B5BC-4F67-C3144FD2C919}"/>
          </ac:spMkLst>
        </pc:spChg>
        <pc:spChg chg="add mod">
          <ac:chgData name="Stephen Millmore" userId="7b2404fb-f360-4859-a21a-833f72764a74" providerId="ADAL" clId="{F8060359-7CB0-4CFA-8452-FFE64AEC2193}" dt="2026-10-05T10:02:28.425" v="24968"/>
          <ac:spMkLst>
            <pc:docMk/>
            <pc:sldMk cId="0" sldId="262"/>
            <ac:spMk id="11" creationId="{BA4B9DC5-9387-35C7-A3E5-A9AB9A9F144F}"/>
          </ac:spMkLst>
        </pc:spChg>
        <pc:spChg chg="add mod">
          <ac:chgData name="Stephen Millmore" userId="7b2404fb-f360-4859-a21a-833f72764a74" providerId="ADAL" clId="{F8060359-7CB0-4CFA-8452-FFE64AEC2193}" dt="2026-10-05T10:02:28.425" v="24968"/>
          <ac:spMkLst>
            <pc:docMk/>
            <pc:sldMk cId="0" sldId="262"/>
            <ac:spMk id="12" creationId="{59D266B1-2E15-7F20-5B85-A48B066A7D47}"/>
          </ac:spMkLst>
        </pc:spChg>
        <pc:spChg chg="add mod">
          <ac:chgData name="Stephen Millmore" userId="7b2404fb-f360-4859-a21a-833f72764a74" providerId="ADAL" clId="{F8060359-7CB0-4CFA-8452-FFE64AEC2193}" dt="2026-10-05T10:04:11.032" v="25163" actId="1076"/>
          <ac:spMkLst>
            <pc:docMk/>
            <pc:sldMk cId="0" sldId="262"/>
            <ac:spMk id="14" creationId="{3AD3DA79-DB22-2301-939A-EAA25880381C}"/>
          </ac:spMkLst>
        </pc:spChg>
      </pc:sldChg>
      <pc:sldChg chg="addSp delSp modSp mod delAnim modAnim">
        <pc:chgData name="Stephen Millmore" userId="7b2404fb-f360-4859-a21a-833f72764a74" providerId="ADAL" clId="{F8060359-7CB0-4CFA-8452-FFE64AEC2193}" dt="2026-10-05T10:05:33.443" v="25169" actId="113"/>
        <pc:sldMkLst>
          <pc:docMk/>
          <pc:sldMk cId="0" sldId="263"/>
        </pc:sldMkLst>
        <pc:spChg chg="add mod">
          <ac:chgData name="Stephen Millmore" userId="7b2404fb-f360-4859-a21a-833f72764a74" providerId="ADAL" clId="{F8060359-7CB0-4CFA-8452-FFE64AEC2193}" dt="2026-10-05T10:05:33.443" v="25169" actId="113"/>
          <ac:spMkLst>
            <pc:docMk/>
            <pc:sldMk cId="0" sldId="263"/>
            <ac:spMk id="3" creationId="{8E480C91-5937-47FD-B7D8-37F0389C37F8}"/>
          </ac:spMkLst>
        </pc:spChg>
        <pc:spChg chg="add mod">
          <ac:chgData name="Stephen Millmore" userId="7b2404fb-f360-4859-a21a-833f72764a74" providerId="ADAL" clId="{F8060359-7CB0-4CFA-8452-FFE64AEC2193}" dt="2026-10-05T10:04:57.451" v="25165"/>
          <ac:spMkLst>
            <pc:docMk/>
            <pc:sldMk cId="0" sldId="263"/>
            <ac:spMk id="8" creationId="{432517F9-7691-62D1-D501-4278919B5EEC}"/>
          </ac:spMkLst>
        </pc:spChg>
        <pc:spChg chg="add mod">
          <ac:chgData name="Stephen Millmore" userId="7b2404fb-f360-4859-a21a-833f72764a74" providerId="ADAL" clId="{F8060359-7CB0-4CFA-8452-FFE64AEC2193}" dt="2026-10-05T10:05:08.991" v="25166"/>
          <ac:spMkLst>
            <pc:docMk/>
            <pc:sldMk cId="0" sldId="263"/>
            <ac:spMk id="9" creationId="{44D2FC91-1B2B-5A22-7C8D-7921D21E760E}"/>
          </ac:spMkLst>
        </pc:spChg>
      </pc:sldChg>
      <pc:sldChg chg="addSp delSp modSp mod modAnim">
        <pc:chgData name="Stephen Millmore" userId="7b2404fb-f360-4859-a21a-833f72764a74" providerId="ADAL" clId="{F8060359-7CB0-4CFA-8452-FFE64AEC2193}" dt="2026-10-05T10:08:16.055" v="25263" actId="1076"/>
        <pc:sldMkLst>
          <pc:docMk/>
          <pc:sldMk cId="0" sldId="265"/>
        </pc:sldMkLst>
        <pc:spChg chg="add mod">
          <ac:chgData name="Stephen Millmore" userId="7b2404fb-f360-4859-a21a-833f72764a74" providerId="ADAL" clId="{F8060359-7CB0-4CFA-8452-FFE64AEC2193}" dt="2026-10-05T10:08:16.055" v="25263" actId="1076"/>
          <ac:spMkLst>
            <pc:docMk/>
            <pc:sldMk cId="0" sldId="265"/>
            <ac:spMk id="4" creationId="{7AB86A9F-7E48-AA23-2072-C4859886B5C1}"/>
          </ac:spMkLst>
        </pc:spChg>
        <pc:spChg chg="add mod">
          <ac:chgData name="Stephen Millmore" userId="7b2404fb-f360-4859-a21a-833f72764a74" providerId="ADAL" clId="{F8060359-7CB0-4CFA-8452-FFE64AEC2193}" dt="2026-10-05T10:08:11.247" v="25262"/>
          <ac:spMkLst>
            <pc:docMk/>
            <pc:sldMk cId="0" sldId="265"/>
            <ac:spMk id="9" creationId="{9E906FE3-48C7-5E5A-B8F4-0F85760AAE7E}"/>
          </ac:spMkLst>
        </pc:spChg>
        <pc:picChg chg="add mod">
          <ac:chgData name="Stephen Millmore" userId="7b2404fb-f360-4859-a21a-833f72764a74" providerId="ADAL" clId="{F8060359-7CB0-4CFA-8452-FFE64AEC2193}" dt="2026-10-05T10:08:11.247" v="25262"/>
          <ac:picMkLst>
            <pc:docMk/>
            <pc:sldMk cId="0" sldId="265"/>
            <ac:picMk id="3" creationId="{0104F116-EAA3-3716-5E05-75980BA2641D}"/>
          </ac:picMkLst>
        </pc:picChg>
        <pc:picChg chg="add mod">
          <ac:chgData name="Stephen Millmore" userId="7b2404fb-f360-4859-a21a-833f72764a74" providerId="ADAL" clId="{F8060359-7CB0-4CFA-8452-FFE64AEC2193}" dt="2026-10-05T10:08:11.247" v="25262"/>
          <ac:picMkLst>
            <pc:docMk/>
            <pc:sldMk cId="0" sldId="265"/>
            <ac:picMk id="8" creationId="{CAD2945B-FDCF-40AD-A2D0-1E7912158678}"/>
          </ac:picMkLst>
        </pc:picChg>
      </pc:sldChg>
      <pc:sldChg chg="addSp delSp modSp mod modAnim">
        <pc:chgData name="Stephen Millmore" userId="7b2404fb-f360-4859-a21a-833f72764a74" providerId="ADAL" clId="{F8060359-7CB0-4CFA-8452-FFE64AEC2193}" dt="2026-10-05T10:11:03.019" v="25317" actId="1076"/>
        <pc:sldMkLst>
          <pc:docMk/>
          <pc:sldMk cId="0" sldId="266"/>
        </pc:sldMkLst>
        <pc:spChg chg="add mod">
          <ac:chgData name="Stephen Millmore" userId="7b2404fb-f360-4859-a21a-833f72764a74" providerId="ADAL" clId="{F8060359-7CB0-4CFA-8452-FFE64AEC2193}" dt="2026-10-05T10:10:30.059" v="25313" actId="113"/>
          <ac:spMkLst>
            <pc:docMk/>
            <pc:sldMk cId="0" sldId="266"/>
            <ac:spMk id="10" creationId="{35131AEB-5F56-E6B4-A3C2-13429DF541ED}"/>
          </ac:spMkLst>
        </pc:spChg>
        <pc:spChg chg="add mod">
          <ac:chgData name="Stephen Millmore" userId="7b2404fb-f360-4859-a21a-833f72764a74" providerId="ADAL" clId="{F8060359-7CB0-4CFA-8452-FFE64AEC2193}" dt="2026-10-05T10:10:47.045" v="25314" actId="1076"/>
          <ac:spMkLst>
            <pc:docMk/>
            <pc:sldMk cId="0" sldId="266"/>
            <ac:spMk id="11" creationId="{C0C4399D-9432-5C3F-CC87-A0906E86A8F2}"/>
          </ac:spMkLst>
        </pc:spChg>
        <pc:spChg chg="add mod">
          <ac:chgData name="Stephen Millmore" userId="7b2404fb-f360-4859-a21a-833f72764a74" providerId="ADAL" clId="{F8060359-7CB0-4CFA-8452-FFE64AEC2193}" dt="2026-10-05T10:10:54.226" v="25315" actId="1076"/>
          <ac:spMkLst>
            <pc:docMk/>
            <pc:sldMk cId="0" sldId="266"/>
            <ac:spMk id="12" creationId="{27DC0BEB-B2B5-5E4D-E515-7F86D57FFF1D}"/>
          </ac:spMkLst>
        </pc:spChg>
        <pc:spChg chg="add mod">
          <ac:chgData name="Stephen Millmore" userId="7b2404fb-f360-4859-a21a-833f72764a74" providerId="ADAL" clId="{F8060359-7CB0-4CFA-8452-FFE64AEC2193}" dt="2026-10-05T10:10:21.354" v="25312" actId="1035"/>
          <ac:spMkLst>
            <pc:docMk/>
            <pc:sldMk cId="0" sldId="266"/>
            <ac:spMk id="13" creationId="{E7D44374-2382-7747-E33B-B8D8B4881C36}"/>
          </ac:spMkLst>
        </pc:spChg>
        <pc:spChg chg="add mod">
          <ac:chgData name="Stephen Millmore" userId="7b2404fb-f360-4859-a21a-833f72764a74" providerId="ADAL" clId="{F8060359-7CB0-4CFA-8452-FFE64AEC2193}" dt="2026-10-05T10:10:47.045" v="25314" actId="1076"/>
          <ac:spMkLst>
            <pc:docMk/>
            <pc:sldMk cId="0" sldId="266"/>
            <ac:spMk id="15" creationId="{7515BF60-26A2-8EF4-9452-7EC59CAF4EBB}"/>
          </ac:spMkLst>
        </pc:spChg>
        <pc:spChg chg="add mod">
          <ac:chgData name="Stephen Millmore" userId="7b2404fb-f360-4859-a21a-833f72764a74" providerId="ADAL" clId="{F8060359-7CB0-4CFA-8452-FFE64AEC2193}" dt="2026-10-05T10:11:03.019" v="25317" actId="1076"/>
          <ac:spMkLst>
            <pc:docMk/>
            <pc:sldMk cId="0" sldId="266"/>
            <ac:spMk id="20" creationId="{D59C1F9F-0676-30D7-351A-C1920D62C7F8}"/>
          </ac:spMkLst>
        </pc:spChg>
        <pc:cxnChg chg="add mod">
          <ac:chgData name="Stephen Millmore" userId="7b2404fb-f360-4859-a21a-833f72764a74" providerId="ADAL" clId="{F8060359-7CB0-4CFA-8452-FFE64AEC2193}" dt="2026-10-05T10:10:21.354" v="25312" actId="1035"/>
          <ac:cxnSpMkLst>
            <pc:docMk/>
            <pc:sldMk cId="0" sldId="266"/>
            <ac:cxnSpMk id="14" creationId="{1A277B12-AEAA-C65A-612E-2FCF0AA9BFC7}"/>
          </ac:cxnSpMkLst>
        </pc:cxnChg>
        <pc:cxnChg chg="add mod">
          <ac:chgData name="Stephen Millmore" userId="7b2404fb-f360-4859-a21a-833f72764a74" providerId="ADAL" clId="{F8060359-7CB0-4CFA-8452-FFE64AEC2193}" dt="2026-10-05T10:10:47.045" v="25314" actId="1076"/>
          <ac:cxnSpMkLst>
            <pc:docMk/>
            <pc:sldMk cId="0" sldId="266"/>
            <ac:cxnSpMk id="16" creationId="{1B218DC8-1959-D961-885C-886EE9CFEDE6}"/>
          </ac:cxnSpMkLst>
        </pc:cxnChg>
      </pc:sldChg>
      <pc:sldChg chg="addSp delSp modSp mod modAnim">
        <pc:chgData name="Stephen Millmore" userId="7b2404fb-f360-4859-a21a-833f72764a74" providerId="ADAL" clId="{F8060359-7CB0-4CFA-8452-FFE64AEC2193}" dt="2026-10-05T10:12:21.753" v="25322" actId="1076"/>
        <pc:sldMkLst>
          <pc:docMk/>
          <pc:sldMk cId="0" sldId="267"/>
        </pc:sldMkLst>
        <pc:spChg chg="add mod">
          <ac:chgData name="Stephen Millmore" userId="7b2404fb-f360-4859-a21a-833f72764a74" providerId="ADAL" clId="{F8060359-7CB0-4CFA-8452-FFE64AEC2193}" dt="2026-10-05T10:12:07.439" v="25321" actId="1076"/>
          <ac:spMkLst>
            <pc:docMk/>
            <pc:sldMk cId="0" sldId="267"/>
            <ac:spMk id="10" creationId="{073DD4C7-CB0A-058C-4ED0-E84B78B4C99C}"/>
          </ac:spMkLst>
        </pc:spChg>
        <pc:spChg chg="add mod">
          <ac:chgData name="Stephen Millmore" userId="7b2404fb-f360-4859-a21a-833f72764a74" providerId="ADAL" clId="{F8060359-7CB0-4CFA-8452-FFE64AEC2193}" dt="2026-10-05T10:11:52.975" v="25320"/>
          <ac:spMkLst>
            <pc:docMk/>
            <pc:sldMk cId="0" sldId="267"/>
            <ac:spMk id="11" creationId="{9BCC3265-5519-1359-EE06-6C5782186F2A}"/>
          </ac:spMkLst>
        </pc:spChg>
        <pc:spChg chg="add mod">
          <ac:chgData name="Stephen Millmore" userId="7b2404fb-f360-4859-a21a-833f72764a74" providerId="ADAL" clId="{F8060359-7CB0-4CFA-8452-FFE64AEC2193}" dt="2026-10-05T10:11:52.975" v="25320"/>
          <ac:spMkLst>
            <pc:docMk/>
            <pc:sldMk cId="0" sldId="267"/>
            <ac:spMk id="12" creationId="{CF0BC29C-6520-31CD-574C-498A57E82EB1}"/>
          </ac:spMkLst>
        </pc:spChg>
        <pc:spChg chg="add mod">
          <ac:chgData name="Stephen Millmore" userId="7b2404fb-f360-4859-a21a-833f72764a74" providerId="ADAL" clId="{F8060359-7CB0-4CFA-8452-FFE64AEC2193}" dt="2026-10-05T10:11:52.975" v="25320"/>
          <ac:spMkLst>
            <pc:docMk/>
            <pc:sldMk cId="0" sldId="267"/>
            <ac:spMk id="13" creationId="{DBB56C6E-307F-D7A2-CDB0-194E2EF43FDB}"/>
          </ac:spMkLst>
        </pc:spChg>
        <pc:spChg chg="add mod">
          <ac:chgData name="Stephen Millmore" userId="7b2404fb-f360-4859-a21a-833f72764a74" providerId="ADAL" clId="{F8060359-7CB0-4CFA-8452-FFE64AEC2193}" dt="2026-10-05T10:12:21.753" v="25322" actId="1076"/>
          <ac:spMkLst>
            <pc:docMk/>
            <pc:sldMk cId="0" sldId="267"/>
            <ac:spMk id="14" creationId="{AE94787A-F5E8-2A53-6D12-9619A0547F63}"/>
          </ac:spMkLst>
        </pc:spChg>
        <pc:spChg chg="add mod">
          <ac:chgData name="Stephen Millmore" userId="7b2404fb-f360-4859-a21a-833f72764a74" providerId="ADAL" clId="{F8060359-7CB0-4CFA-8452-FFE64AEC2193}" dt="2026-10-05T10:11:52.975" v="25320"/>
          <ac:spMkLst>
            <pc:docMk/>
            <pc:sldMk cId="0" sldId="267"/>
            <ac:spMk id="15" creationId="{D01DA4D6-F520-D0D0-DC95-7BC42D13D36E}"/>
          </ac:spMkLst>
        </pc:spChg>
        <pc:spChg chg="add mod">
          <ac:chgData name="Stephen Millmore" userId="7b2404fb-f360-4859-a21a-833f72764a74" providerId="ADAL" clId="{F8060359-7CB0-4CFA-8452-FFE64AEC2193}" dt="2026-10-05T10:11:52.975" v="25320"/>
          <ac:spMkLst>
            <pc:docMk/>
            <pc:sldMk cId="0" sldId="267"/>
            <ac:spMk id="16" creationId="{4CBCF19C-B225-FA0F-5E06-8F2E0290A532}"/>
          </ac:spMkLst>
        </pc:spChg>
      </pc:sldChg>
      <pc:sldChg chg="delSp modSp mod addAnim delAnim modAnim">
        <pc:chgData name="Stephen Millmore" userId="7b2404fb-f360-4859-a21a-833f72764a74" providerId="ADAL" clId="{F8060359-7CB0-4CFA-8452-FFE64AEC2193}" dt="2026-10-05T10:15:42.509" v="25351"/>
        <pc:sldMkLst>
          <pc:docMk/>
          <pc:sldMk cId="0" sldId="268"/>
        </pc:sldMkLst>
        <pc:spChg chg="mod">
          <ac:chgData name="Stephen Millmore" userId="7b2404fb-f360-4859-a21a-833f72764a74" providerId="ADAL" clId="{F8060359-7CB0-4CFA-8452-FFE64AEC2193}" dt="2026-10-05T10:15:11.876" v="25346" actId="2711"/>
          <ac:spMkLst>
            <pc:docMk/>
            <pc:sldMk cId="0" sldId="268"/>
            <ac:spMk id="6" creationId="{00000000-0000-0000-0000-000000000000}"/>
          </ac:spMkLst>
        </pc:spChg>
        <pc:spChg chg="mod">
          <ac:chgData name="Stephen Millmore" userId="7b2404fb-f360-4859-a21a-833f72764a74" providerId="ADAL" clId="{F8060359-7CB0-4CFA-8452-FFE64AEC2193}" dt="2026-10-05T10:13:44.723" v="25333" actId="1076"/>
          <ac:spMkLst>
            <pc:docMk/>
            <pc:sldMk cId="0" sldId="268"/>
            <ac:spMk id="7" creationId="{00000000-0000-0000-0000-000000000000}"/>
          </ac:spMkLst>
        </pc:spChg>
        <pc:spChg chg="mod">
          <ac:chgData name="Stephen Millmore" userId="7b2404fb-f360-4859-a21a-833f72764a74" providerId="ADAL" clId="{F8060359-7CB0-4CFA-8452-FFE64AEC2193}" dt="2026-10-05T10:13:49.734" v="25334" actId="1076"/>
          <ac:spMkLst>
            <pc:docMk/>
            <pc:sldMk cId="0" sldId="268"/>
            <ac:spMk id="9" creationId="{00000000-0000-0000-0000-000000000000}"/>
          </ac:spMkLst>
        </pc:spChg>
        <pc:spChg chg="mod">
          <ac:chgData name="Stephen Millmore" userId="7b2404fb-f360-4859-a21a-833f72764a74" providerId="ADAL" clId="{F8060359-7CB0-4CFA-8452-FFE64AEC2193}" dt="2026-10-05T10:15:07.724" v="25345" actId="2710"/>
          <ac:spMkLst>
            <pc:docMk/>
            <pc:sldMk cId="0" sldId="268"/>
            <ac:spMk id="11" creationId="{00000000-0000-0000-0000-000000000000}"/>
          </ac:spMkLst>
        </pc:spChg>
        <pc:graphicFrameChg chg="mod">
          <ac:chgData name="Stephen Millmore" userId="7b2404fb-f360-4859-a21a-833f72764a74" providerId="ADAL" clId="{F8060359-7CB0-4CFA-8452-FFE64AEC2193}" dt="2026-10-05T10:13:44.723" v="25333" actId="1076"/>
          <ac:graphicFrameMkLst>
            <pc:docMk/>
            <pc:sldMk cId="0" sldId="268"/>
            <ac:graphicFrameMk id="8" creationId="{00000000-0000-0000-0000-000000000000}"/>
          </ac:graphicFrameMkLst>
        </pc:graphicFrameChg>
        <pc:graphicFrameChg chg="mod">
          <ac:chgData name="Stephen Millmore" userId="7b2404fb-f360-4859-a21a-833f72764a74" providerId="ADAL" clId="{F8060359-7CB0-4CFA-8452-FFE64AEC2193}" dt="2026-10-05T10:13:49.734" v="25334" actId="1076"/>
          <ac:graphicFrameMkLst>
            <pc:docMk/>
            <pc:sldMk cId="0" sldId="268"/>
            <ac:graphicFrameMk id="10" creationId="{00000000-0000-0000-0000-000000000000}"/>
          </ac:graphicFrameMkLst>
        </pc:graphicFrameChg>
      </pc:sldChg>
      <pc:sldChg chg="addSp delSp modSp mod modAnim">
        <pc:chgData name="Stephen Millmore" userId="7b2404fb-f360-4859-a21a-833f72764a74" providerId="ADAL" clId="{F8060359-7CB0-4CFA-8452-FFE64AEC2193}" dt="2026-10-05T10:23:36.078" v="25357"/>
        <pc:sldMkLst>
          <pc:docMk/>
          <pc:sldMk cId="0" sldId="269"/>
        </pc:sldMkLst>
        <pc:spChg chg="add mod">
          <ac:chgData name="Stephen Millmore" userId="7b2404fb-f360-4859-a21a-833f72764a74" providerId="ADAL" clId="{F8060359-7CB0-4CFA-8452-FFE64AEC2193}" dt="2026-10-05T10:23:36.078" v="25357"/>
          <ac:spMkLst>
            <pc:docMk/>
            <pc:sldMk cId="0" sldId="269"/>
            <ac:spMk id="10" creationId="{6D3D3B4E-984F-C2B6-E394-1166F5440A89}"/>
          </ac:spMkLst>
        </pc:spChg>
        <pc:picChg chg="add mod">
          <ac:chgData name="Stephen Millmore" userId="7b2404fb-f360-4859-a21a-833f72764a74" providerId="ADAL" clId="{F8060359-7CB0-4CFA-8452-FFE64AEC2193}" dt="2026-10-05T10:23:36.078" v="25357"/>
          <ac:picMkLst>
            <pc:docMk/>
            <pc:sldMk cId="0" sldId="269"/>
            <ac:picMk id="11" creationId="{2BD33ADA-FDD9-FADA-40C5-2815F35D41BC}"/>
          </ac:picMkLst>
        </pc:picChg>
      </pc:sldChg>
      <pc:sldChg chg="addSp delSp modSp mod modAnim">
        <pc:chgData name="Stephen Millmore" userId="7b2404fb-f360-4859-a21a-833f72764a74" providerId="ADAL" clId="{F8060359-7CB0-4CFA-8452-FFE64AEC2193}" dt="2026-10-05T10:29:27.670" v="25364" actId="113"/>
        <pc:sldMkLst>
          <pc:docMk/>
          <pc:sldMk cId="0" sldId="270"/>
        </pc:sldMkLst>
        <pc:spChg chg="add mod">
          <ac:chgData name="Stephen Millmore" userId="7b2404fb-f360-4859-a21a-833f72764a74" providerId="ADAL" clId="{F8060359-7CB0-4CFA-8452-FFE64AEC2193}" dt="2026-10-05T10:29:27.670" v="25364" actId="113"/>
          <ac:spMkLst>
            <pc:docMk/>
            <pc:sldMk cId="0" sldId="270"/>
            <ac:spMk id="7" creationId="{04EAA6AA-53D8-C3C8-6FB8-9FAD03AA36C2}"/>
          </ac:spMkLst>
        </pc:spChg>
      </pc:sldChg>
      <pc:sldChg chg="addSp delSp modSp mod modAnim">
        <pc:chgData name="Stephen Millmore" userId="7b2404fb-f360-4859-a21a-833f72764a74" providerId="ADAL" clId="{F8060359-7CB0-4CFA-8452-FFE64AEC2193}" dt="2026-10-05T10:30:30.019" v="25374" actId="20577"/>
        <pc:sldMkLst>
          <pc:docMk/>
          <pc:sldMk cId="0" sldId="271"/>
        </pc:sldMkLst>
        <pc:spChg chg="add mod">
          <ac:chgData name="Stephen Millmore" userId="7b2404fb-f360-4859-a21a-833f72764a74" providerId="ADAL" clId="{F8060359-7CB0-4CFA-8452-FFE64AEC2193}" dt="2026-10-05T10:30:30.019" v="25374" actId="20577"/>
          <ac:spMkLst>
            <pc:docMk/>
            <pc:sldMk cId="0" sldId="271"/>
            <ac:spMk id="9" creationId="{3D78D724-198D-02ED-B6DA-8CAD5E0ED5B0}"/>
          </ac:spMkLst>
        </pc:spChg>
      </pc:sldChg>
      <pc:sldChg chg="addSp delSp modSp mod modAnim">
        <pc:chgData name="Stephen Millmore" userId="7b2404fb-f360-4859-a21a-833f72764a74" providerId="ADAL" clId="{F8060359-7CB0-4CFA-8452-FFE64AEC2193}" dt="2026-10-05T10:31:09.214" v="25377"/>
        <pc:sldMkLst>
          <pc:docMk/>
          <pc:sldMk cId="0" sldId="272"/>
        </pc:sldMkLst>
        <pc:spChg chg="add mod">
          <ac:chgData name="Stephen Millmore" userId="7b2404fb-f360-4859-a21a-833f72764a74" providerId="ADAL" clId="{F8060359-7CB0-4CFA-8452-FFE64AEC2193}" dt="2026-10-05T10:31:09.214" v="25377"/>
          <ac:spMkLst>
            <pc:docMk/>
            <pc:sldMk cId="0" sldId="272"/>
            <ac:spMk id="9" creationId="{134376FB-3D37-4331-C49A-DAF0A466DA83}"/>
          </ac:spMkLst>
        </pc:spChg>
        <pc:spChg chg="add mod">
          <ac:chgData name="Stephen Millmore" userId="7b2404fb-f360-4859-a21a-833f72764a74" providerId="ADAL" clId="{F8060359-7CB0-4CFA-8452-FFE64AEC2193}" dt="2026-10-05T10:31:09.214" v="25377"/>
          <ac:spMkLst>
            <pc:docMk/>
            <pc:sldMk cId="0" sldId="272"/>
            <ac:spMk id="10" creationId="{71C603CE-E360-B1EA-37C1-00E5B324BE26}"/>
          </ac:spMkLst>
        </pc:spChg>
      </pc:sldChg>
      <pc:sldChg chg="addSp delSp modSp mod modAnim">
        <pc:chgData name="Stephen Millmore" userId="7b2404fb-f360-4859-a21a-833f72764a74" providerId="ADAL" clId="{F8060359-7CB0-4CFA-8452-FFE64AEC2193}" dt="2026-10-05T10:32:19.261" v="25380"/>
        <pc:sldMkLst>
          <pc:docMk/>
          <pc:sldMk cId="0" sldId="273"/>
        </pc:sldMkLst>
        <pc:spChg chg="add mod">
          <ac:chgData name="Stephen Millmore" userId="7b2404fb-f360-4859-a21a-833f72764a74" providerId="ADAL" clId="{F8060359-7CB0-4CFA-8452-FFE64AEC2193}" dt="2026-10-05T10:32:19.261" v="25380"/>
          <ac:spMkLst>
            <pc:docMk/>
            <pc:sldMk cId="0" sldId="273"/>
            <ac:spMk id="9" creationId="{11F1E6D3-DDE6-2BA2-F945-86ED0B252B3F}"/>
          </ac:spMkLst>
        </pc:spChg>
        <pc:spChg chg="add mod">
          <ac:chgData name="Stephen Millmore" userId="7b2404fb-f360-4859-a21a-833f72764a74" providerId="ADAL" clId="{F8060359-7CB0-4CFA-8452-FFE64AEC2193}" dt="2026-10-05T10:32:19.261" v="25380"/>
          <ac:spMkLst>
            <pc:docMk/>
            <pc:sldMk cId="0" sldId="273"/>
            <ac:spMk id="10" creationId="{6ABE4174-6CDC-33C2-65BA-5DE3002FBB83}"/>
          </ac:spMkLst>
        </pc:spChg>
        <pc:spChg chg="add mod">
          <ac:chgData name="Stephen Millmore" userId="7b2404fb-f360-4859-a21a-833f72764a74" providerId="ADAL" clId="{F8060359-7CB0-4CFA-8452-FFE64AEC2193}" dt="2026-10-05T10:32:19.261" v="25380"/>
          <ac:spMkLst>
            <pc:docMk/>
            <pc:sldMk cId="0" sldId="273"/>
            <ac:spMk id="11" creationId="{12F90013-07AA-9287-4861-B997F5ED207A}"/>
          </ac:spMkLst>
        </pc:spChg>
        <pc:spChg chg="add mod">
          <ac:chgData name="Stephen Millmore" userId="7b2404fb-f360-4859-a21a-833f72764a74" providerId="ADAL" clId="{F8060359-7CB0-4CFA-8452-FFE64AEC2193}" dt="2026-10-05T10:32:19.261" v="25380"/>
          <ac:spMkLst>
            <pc:docMk/>
            <pc:sldMk cId="0" sldId="273"/>
            <ac:spMk id="12" creationId="{E8BF187A-5517-C0E3-D761-A65D3720B1D4}"/>
          </ac:spMkLst>
        </pc:spChg>
        <pc:spChg chg="add mod">
          <ac:chgData name="Stephen Millmore" userId="7b2404fb-f360-4859-a21a-833f72764a74" providerId="ADAL" clId="{F8060359-7CB0-4CFA-8452-FFE64AEC2193}" dt="2026-10-05T10:32:19.261" v="25380"/>
          <ac:spMkLst>
            <pc:docMk/>
            <pc:sldMk cId="0" sldId="273"/>
            <ac:spMk id="14" creationId="{15B13A4B-F922-A50D-1592-8917650DF70B}"/>
          </ac:spMkLst>
        </pc:spChg>
        <pc:cxnChg chg="add mod">
          <ac:chgData name="Stephen Millmore" userId="7b2404fb-f360-4859-a21a-833f72764a74" providerId="ADAL" clId="{F8060359-7CB0-4CFA-8452-FFE64AEC2193}" dt="2026-10-05T10:32:19.261" v="25380"/>
          <ac:cxnSpMkLst>
            <pc:docMk/>
            <pc:sldMk cId="0" sldId="273"/>
            <ac:cxnSpMk id="13" creationId="{48F5E8C7-1226-6AA6-C022-253257666514}"/>
          </ac:cxnSpMkLst>
        </pc:cxnChg>
        <pc:cxnChg chg="add mod">
          <ac:chgData name="Stephen Millmore" userId="7b2404fb-f360-4859-a21a-833f72764a74" providerId="ADAL" clId="{F8060359-7CB0-4CFA-8452-FFE64AEC2193}" dt="2026-10-05T10:32:19.261" v="25380"/>
          <ac:cxnSpMkLst>
            <pc:docMk/>
            <pc:sldMk cId="0" sldId="273"/>
            <ac:cxnSpMk id="15" creationId="{02D15D0E-3735-EF82-9AD0-63B5CF459A87}"/>
          </ac:cxnSpMkLst>
        </pc:cxnChg>
      </pc:sldChg>
      <pc:sldChg chg="addSp modSp mod">
        <pc:chgData name="Stephen Millmore" userId="7b2404fb-f360-4859-a21a-833f72764a74" providerId="ADAL" clId="{F8060359-7CB0-4CFA-8452-FFE64AEC2193}" dt="2026-10-05T10:40:01.685" v="25482" actId="1076"/>
        <pc:sldMkLst>
          <pc:docMk/>
          <pc:sldMk cId="0" sldId="275"/>
        </pc:sldMkLst>
        <pc:picChg chg="add mod">
          <ac:chgData name="Stephen Millmore" userId="7b2404fb-f360-4859-a21a-833f72764a74" providerId="ADAL" clId="{F8060359-7CB0-4CFA-8452-FFE64AEC2193}" dt="2026-10-05T10:40:01.685" v="25482" actId="1076"/>
          <ac:picMkLst>
            <pc:docMk/>
            <pc:sldMk cId="0" sldId="275"/>
            <ac:picMk id="4" creationId="{16290E09-DC2B-602D-4811-B1AD18F5EE24}"/>
          </ac:picMkLst>
        </pc:picChg>
      </pc:sldChg>
      <pc:sldChg chg="addSp modSp mod">
        <pc:chgData name="Stephen Millmore" userId="7b2404fb-f360-4859-a21a-833f72764a74" providerId="ADAL" clId="{F8060359-7CB0-4CFA-8452-FFE64AEC2193}" dt="2026-10-05T10:44:39.528" v="25551" actId="27614"/>
        <pc:sldMkLst>
          <pc:docMk/>
          <pc:sldMk cId="0" sldId="279"/>
        </pc:sldMkLst>
        <pc:picChg chg="add mod">
          <ac:chgData name="Stephen Millmore" userId="7b2404fb-f360-4859-a21a-833f72764a74" providerId="ADAL" clId="{F8060359-7CB0-4CFA-8452-FFE64AEC2193}" dt="2026-10-05T10:44:39.528" v="25551" actId="27614"/>
          <ac:picMkLst>
            <pc:docMk/>
            <pc:sldMk cId="0" sldId="279"/>
            <ac:picMk id="4" creationId="{B2744A4E-304A-06B9-071E-FEB5C7773342}"/>
          </ac:picMkLst>
        </pc:picChg>
      </pc:sldChg>
      <pc:sldChg chg="addSp modSp mod">
        <pc:chgData name="Stephen Millmore" userId="7b2404fb-f360-4859-a21a-833f72764a74" providerId="ADAL" clId="{F8060359-7CB0-4CFA-8452-FFE64AEC2193}" dt="2026-10-05T10:55:27.155" v="25803" actId="27614"/>
        <pc:sldMkLst>
          <pc:docMk/>
          <pc:sldMk cId="0" sldId="284"/>
        </pc:sldMkLst>
        <pc:picChg chg="add mod">
          <ac:chgData name="Stephen Millmore" userId="7b2404fb-f360-4859-a21a-833f72764a74" providerId="ADAL" clId="{F8060359-7CB0-4CFA-8452-FFE64AEC2193}" dt="2026-10-05T10:55:27.155" v="25803" actId="27614"/>
          <ac:picMkLst>
            <pc:docMk/>
            <pc:sldMk cId="0" sldId="284"/>
            <ac:picMk id="4" creationId="{29D43DA6-F74D-FA7A-1C95-DB916357B97F}"/>
          </ac:picMkLst>
        </pc:picChg>
      </pc:sldChg>
      <pc:sldChg chg="addSp delSp modSp mod modAnim">
        <pc:chgData name="Stephen Millmore" userId="7b2404fb-f360-4859-a21a-833f72764a74" providerId="ADAL" clId="{F8060359-7CB0-4CFA-8452-FFE64AEC2193}" dt="2026-10-05T10:59:26.878" v="26165" actId="20577"/>
        <pc:sldMkLst>
          <pc:docMk/>
          <pc:sldMk cId="0" sldId="285"/>
        </pc:sldMkLst>
        <pc:spChg chg="add mod">
          <ac:chgData name="Stephen Millmore" userId="7b2404fb-f360-4859-a21a-833f72764a74" providerId="ADAL" clId="{F8060359-7CB0-4CFA-8452-FFE64AEC2193}" dt="2026-10-05T10:59:26.878" v="26165" actId="20577"/>
          <ac:spMkLst>
            <pc:docMk/>
            <pc:sldMk cId="0" sldId="285"/>
            <ac:spMk id="3" creationId="{52BA1939-CC25-DFF1-599A-B3B504730AD6}"/>
          </ac:spMkLst>
        </pc:spChg>
        <pc:spChg chg="add mod">
          <ac:chgData name="Stephen Millmore" userId="7b2404fb-f360-4859-a21a-833f72764a74" providerId="ADAL" clId="{F8060359-7CB0-4CFA-8452-FFE64AEC2193}" dt="2026-10-05T10:58:07.301" v="26061" actId="1076"/>
          <ac:spMkLst>
            <pc:docMk/>
            <pc:sldMk cId="0" sldId="285"/>
            <ac:spMk id="4" creationId="{7BC337E7-E6BE-628F-ED15-E2846B9B2471}"/>
          </ac:spMkLst>
        </pc:spChg>
        <pc:spChg chg="add mod">
          <ac:chgData name="Stephen Millmore" userId="7b2404fb-f360-4859-a21a-833f72764a74" providerId="ADAL" clId="{F8060359-7CB0-4CFA-8452-FFE64AEC2193}" dt="2026-10-05T10:58:07.301" v="26061" actId="1076"/>
          <ac:spMkLst>
            <pc:docMk/>
            <pc:sldMk cId="0" sldId="285"/>
            <ac:spMk id="8" creationId="{39F5E4E4-F973-97A5-95B6-DA926E210C3F}"/>
          </ac:spMkLst>
        </pc:spChg>
        <pc:spChg chg="add mod">
          <ac:chgData name="Stephen Millmore" userId="7b2404fb-f360-4859-a21a-833f72764a74" providerId="ADAL" clId="{F8060359-7CB0-4CFA-8452-FFE64AEC2193}" dt="2026-10-05T10:58:21.513" v="26063" actId="404"/>
          <ac:spMkLst>
            <pc:docMk/>
            <pc:sldMk cId="0" sldId="285"/>
            <ac:spMk id="9" creationId="{E8E7D6B4-0776-FB6F-CBC2-107964EBA469}"/>
          </ac:spMkLst>
        </pc:spChg>
        <pc:spChg chg="mod">
          <ac:chgData name="Stephen Millmore" userId="7b2404fb-f360-4859-a21a-833f72764a74" providerId="ADAL" clId="{F8060359-7CB0-4CFA-8452-FFE64AEC2193}" dt="2026-10-05T10:58:07.301" v="26061" actId="1076"/>
          <ac:spMkLst>
            <pc:docMk/>
            <pc:sldMk cId="0" sldId="285"/>
            <ac:spMk id="11" creationId="{836294F0-7499-33E5-C21E-85B30C8BD12F}"/>
          </ac:spMkLst>
        </pc:spChg>
        <pc:spChg chg="add mod">
          <ac:chgData name="Stephen Millmore" userId="7b2404fb-f360-4859-a21a-833f72764a74" providerId="ADAL" clId="{F8060359-7CB0-4CFA-8452-FFE64AEC2193}" dt="2026-10-05T10:58:24.174" v="26065" actId="404"/>
          <ac:spMkLst>
            <pc:docMk/>
            <pc:sldMk cId="0" sldId="285"/>
            <ac:spMk id="12" creationId="{FA46F9FE-C736-12B6-4EFE-3E53FBAAC430}"/>
          </ac:spMkLst>
        </pc:spChg>
        <pc:spChg chg="add mod">
          <ac:chgData name="Stephen Millmore" userId="7b2404fb-f360-4859-a21a-833f72764a74" providerId="ADAL" clId="{F8060359-7CB0-4CFA-8452-FFE64AEC2193}" dt="2026-10-05T10:58:28.734" v="26069" actId="404"/>
          <ac:spMkLst>
            <pc:docMk/>
            <pc:sldMk cId="0" sldId="285"/>
            <ac:spMk id="15" creationId="{06564BC9-E050-C050-EE2E-6DDC1DD0F268}"/>
          </ac:spMkLst>
        </pc:spChg>
        <pc:spChg chg="add mod">
          <ac:chgData name="Stephen Millmore" userId="7b2404fb-f360-4859-a21a-833f72764a74" providerId="ADAL" clId="{F8060359-7CB0-4CFA-8452-FFE64AEC2193}" dt="2026-10-05T10:58:07.301" v="26061" actId="1076"/>
          <ac:spMkLst>
            <pc:docMk/>
            <pc:sldMk cId="0" sldId="285"/>
            <ac:spMk id="19" creationId="{7489F94B-D6DB-7528-EE61-9417C614CB12}"/>
          </ac:spMkLst>
        </pc:spChg>
        <pc:spChg chg="add mod">
          <ac:chgData name="Stephen Millmore" userId="7b2404fb-f360-4859-a21a-833f72764a74" providerId="ADAL" clId="{F8060359-7CB0-4CFA-8452-FFE64AEC2193}" dt="2026-10-05T10:58:07.301" v="26061" actId="1076"/>
          <ac:spMkLst>
            <pc:docMk/>
            <pc:sldMk cId="0" sldId="285"/>
            <ac:spMk id="21" creationId="{1A6EE5DB-17C5-494A-ED7D-B30491EAD925}"/>
          </ac:spMkLst>
        </pc:spChg>
        <pc:spChg chg="add mod">
          <ac:chgData name="Stephen Millmore" userId="7b2404fb-f360-4859-a21a-833f72764a74" providerId="ADAL" clId="{F8060359-7CB0-4CFA-8452-FFE64AEC2193}" dt="2026-10-05T10:58:07.301" v="26061" actId="1076"/>
          <ac:spMkLst>
            <pc:docMk/>
            <pc:sldMk cId="0" sldId="285"/>
            <ac:spMk id="23" creationId="{7FF16C96-689E-14A1-F870-E8C413953B1C}"/>
          </ac:spMkLst>
        </pc:spChg>
        <pc:spChg chg="mod">
          <ac:chgData name="Stephen Millmore" userId="7b2404fb-f360-4859-a21a-833f72764a74" providerId="ADAL" clId="{F8060359-7CB0-4CFA-8452-FFE64AEC2193}" dt="2026-10-05T10:58:26.425" v="26067" actId="404"/>
          <ac:spMkLst>
            <pc:docMk/>
            <pc:sldMk cId="0" sldId="285"/>
            <ac:spMk id="24" creationId="{CDAE421E-2C61-45FD-F571-A3DE90228D66}"/>
          </ac:spMkLst>
        </pc:spChg>
        <pc:spChg chg="add mod">
          <ac:chgData name="Stephen Millmore" userId="7b2404fb-f360-4859-a21a-833f72764a74" providerId="ADAL" clId="{F8060359-7CB0-4CFA-8452-FFE64AEC2193}" dt="2026-10-05T10:58:31.308" v="26071" actId="404"/>
          <ac:spMkLst>
            <pc:docMk/>
            <pc:sldMk cId="0" sldId="285"/>
            <ac:spMk id="26" creationId="{F5649384-1086-7C22-7F6D-26A945AC7C57}"/>
          </ac:spMkLst>
        </pc:spChg>
        <pc:cxnChg chg="mod">
          <ac:chgData name="Stephen Millmore" userId="7b2404fb-f360-4859-a21a-833f72764a74" providerId="ADAL" clId="{F8060359-7CB0-4CFA-8452-FFE64AEC2193}" dt="2026-10-05T10:58:21.513" v="26063" actId="404"/>
          <ac:cxnSpMkLst>
            <pc:docMk/>
            <pc:sldMk cId="0" sldId="285"/>
            <ac:cxnSpMk id="10" creationId="{B04A7A3E-BC52-2253-BC1C-10FE4CB7E954}"/>
          </ac:cxnSpMkLst>
        </pc:cxnChg>
        <pc:cxnChg chg="mod">
          <ac:chgData name="Stephen Millmore" userId="7b2404fb-f360-4859-a21a-833f72764a74" providerId="ADAL" clId="{F8060359-7CB0-4CFA-8452-FFE64AEC2193}" dt="2026-10-05T10:58:24.174" v="26065" actId="404"/>
          <ac:cxnSpMkLst>
            <pc:docMk/>
            <pc:sldMk cId="0" sldId="285"/>
            <ac:cxnSpMk id="13" creationId="{23D31D9A-9B12-0372-DBCD-B6756FA0CA3D}"/>
          </ac:cxnSpMkLst>
        </pc:cxnChg>
        <pc:cxnChg chg="mod">
          <ac:chgData name="Stephen Millmore" userId="7b2404fb-f360-4859-a21a-833f72764a74" providerId="ADAL" clId="{F8060359-7CB0-4CFA-8452-FFE64AEC2193}" dt="2026-10-05T10:58:24.174" v="26065" actId="404"/>
          <ac:cxnSpMkLst>
            <pc:docMk/>
            <pc:sldMk cId="0" sldId="285"/>
            <ac:cxnSpMk id="22" creationId="{300D4C10-EA92-72E5-CBB6-E21CD0659540}"/>
          </ac:cxnSpMkLst>
        </pc:cxnChg>
      </pc:sldChg>
      <pc:sldChg chg="addSp delSp modSp mod modAnim">
        <pc:chgData name="Stephen Millmore" userId="7b2404fb-f360-4859-a21a-833f72764a74" providerId="ADAL" clId="{F8060359-7CB0-4CFA-8452-FFE64AEC2193}" dt="2026-10-05T11:01:52.445" v="26174" actId="113"/>
        <pc:sldMkLst>
          <pc:docMk/>
          <pc:sldMk cId="0" sldId="287"/>
        </pc:sldMkLst>
        <pc:spChg chg="add mod">
          <ac:chgData name="Stephen Millmore" userId="7b2404fb-f360-4859-a21a-833f72764a74" providerId="ADAL" clId="{F8060359-7CB0-4CFA-8452-FFE64AEC2193}" dt="2026-10-05T11:01:52.445" v="26174" actId="113"/>
          <ac:spMkLst>
            <pc:docMk/>
            <pc:sldMk cId="0" sldId="287"/>
            <ac:spMk id="3" creationId="{546EB556-A39D-5D29-4496-A41F3DD0F30E}"/>
          </ac:spMkLst>
        </pc:spChg>
        <pc:spChg chg="add mod">
          <ac:chgData name="Stephen Millmore" userId="7b2404fb-f360-4859-a21a-833f72764a74" providerId="ADAL" clId="{F8060359-7CB0-4CFA-8452-FFE64AEC2193}" dt="2026-10-05T11:01:41.772" v="26173"/>
          <ac:spMkLst>
            <pc:docMk/>
            <pc:sldMk cId="0" sldId="287"/>
            <ac:spMk id="4" creationId="{B0DC5E79-C40D-60DC-D564-E04A4E5F42D3}"/>
          </ac:spMkLst>
        </pc:spChg>
      </pc:sldChg>
      <pc:sldChg chg="addSp delSp modSp mod modAnim">
        <pc:chgData name="Stephen Millmore" userId="7b2404fb-f360-4859-a21a-833f72764a74" providerId="ADAL" clId="{F8060359-7CB0-4CFA-8452-FFE64AEC2193}" dt="2026-10-05T11:02:33.626" v="26177"/>
        <pc:sldMkLst>
          <pc:docMk/>
          <pc:sldMk cId="0" sldId="288"/>
        </pc:sldMkLst>
        <pc:spChg chg="add mod">
          <ac:chgData name="Stephen Millmore" userId="7b2404fb-f360-4859-a21a-833f72764a74" providerId="ADAL" clId="{F8060359-7CB0-4CFA-8452-FFE64AEC2193}" dt="2026-10-05T11:02:33.626" v="26177"/>
          <ac:spMkLst>
            <pc:docMk/>
            <pc:sldMk cId="0" sldId="288"/>
            <ac:spMk id="8" creationId="{AB5AB131-8DBA-12CE-B9C4-4B5D5B5B1975}"/>
          </ac:spMkLst>
        </pc:spChg>
        <pc:spChg chg="add mod">
          <ac:chgData name="Stephen Millmore" userId="7b2404fb-f360-4859-a21a-833f72764a74" providerId="ADAL" clId="{F8060359-7CB0-4CFA-8452-FFE64AEC2193}" dt="2026-10-05T11:02:33.626" v="26177"/>
          <ac:spMkLst>
            <pc:docMk/>
            <pc:sldMk cId="0" sldId="288"/>
            <ac:spMk id="9" creationId="{25915483-A4B2-4607-8901-31DE85EA2578}"/>
          </ac:spMkLst>
        </pc:spChg>
        <pc:spChg chg="add mod">
          <ac:chgData name="Stephen Millmore" userId="7b2404fb-f360-4859-a21a-833f72764a74" providerId="ADAL" clId="{F8060359-7CB0-4CFA-8452-FFE64AEC2193}" dt="2026-10-05T11:02:33.626" v="26177"/>
          <ac:spMkLst>
            <pc:docMk/>
            <pc:sldMk cId="0" sldId="288"/>
            <ac:spMk id="10" creationId="{38DF64DA-C11C-0E67-9C4F-0F2996354FC2}"/>
          </ac:spMkLst>
        </pc:spChg>
        <pc:spChg chg="add mod">
          <ac:chgData name="Stephen Millmore" userId="7b2404fb-f360-4859-a21a-833f72764a74" providerId="ADAL" clId="{F8060359-7CB0-4CFA-8452-FFE64AEC2193}" dt="2026-10-05T11:02:33.626" v="26177"/>
          <ac:spMkLst>
            <pc:docMk/>
            <pc:sldMk cId="0" sldId="288"/>
            <ac:spMk id="11" creationId="{ADCB00E2-5E8E-DB66-6261-4A90725E2035}"/>
          </ac:spMkLst>
        </pc:spChg>
        <pc:spChg chg="add mod">
          <ac:chgData name="Stephen Millmore" userId="7b2404fb-f360-4859-a21a-833f72764a74" providerId="ADAL" clId="{F8060359-7CB0-4CFA-8452-FFE64AEC2193}" dt="2026-10-05T11:02:33.626" v="26177"/>
          <ac:spMkLst>
            <pc:docMk/>
            <pc:sldMk cId="0" sldId="288"/>
            <ac:spMk id="12" creationId="{F2814459-9F09-54AB-D1EB-E3BEB82AC9B9}"/>
          </ac:spMkLst>
        </pc:spChg>
        <pc:spChg chg="add mod">
          <ac:chgData name="Stephen Millmore" userId="7b2404fb-f360-4859-a21a-833f72764a74" providerId="ADAL" clId="{F8060359-7CB0-4CFA-8452-FFE64AEC2193}" dt="2026-10-05T11:02:33.626" v="26177"/>
          <ac:spMkLst>
            <pc:docMk/>
            <pc:sldMk cId="0" sldId="288"/>
            <ac:spMk id="13" creationId="{8AF28343-BCF9-23AC-4F42-97820E301953}"/>
          </ac:spMkLst>
        </pc:spChg>
        <pc:spChg chg="add mod">
          <ac:chgData name="Stephen Millmore" userId="7b2404fb-f360-4859-a21a-833f72764a74" providerId="ADAL" clId="{F8060359-7CB0-4CFA-8452-FFE64AEC2193}" dt="2026-10-05T11:02:33.626" v="26177"/>
          <ac:spMkLst>
            <pc:docMk/>
            <pc:sldMk cId="0" sldId="288"/>
            <ac:spMk id="14" creationId="{264919B5-C973-7EC0-E7A2-6B5062B3276A}"/>
          </ac:spMkLst>
        </pc:spChg>
      </pc:sldChg>
      <pc:sldChg chg="addSp delSp modSp mod modAnim">
        <pc:chgData name="Stephen Millmore" userId="7b2404fb-f360-4859-a21a-833f72764a74" providerId="ADAL" clId="{F8060359-7CB0-4CFA-8452-FFE64AEC2193}" dt="2026-10-05T11:05:16.070" v="26196" actId="113"/>
        <pc:sldMkLst>
          <pc:docMk/>
          <pc:sldMk cId="0" sldId="292"/>
        </pc:sldMkLst>
        <pc:spChg chg="add mod">
          <ac:chgData name="Stephen Millmore" userId="7b2404fb-f360-4859-a21a-833f72764a74" providerId="ADAL" clId="{F8060359-7CB0-4CFA-8452-FFE64AEC2193}" dt="2026-10-05T11:05:16.070" v="26196" actId="113"/>
          <ac:spMkLst>
            <pc:docMk/>
            <pc:sldMk cId="0" sldId="292"/>
            <ac:spMk id="7" creationId="{F3437C5B-F932-F3A1-D6BE-C98115FB6ADE}"/>
          </ac:spMkLst>
        </pc:spChg>
      </pc:sldChg>
      <pc:sldChg chg="addSp delSp modSp mod modAnim">
        <pc:chgData name="Stephen Millmore" userId="7b2404fb-f360-4859-a21a-833f72764a74" providerId="ADAL" clId="{F8060359-7CB0-4CFA-8452-FFE64AEC2193}" dt="2026-10-05T11:05:22.024" v="26199"/>
        <pc:sldMkLst>
          <pc:docMk/>
          <pc:sldMk cId="0" sldId="293"/>
        </pc:sldMkLst>
        <pc:spChg chg="add mod">
          <ac:chgData name="Stephen Millmore" userId="7b2404fb-f360-4859-a21a-833f72764a74" providerId="ADAL" clId="{F8060359-7CB0-4CFA-8452-FFE64AEC2193}" dt="2026-10-05T11:05:22.024" v="26199"/>
          <ac:spMkLst>
            <pc:docMk/>
            <pc:sldMk cId="0" sldId="293"/>
            <ac:spMk id="7" creationId="{0768C42D-EA9F-5E23-87BF-223DE5C3F542}"/>
          </ac:spMkLst>
        </pc:spChg>
      </pc:sldChg>
      <pc:sldChg chg="addSp delSp modSp mod modAnim">
        <pc:chgData name="Stephen Millmore" userId="7b2404fb-f360-4859-a21a-833f72764a74" providerId="ADAL" clId="{F8060359-7CB0-4CFA-8452-FFE64AEC2193}" dt="2026-10-05T11:05:50.395" v="26202"/>
        <pc:sldMkLst>
          <pc:docMk/>
          <pc:sldMk cId="0" sldId="294"/>
        </pc:sldMkLst>
        <pc:spChg chg="add mod">
          <ac:chgData name="Stephen Millmore" userId="7b2404fb-f360-4859-a21a-833f72764a74" providerId="ADAL" clId="{F8060359-7CB0-4CFA-8452-FFE64AEC2193}" dt="2026-10-05T11:05:50.395" v="26202"/>
          <ac:spMkLst>
            <pc:docMk/>
            <pc:sldMk cId="0" sldId="294"/>
            <ac:spMk id="9" creationId="{796BF227-C37A-422B-6201-A9AA19F1F674}"/>
          </ac:spMkLst>
        </pc:spChg>
      </pc:sldChg>
      <pc:sldChg chg="addSp delSp modSp mod modAnim">
        <pc:chgData name="Stephen Millmore" userId="7b2404fb-f360-4859-a21a-833f72764a74" providerId="ADAL" clId="{F8060359-7CB0-4CFA-8452-FFE64AEC2193}" dt="2026-10-05T11:07:42.010" v="26214"/>
        <pc:sldMkLst>
          <pc:docMk/>
          <pc:sldMk cId="0" sldId="297"/>
        </pc:sldMkLst>
        <pc:spChg chg="add mod">
          <ac:chgData name="Stephen Millmore" userId="7b2404fb-f360-4859-a21a-833f72764a74" providerId="ADAL" clId="{F8060359-7CB0-4CFA-8452-FFE64AEC2193}" dt="2026-10-05T11:07:42.010" v="26214"/>
          <ac:spMkLst>
            <pc:docMk/>
            <pc:sldMk cId="0" sldId="297"/>
            <ac:spMk id="7" creationId="{3820E5E8-EE2E-C575-BA41-F62257FB538F}"/>
          </ac:spMkLst>
        </pc:spChg>
        <pc:spChg chg="add mod">
          <ac:chgData name="Stephen Millmore" userId="7b2404fb-f360-4859-a21a-833f72764a74" providerId="ADAL" clId="{F8060359-7CB0-4CFA-8452-FFE64AEC2193}" dt="2026-10-05T11:07:42.010" v="26214"/>
          <ac:spMkLst>
            <pc:docMk/>
            <pc:sldMk cId="0" sldId="297"/>
            <ac:spMk id="8" creationId="{5931079F-C57A-0325-B4E9-37A9547646A5}"/>
          </ac:spMkLst>
        </pc:spChg>
        <pc:cxnChg chg="add mod">
          <ac:chgData name="Stephen Millmore" userId="7b2404fb-f360-4859-a21a-833f72764a74" providerId="ADAL" clId="{F8060359-7CB0-4CFA-8452-FFE64AEC2193}" dt="2026-10-05T11:07:42.010" v="26214"/>
          <ac:cxnSpMkLst>
            <pc:docMk/>
            <pc:sldMk cId="0" sldId="297"/>
            <ac:cxnSpMk id="9" creationId="{63C1BE4D-B138-1867-59E5-EB1340663549}"/>
          </ac:cxnSpMkLst>
        </pc:cxnChg>
      </pc:sldChg>
      <pc:sldChg chg="addSp modSp mod">
        <pc:chgData name="Stephen Millmore" userId="7b2404fb-f360-4859-a21a-833f72764a74" providerId="ADAL" clId="{F8060359-7CB0-4CFA-8452-FFE64AEC2193}" dt="2026-10-05T11:12:41.479" v="26232" actId="27614"/>
        <pc:sldMkLst>
          <pc:docMk/>
          <pc:sldMk cId="0" sldId="302"/>
        </pc:sldMkLst>
        <pc:picChg chg="add mod">
          <ac:chgData name="Stephen Millmore" userId="7b2404fb-f360-4859-a21a-833f72764a74" providerId="ADAL" clId="{F8060359-7CB0-4CFA-8452-FFE64AEC2193}" dt="2026-10-05T11:12:41.479" v="26232" actId="27614"/>
          <ac:picMkLst>
            <pc:docMk/>
            <pc:sldMk cId="0" sldId="302"/>
            <ac:picMk id="4" creationId="{2879D99B-0A09-FD82-2099-3155065A5531}"/>
          </ac:picMkLst>
        </pc:picChg>
      </pc:sldChg>
      <pc:sldChg chg="addSp delSp modSp mod modAnim">
        <pc:chgData name="Stephen Millmore" userId="7b2404fb-f360-4859-a21a-833f72764a74" providerId="ADAL" clId="{F8060359-7CB0-4CFA-8452-FFE64AEC2193}" dt="2026-10-05T11:22:03.375" v="26611" actId="114"/>
        <pc:sldMkLst>
          <pc:docMk/>
          <pc:sldMk cId="0" sldId="305"/>
        </pc:sldMkLst>
        <pc:spChg chg="add mod">
          <ac:chgData name="Stephen Millmore" userId="7b2404fb-f360-4859-a21a-833f72764a74" providerId="ADAL" clId="{F8060359-7CB0-4CFA-8452-FFE64AEC2193}" dt="2026-10-05T11:21:10.433" v="26596" actId="114"/>
          <ac:spMkLst>
            <pc:docMk/>
            <pc:sldMk cId="0" sldId="305"/>
            <ac:spMk id="15" creationId="{9FF870A1-C3F1-3EC0-C8EF-BCF6F80FA7BD}"/>
          </ac:spMkLst>
        </pc:spChg>
        <pc:spChg chg="add mod">
          <ac:chgData name="Stephen Millmore" userId="7b2404fb-f360-4859-a21a-833f72764a74" providerId="ADAL" clId="{F8060359-7CB0-4CFA-8452-FFE64AEC2193}" dt="2026-10-05T11:20:26.584" v="26575" actId="20577"/>
          <ac:spMkLst>
            <pc:docMk/>
            <pc:sldMk cId="0" sldId="305"/>
            <ac:spMk id="16" creationId="{B1472745-71EB-537F-5986-CD4E2E036565}"/>
          </ac:spMkLst>
        </pc:spChg>
        <pc:spChg chg="add mod">
          <ac:chgData name="Stephen Millmore" userId="7b2404fb-f360-4859-a21a-833f72764a74" providerId="ADAL" clId="{F8060359-7CB0-4CFA-8452-FFE64AEC2193}" dt="2026-10-05T11:21:30.208" v="26608" actId="114"/>
          <ac:spMkLst>
            <pc:docMk/>
            <pc:sldMk cId="0" sldId="305"/>
            <ac:spMk id="17" creationId="{7921E17F-7AA3-90EE-569E-44E7B5862BBB}"/>
          </ac:spMkLst>
        </pc:spChg>
        <pc:spChg chg="add mod">
          <ac:chgData name="Stephen Millmore" userId="7b2404fb-f360-4859-a21a-833f72764a74" providerId="ADAL" clId="{F8060359-7CB0-4CFA-8452-FFE64AEC2193}" dt="2026-10-05T11:22:03.375" v="26611" actId="114"/>
          <ac:spMkLst>
            <pc:docMk/>
            <pc:sldMk cId="0" sldId="305"/>
            <ac:spMk id="18" creationId="{80F901E6-F3E2-C10D-E45B-8892C8C3A1FE}"/>
          </ac:spMkLst>
        </pc:spChg>
        <pc:spChg chg="add mod">
          <ac:chgData name="Stephen Millmore" userId="7b2404fb-f360-4859-a21a-833f72764a74" providerId="ADAL" clId="{F8060359-7CB0-4CFA-8452-FFE64AEC2193}" dt="2026-10-05T11:19:28.797" v="26562"/>
          <ac:spMkLst>
            <pc:docMk/>
            <pc:sldMk cId="0" sldId="305"/>
            <ac:spMk id="19" creationId="{8693AAE9-E54C-D861-CFFC-7D2B61CC4524}"/>
          </ac:spMkLst>
        </pc:spChg>
        <pc:spChg chg="add mod">
          <ac:chgData name="Stephen Millmore" userId="7b2404fb-f360-4859-a21a-833f72764a74" providerId="ADAL" clId="{F8060359-7CB0-4CFA-8452-FFE64AEC2193}" dt="2026-10-05T11:19:28.797" v="26562"/>
          <ac:spMkLst>
            <pc:docMk/>
            <pc:sldMk cId="0" sldId="305"/>
            <ac:spMk id="20" creationId="{0CEE3C28-F3A6-B1B6-1370-E749C636ED4B}"/>
          </ac:spMkLst>
        </pc:spChg>
        <pc:spChg chg="add mod">
          <ac:chgData name="Stephen Millmore" userId="7b2404fb-f360-4859-a21a-833f72764a74" providerId="ADAL" clId="{F8060359-7CB0-4CFA-8452-FFE64AEC2193}" dt="2026-10-05T11:19:28.797" v="26562"/>
          <ac:spMkLst>
            <pc:docMk/>
            <pc:sldMk cId="0" sldId="305"/>
            <ac:spMk id="21" creationId="{FA5313B8-BE80-AC7D-912B-C9A1CF9A0C8E}"/>
          </ac:spMkLst>
        </pc:spChg>
      </pc:sldChg>
      <pc:sldChg chg="addSp delSp modSp mod modAnim">
        <pc:chgData name="Stephen Millmore" userId="7b2404fb-f360-4859-a21a-833f72764a74" providerId="ADAL" clId="{F8060359-7CB0-4CFA-8452-FFE64AEC2193}" dt="2026-10-05T11:25:34.569" v="26729" actId="20577"/>
        <pc:sldMkLst>
          <pc:docMk/>
          <pc:sldMk cId="0" sldId="306"/>
        </pc:sldMkLst>
        <pc:spChg chg="add mod">
          <ac:chgData name="Stephen Millmore" userId="7b2404fb-f360-4859-a21a-833f72764a74" providerId="ADAL" clId="{F8060359-7CB0-4CFA-8452-FFE64AEC2193}" dt="2026-10-05T11:25:34.569" v="26729" actId="20577"/>
          <ac:spMkLst>
            <pc:docMk/>
            <pc:sldMk cId="0" sldId="306"/>
            <ac:spMk id="9" creationId="{E9DDE69A-E8CD-60B6-ED13-26FD6947D94F}"/>
          </ac:spMkLst>
        </pc:spChg>
        <pc:spChg chg="add mod">
          <ac:chgData name="Stephen Millmore" userId="7b2404fb-f360-4859-a21a-833f72764a74" providerId="ADAL" clId="{F8060359-7CB0-4CFA-8452-FFE64AEC2193}" dt="2026-10-05T11:25:12.783" v="26723" actId="20577"/>
          <ac:spMkLst>
            <pc:docMk/>
            <pc:sldMk cId="0" sldId="306"/>
            <ac:spMk id="10" creationId="{CA78C0C4-1985-E5D9-0339-4695C825D60C}"/>
          </ac:spMkLst>
        </pc:spChg>
        <pc:spChg chg="add mod">
          <ac:chgData name="Stephen Millmore" userId="7b2404fb-f360-4859-a21a-833f72764a74" providerId="ADAL" clId="{F8060359-7CB0-4CFA-8452-FFE64AEC2193}" dt="2026-10-05T11:25:23.581" v="26726" actId="20577"/>
          <ac:spMkLst>
            <pc:docMk/>
            <pc:sldMk cId="0" sldId="306"/>
            <ac:spMk id="11" creationId="{63A160EA-3023-6641-6F14-981A6C1664EC}"/>
          </ac:spMkLst>
        </pc:spChg>
        <pc:spChg chg="add mod">
          <ac:chgData name="Stephen Millmore" userId="7b2404fb-f360-4859-a21a-833f72764a74" providerId="ADAL" clId="{F8060359-7CB0-4CFA-8452-FFE64AEC2193}" dt="2026-10-05T11:25:29.543" v="26728" actId="20577"/>
          <ac:spMkLst>
            <pc:docMk/>
            <pc:sldMk cId="0" sldId="306"/>
            <ac:spMk id="13" creationId="{D9AFA391-2E1A-6A72-3124-F9611B615901}"/>
          </ac:spMkLst>
        </pc:spChg>
        <pc:cxnChg chg="add mod">
          <ac:chgData name="Stephen Millmore" userId="7b2404fb-f360-4859-a21a-833f72764a74" providerId="ADAL" clId="{F8060359-7CB0-4CFA-8452-FFE64AEC2193}" dt="2026-10-05T11:24:55.538" v="26715" actId="1036"/>
          <ac:cxnSpMkLst>
            <pc:docMk/>
            <pc:sldMk cId="0" sldId="306"/>
            <ac:cxnSpMk id="12" creationId="{ECDA53DC-7540-F1F9-1833-0FB27ED01464}"/>
          </ac:cxnSpMkLst>
        </pc:cxnChg>
      </pc:sldChg>
      <pc:sldChg chg="addSp delSp modSp mod modAnim">
        <pc:chgData name="Stephen Millmore" userId="7b2404fb-f360-4859-a21a-833f72764a74" providerId="ADAL" clId="{F8060359-7CB0-4CFA-8452-FFE64AEC2193}" dt="2026-10-05T11:29:47.385" v="26769" actId="113"/>
        <pc:sldMkLst>
          <pc:docMk/>
          <pc:sldMk cId="0" sldId="308"/>
        </pc:sldMkLst>
        <pc:spChg chg="add mod">
          <ac:chgData name="Stephen Millmore" userId="7b2404fb-f360-4859-a21a-833f72764a74" providerId="ADAL" clId="{F8060359-7CB0-4CFA-8452-FFE64AEC2193}" dt="2026-10-05T11:29:47.385" v="26769" actId="113"/>
          <ac:spMkLst>
            <pc:docMk/>
            <pc:sldMk cId="0" sldId="308"/>
            <ac:spMk id="9" creationId="{F0E5C7E1-D01F-25F6-B2E2-81FAC6CD018B}"/>
          </ac:spMkLst>
        </pc:spChg>
        <pc:spChg chg="add mod">
          <ac:chgData name="Stephen Millmore" userId="7b2404fb-f360-4859-a21a-833f72764a74" providerId="ADAL" clId="{F8060359-7CB0-4CFA-8452-FFE64AEC2193}" dt="2026-10-05T11:28:37.509" v="26760"/>
          <ac:spMkLst>
            <pc:docMk/>
            <pc:sldMk cId="0" sldId="308"/>
            <ac:spMk id="10" creationId="{F9E6A36D-78C6-5C53-838E-053978FB75A9}"/>
          </ac:spMkLst>
        </pc:spChg>
        <pc:spChg chg="add mod">
          <ac:chgData name="Stephen Millmore" userId="7b2404fb-f360-4859-a21a-833f72764a74" providerId="ADAL" clId="{F8060359-7CB0-4CFA-8452-FFE64AEC2193}" dt="2026-10-05T11:29:30.927" v="26768" actId="20577"/>
          <ac:spMkLst>
            <pc:docMk/>
            <pc:sldMk cId="0" sldId="308"/>
            <ac:spMk id="11" creationId="{578DEF7C-7B98-C559-407D-52A739723A8C}"/>
          </ac:spMkLst>
        </pc:spChg>
      </pc:sldChg>
      <pc:sldChg chg="addSp delSp modSp mod modAnim">
        <pc:chgData name="Stephen Millmore" userId="7b2404fb-f360-4859-a21a-833f72764a74" providerId="ADAL" clId="{F8060359-7CB0-4CFA-8452-FFE64AEC2193}" dt="2026-10-05T11:32:53.052" v="26817" actId="20577"/>
        <pc:sldMkLst>
          <pc:docMk/>
          <pc:sldMk cId="0" sldId="310"/>
        </pc:sldMkLst>
        <pc:spChg chg="add mod">
          <ac:chgData name="Stephen Millmore" userId="7b2404fb-f360-4859-a21a-833f72764a74" providerId="ADAL" clId="{F8060359-7CB0-4CFA-8452-FFE64AEC2193}" dt="2026-10-05T11:32:53.052" v="26817" actId="20577"/>
          <ac:spMkLst>
            <pc:docMk/>
            <pc:sldMk cId="0" sldId="310"/>
            <ac:spMk id="3" creationId="{0E1091AC-7DAF-AA58-1C96-1C80376A2182}"/>
          </ac:spMkLst>
        </pc:spChg>
        <pc:spChg chg="mod">
          <ac:chgData name="Stephen Millmore" userId="7b2404fb-f360-4859-a21a-833f72764a74" providerId="ADAL" clId="{F8060359-7CB0-4CFA-8452-FFE64AEC2193}" dt="2026-10-05T11:32:21.020" v="26810" actId="20577"/>
          <ac:spMkLst>
            <pc:docMk/>
            <pc:sldMk cId="0" sldId="310"/>
            <ac:spMk id="4" creationId="{00000000-0000-0000-0000-000000000000}"/>
          </ac:spMkLst>
        </pc:spChg>
        <pc:picChg chg="mod">
          <ac:chgData name="Stephen Millmore" userId="7b2404fb-f360-4859-a21a-833f72764a74" providerId="ADAL" clId="{F8060359-7CB0-4CFA-8452-FFE64AEC2193}" dt="2026-10-05T11:31:49.399" v="26802" actId="1076"/>
          <ac:picMkLst>
            <pc:docMk/>
            <pc:sldMk cId="0" sldId="310"/>
            <ac:picMk id="6" creationId="{00000000-0000-0000-0000-000000000000}"/>
          </ac:picMkLst>
        </pc:picChg>
      </pc:sldChg>
      <pc:sldChg chg="addSp delSp modSp mod modAnim">
        <pc:chgData name="Stephen Millmore" userId="7b2404fb-f360-4859-a21a-833f72764a74" providerId="ADAL" clId="{F8060359-7CB0-4CFA-8452-FFE64AEC2193}" dt="2026-10-05T11:36:28.876" v="26839" actId="20577"/>
        <pc:sldMkLst>
          <pc:docMk/>
          <pc:sldMk cId="0" sldId="314"/>
        </pc:sldMkLst>
        <pc:spChg chg="add mod">
          <ac:chgData name="Stephen Millmore" userId="7b2404fb-f360-4859-a21a-833f72764a74" providerId="ADAL" clId="{F8060359-7CB0-4CFA-8452-FFE64AEC2193}" dt="2026-10-05T11:36:28.876" v="26839" actId="20577"/>
          <ac:spMkLst>
            <pc:docMk/>
            <pc:sldMk cId="0" sldId="314"/>
            <ac:spMk id="7" creationId="{CFA3DEBA-1554-46BB-5F46-D9E1759D4E14}"/>
          </ac:spMkLst>
        </pc:spChg>
      </pc:sldChg>
      <pc:sldChg chg="delSp add mod">
        <pc:chgData name="Stephen Millmore" userId="7b2404fb-f360-4859-a21a-833f72764a74" providerId="ADAL" clId="{F8060359-7CB0-4CFA-8452-FFE64AEC2193}" dt="2026-10-05T11:00:02.720" v="26167" actId="478"/>
        <pc:sldMkLst>
          <pc:docMk/>
          <pc:sldMk cId="40153354" sldId="708"/>
        </pc:sldMkLst>
      </pc:sldChg>
      <pc:sldChg chg="delSp modSp add mod modAnim">
        <pc:chgData name="Stephen Millmore" userId="7b2404fb-f360-4859-a21a-833f72764a74" providerId="ADAL" clId="{F8060359-7CB0-4CFA-8452-FFE64AEC2193}" dt="2026-10-05T11:03:07.514" v="26178" actId="478"/>
        <pc:sldMkLst>
          <pc:docMk/>
          <pc:sldMk cId="563797586" sldId="709"/>
        </pc:sldMkLst>
        <pc:spChg chg="mod">
          <ac:chgData name="Stephen Millmore" userId="7b2404fb-f360-4859-a21a-833f72764a74" providerId="ADAL" clId="{F8060359-7CB0-4CFA-8452-FFE64AEC2193}" dt="2026-10-05T11:01:13.044" v="26171" actId="20577"/>
          <ac:spMkLst>
            <pc:docMk/>
            <pc:sldMk cId="563797586" sldId="709"/>
            <ac:spMk id="5" creationId="{1EE1314E-A9AF-0238-5F7D-F118E0D92906}"/>
          </ac:spMkLst>
        </pc:spChg>
      </pc:sldChg>
      <pc:sldChg chg="delSp add mod">
        <pc:chgData name="Stephen Millmore" userId="7b2404fb-f360-4859-a21a-833f72764a74" providerId="ADAL" clId="{F8060359-7CB0-4CFA-8452-FFE64AEC2193}" dt="2026-10-05T11:03:30.801" v="26180" actId="478"/>
        <pc:sldMkLst>
          <pc:docMk/>
          <pc:sldMk cId="1063168827" sldId="712"/>
        </pc:sldMkLst>
      </pc:sldChg>
      <pc:sldChg chg="delSp add mod">
        <pc:chgData name="Stephen Millmore" userId="7b2404fb-f360-4859-a21a-833f72764a74" providerId="ADAL" clId="{F8060359-7CB0-4CFA-8452-FFE64AEC2193}" dt="2026-10-05T11:03:34.692" v="26181" actId="478"/>
        <pc:sldMkLst>
          <pc:docMk/>
          <pc:sldMk cId="60649875" sldId="713"/>
        </pc:sldMkLst>
      </pc:sldChg>
      <pc:sldChg chg="delSp add mod">
        <pc:chgData name="Stephen Millmore" userId="7b2404fb-f360-4859-a21a-833f72764a74" providerId="ADAL" clId="{F8060359-7CB0-4CFA-8452-FFE64AEC2193}" dt="2026-10-05T11:03:38.034" v="26182" actId="478"/>
        <pc:sldMkLst>
          <pc:docMk/>
          <pc:sldMk cId="3922176828" sldId="714"/>
        </pc:sldMkLst>
      </pc:sldChg>
      <pc:sldChg chg="delSp add mod">
        <pc:chgData name="Stephen Millmore" userId="7b2404fb-f360-4859-a21a-833f72764a74" providerId="ADAL" clId="{F8060359-7CB0-4CFA-8452-FFE64AEC2193}" dt="2026-10-05T11:03:39.678" v="26183" actId="478"/>
        <pc:sldMkLst>
          <pc:docMk/>
          <pc:sldMk cId="2140050701" sldId="715"/>
        </pc:sldMkLst>
      </pc:sldChg>
      <pc:sldChg chg="delSp add mod">
        <pc:chgData name="Stephen Millmore" userId="7b2404fb-f360-4859-a21a-833f72764a74" providerId="ADAL" clId="{F8060359-7CB0-4CFA-8452-FFE64AEC2193}" dt="2026-10-05T11:03:40.527" v="26184" actId="478"/>
        <pc:sldMkLst>
          <pc:docMk/>
          <pc:sldMk cId="1612819422" sldId="716"/>
        </pc:sldMkLst>
      </pc:sldChg>
      <pc:sldChg chg="delSp add mod">
        <pc:chgData name="Stephen Millmore" userId="7b2404fb-f360-4859-a21a-833f72764a74" providerId="ADAL" clId="{F8060359-7CB0-4CFA-8452-FFE64AEC2193}" dt="2026-10-05T11:03:41.342" v="26185" actId="478"/>
        <pc:sldMkLst>
          <pc:docMk/>
          <pc:sldMk cId="1999174266" sldId="717"/>
        </pc:sldMkLst>
      </pc:sldChg>
      <pc:sldChg chg="delSp add mod">
        <pc:chgData name="Stephen Millmore" userId="7b2404fb-f360-4859-a21a-833f72764a74" providerId="ADAL" clId="{F8060359-7CB0-4CFA-8452-FFE64AEC2193}" dt="2026-10-05T11:03:42.277" v="26186" actId="478"/>
        <pc:sldMkLst>
          <pc:docMk/>
          <pc:sldMk cId="2624503397" sldId="718"/>
        </pc:sldMkLst>
      </pc:sldChg>
      <pc:sldChg chg="delSp add mod">
        <pc:chgData name="Stephen Millmore" userId="7b2404fb-f360-4859-a21a-833f72764a74" providerId="ADAL" clId="{F8060359-7CB0-4CFA-8452-FFE64AEC2193}" dt="2026-10-05T11:03:44.208" v="26188" actId="478"/>
        <pc:sldMkLst>
          <pc:docMk/>
          <pc:sldMk cId="981082823" sldId="719"/>
        </pc:sldMkLst>
      </pc:sldChg>
      <pc:sldChg chg="delSp add mod">
        <pc:chgData name="Stephen Millmore" userId="7b2404fb-f360-4859-a21a-833f72764a74" providerId="ADAL" clId="{F8060359-7CB0-4CFA-8452-FFE64AEC2193}" dt="2026-10-05T11:03:43.249" v="26187" actId="478"/>
        <pc:sldMkLst>
          <pc:docMk/>
          <pc:sldMk cId="1093991720" sldId="720"/>
        </pc:sldMkLst>
      </pc:sldChg>
      <pc:sldChg chg="delSp add mod">
        <pc:chgData name="Stephen Millmore" userId="7b2404fb-f360-4859-a21a-833f72764a74" providerId="ADAL" clId="{F8060359-7CB0-4CFA-8452-FFE64AEC2193}" dt="2026-10-05T11:03:45.181" v="26189" actId="478"/>
        <pc:sldMkLst>
          <pc:docMk/>
          <pc:sldMk cId="2236261292" sldId="721"/>
        </pc:sldMkLst>
      </pc:sldChg>
      <pc:sldChg chg="delSp add mod">
        <pc:chgData name="Stephen Millmore" userId="7b2404fb-f360-4859-a21a-833f72764a74" providerId="ADAL" clId="{F8060359-7CB0-4CFA-8452-FFE64AEC2193}" dt="2026-10-05T11:06:34.439" v="26205" actId="478"/>
        <pc:sldMkLst>
          <pc:docMk/>
          <pc:sldMk cId="1052594771" sldId="725"/>
        </pc:sldMkLst>
      </pc:sldChg>
      <pc:sldChg chg="delSp add mod">
        <pc:chgData name="Stephen Millmore" userId="7b2404fb-f360-4859-a21a-833f72764a74" providerId="ADAL" clId="{F8060359-7CB0-4CFA-8452-FFE64AEC2193}" dt="2026-10-05T11:06:35.314" v="26206" actId="478"/>
        <pc:sldMkLst>
          <pc:docMk/>
          <pc:sldMk cId="3256924608" sldId="726"/>
        </pc:sldMkLst>
      </pc:sldChg>
      <pc:sldChg chg="delSp add mod">
        <pc:chgData name="Stephen Millmore" userId="7b2404fb-f360-4859-a21a-833f72764a74" providerId="ADAL" clId="{F8060359-7CB0-4CFA-8452-FFE64AEC2193}" dt="2026-10-05T11:06:36.647" v="26207" actId="478"/>
        <pc:sldMkLst>
          <pc:docMk/>
          <pc:sldMk cId="2131766692" sldId="727"/>
        </pc:sldMkLst>
      </pc:sldChg>
      <pc:sldChg chg="delSp add mod">
        <pc:chgData name="Stephen Millmore" userId="7b2404fb-f360-4859-a21a-833f72764a74" providerId="ADAL" clId="{F8060359-7CB0-4CFA-8452-FFE64AEC2193}" dt="2026-10-05T11:06:38.098" v="26208" actId="478"/>
        <pc:sldMkLst>
          <pc:docMk/>
          <pc:sldMk cId="3311806772" sldId="728"/>
        </pc:sldMkLst>
      </pc:sldChg>
      <pc:sldChg chg="delSp add mod">
        <pc:chgData name="Stephen Millmore" userId="7b2404fb-f360-4859-a21a-833f72764a74" providerId="ADAL" clId="{F8060359-7CB0-4CFA-8452-FFE64AEC2193}" dt="2026-10-05T11:06:39.146" v="26209" actId="478"/>
        <pc:sldMkLst>
          <pc:docMk/>
          <pc:sldMk cId="2703441425" sldId="729"/>
        </pc:sldMkLst>
      </pc:sldChg>
      <pc:sldChg chg="delSp add mod">
        <pc:chgData name="Stephen Millmore" userId="7b2404fb-f360-4859-a21a-833f72764a74" providerId="ADAL" clId="{F8060359-7CB0-4CFA-8452-FFE64AEC2193}" dt="2026-10-05T11:09:34.651" v="26220" actId="478"/>
        <pc:sldMkLst>
          <pc:docMk/>
          <pc:sldMk cId="2575910004" sldId="730"/>
        </pc:sldMkLst>
      </pc:sldChg>
      <pc:sldChg chg="delSp add mod">
        <pc:chgData name="Stephen Millmore" userId="7b2404fb-f360-4859-a21a-833f72764a74" providerId="ADAL" clId="{F8060359-7CB0-4CFA-8452-FFE64AEC2193}" dt="2026-10-05T11:06:40.361" v="26210" actId="478"/>
        <pc:sldMkLst>
          <pc:docMk/>
          <pc:sldMk cId="588751997" sldId="731"/>
        </pc:sldMkLst>
      </pc:sldChg>
      <pc:sldChg chg="delSp add mod">
        <pc:chgData name="Stephen Millmore" userId="7b2404fb-f360-4859-a21a-833f72764a74" providerId="ADAL" clId="{F8060359-7CB0-4CFA-8452-FFE64AEC2193}" dt="2026-10-05T11:06:41.423" v="26211" actId="478"/>
        <pc:sldMkLst>
          <pc:docMk/>
          <pc:sldMk cId="928737267" sldId="732"/>
        </pc:sldMkLst>
      </pc:sldChg>
      <pc:sldChg chg="delSp add mod">
        <pc:chgData name="Stephen Millmore" userId="7b2404fb-f360-4859-a21a-833f72764a74" providerId="ADAL" clId="{F8060359-7CB0-4CFA-8452-FFE64AEC2193}" dt="2026-10-05T11:09:07.857" v="26216" actId="478"/>
        <pc:sldMkLst>
          <pc:docMk/>
          <pc:sldMk cId="3495166681" sldId="734"/>
        </pc:sldMkLst>
      </pc:sldChg>
      <pc:sldChg chg="delSp add mod">
        <pc:chgData name="Stephen Millmore" userId="7b2404fb-f360-4859-a21a-833f72764a74" providerId="ADAL" clId="{F8060359-7CB0-4CFA-8452-FFE64AEC2193}" dt="2026-10-05T11:09:35.446" v="26221" actId="478"/>
        <pc:sldMkLst>
          <pc:docMk/>
          <pc:sldMk cId="292496413" sldId="735"/>
        </pc:sldMkLst>
      </pc:sldChg>
      <pc:sldChg chg="delSp add mod">
        <pc:chgData name="Stephen Millmore" userId="7b2404fb-f360-4859-a21a-833f72764a74" providerId="ADAL" clId="{F8060359-7CB0-4CFA-8452-FFE64AEC2193}" dt="2026-10-05T11:09:36.299" v="26222" actId="478"/>
        <pc:sldMkLst>
          <pc:docMk/>
          <pc:sldMk cId="717220147" sldId="737"/>
        </pc:sldMkLst>
      </pc:sldChg>
      <pc:sldChg chg="delSp add mod">
        <pc:chgData name="Stephen Millmore" userId="7b2404fb-f360-4859-a21a-833f72764a74" providerId="ADAL" clId="{F8060359-7CB0-4CFA-8452-FFE64AEC2193}" dt="2026-10-05T11:09:37.072" v="26223" actId="478"/>
        <pc:sldMkLst>
          <pc:docMk/>
          <pc:sldMk cId="623242493" sldId="738"/>
        </pc:sldMkLst>
      </pc:sldChg>
      <pc:sldChg chg="delSp add mod">
        <pc:chgData name="Stephen Millmore" userId="7b2404fb-f360-4859-a21a-833f72764a74" providerId="ADAL" clId="{F8060359-7CB0-4CFA-8452-FFE64AEC2193}" dt="2026-10-05T11:09:37.947" v="26224" actId="478"/>
        <pc:sldMkLst>
          <pc:docMk/>
          <pc:sldMk cId="1209063978" sldId="739"/>
        </pc:sldMkLst>
      </pc:sldChg>
      <pc:sldChg chg="delSp add mod">
        <pc:chgData name="Stephen Millmore" userId="7b2404fb-f360-4859-a21a-833f72764a74" providerId="ADAL" clId="{F8060359-7CB0-4CFA-8452-FFE64AEC2193}" dt="2026-10-05T11:09:38.814" v="26225" actId="478"/>
        <pc:sldMkLst>
          <pc:docMk/>
          <pc:sldMk cId="2136185154" sldId="740"/>
        </pc:sldMkLst>
      </pc:sldChg>
      <pc:sldChg chg="delSp add mod">
        <pc:chgData name="Stephen Millmore" userId="7b2404fb-f360-4859-a21a-833f72764a74" providerId="ADAL" clId="{F8060359-7CB0-4CFA-8452-FFE64AEC2193}" dt="2026-10-05T11:09:39.693" v="26226" actId="478"/>
        <pc:sldMkLst>
          <pc:docMk/>
          <pc:sldMk cId="2579447233" sldId="741"/>
        </pc:sldMkLst>
      </pc:sldChg>
      <pc:sldChg chg="delSp add mod">
        <pc:chgData name="Stephen Millmore" userId="7b2404fb-f360-4859-a21a-833f72764a74" providerId="ADAL" clId="{F8060359-7CB0-4CFA-8452-FFE64AEC2193}" dt="2026-10-05T11:09:40.505" v="26227" actId="478"/>
        <pc:sldMkLst>
          <pc:docMk/>
          <pc:sldMk cId="970742421" sldId="742"/>
        </pc:sldMkLst>
      </pc:sldChg>
      <pc:sldChg chg="delSp modSp add mod modAnim">
        <pc:chgData name="Stephen Millmore" userId="7b2404fb-f360-4859-a21a-833f72764a74" providerId="ADAL" clId="{F8060359-7CB0-4CFA-8452-FFE64AEC2193}" dt="2026-10-05T11:28:14.172" v="26757" actId="1076"/>
        <pc:sldMkLst>
          <pc:docMk/>
          <pc:sldMk cId="2417274318" sldId="748"/>
        </pc:sldMkLst>
        <pc:spChg chg="mod">
          <ac:chgData name="Stephen Millmore" userId="7b2404fb-f360-4859-a21a-833f72764a74" providerId="ADAL" clId="{F8060359-7CB0-4CFA-8452-FFE64AEC2193}" dt="2026-10-05T11:27:10.401" v="26742" actId="27636"/>
          <ac:spMkLst>
            <pc:docMk/>
            <pc:sldMk cId="2417274318" sldId="748"/>
            <ac:spMk id="2" creationId="{1FAFF8A4-21C1-D062-B598-D86436C47F3F}"/>
          </ac:spMkLst>
        </pc:spChg>
        <pc:picChg chg="mod">
          <ac:chgData name="Stephen Millmore" userId="7b2404fb-f360-4859-a21a-833f72764a74" providerId="ADAL" clId="{F8060359-7CB0-4CFA-8452-FFE64AEC2193}" dt="2026-10-05T11:28:14.172" v="26757" actId="1076"/>
          <ac:picMkLst>
            <pc:docMk/>
            <pc:sldMk cId="2417274318" sldId="748"/>
            <ac:picMk id="10" creationId="{687A69CB-26C8-30BF-1AC9-BBDAC836234C}"/>
          </ac:picMkLst>
        </pc:picChg>
      </pc:sldChg>
      <pc:sldChg chg="delSp modSp add mod">
        <pc:chgData name="Stephen Millmore" userId="7b2404fb-f360-4859-a21a-833f72764a74" providerId="ADAL" clId="{F8060359-7CB0-4CFA-8452-FFE64AEC2193}" dt="2026-10-05T11:28:10.642" v="26755" actId="1076"/>
        <pc:sldMkLst>
          <pc:docMk/>
          <pc:sldMk cId="1981577216" sldId="749"/>
        </pc:sldMkLst>
        <pc:picChg chg="mod">
          <ac:chgData name="Stephen Millmore" userId="7b2404fb-f360-4859-a21a-833f72764a74" providerId="ADAL" clId="{F8060359-7CB0-4CFA-8452-FFE64AEC2193}" dt="2026-10-05T11:28:10.642" v="26755" actId="1076"/>
          <ac:picMkLst>
            <pc:docMk/>
            <pc:sldMk cId="1981577216" sldId="749"/>
            <ac:picMk id="10" creationId="{ED0BB8CE-569C-C365-7197-C0178B44C843}"/>
          </ac:picMkLst>
        </pc:picChg>
      </pc:sldChg>
      <pc:sldChg chg="delSp modSp add mod">
        <pc:chgData name="Stephen Millmore" userId="7b2404fb-f360-4859-a21a-833f72764a74" providerId="ADAL" clId="{F8060359-7CB0-4CFA-8452-FFE64AEC2193}" dt="2026-10-05T11:28:07.990" v="26754" actId="1076"/>
        <pc:sldMkLst>
          <pc:docMk/>
          <pc:sldMk cId="1572125261" sldId="750"/>
        </pc:sldMkLst>
        <pc:picChg chg="mod">
          <ac:chgData name="Stephen Millmore" userId="7b2404fb-f360-4859-a21a-833f72764a74" providerId="ADAL" clId="{F8060359-7CB0-4CFA-8452-FFE64AEC2193}" dt="2026-10-05T11:28:07.990" v="26754" actId="1076"/>
          <ac:picMkLst>
            <pc:docMk/>
            <pc:sldMk cId="1572125261" sldId="750"/>
            <ac:picMk id="10" creationId="{C319FC6B-3976-0600-D360-4BD3A9B5EDDF}"/>
          </ac:picMkLst>
        </pc:picChg>
      </pc:sldChg>
      <pc:sldChg chg="delSp modSp add mod">
        <pc:chgData name="Stephen Millmore" userId="7b2404fb-f360-4859-a21a-833f72764a74" providerId="ADAL" clId="{F8060359-7CB0-4CFA-8452-FFE64AEC2193}" dt="2026-10-05T11:28:12.489" v="26756" actId="1076"/>
        <pc:sldMkLst>
          <pc:docMk/>
          <pc:sldMk cId="2240922086" sldId="751"/>
        </pc:sldMkLst>
        <pc:spChg chg="mod">
          <ac:chgData name="Stephen Millmore" userId="7b2404fb-f360-4859-a21a-833f72764a74" providerId="ADAL" clId="{F8060359-7CB0-4CFA-8452-FFE64AEC2193}" dt="2026-10-05T11:27:54.549" v="26753" actId="20577"/>
          <ac:spMkLst>
            <pc:docMk/>
            <pc:sldMk cId="2240922086" sldId="751"/>
            <ac:spMk id="2" creationId="{DDD8A345-4854-3ECF-516E-064B7D2EF79B}"/>
          </ac:spMkLst>
        </pc:spChg>
        <pc:picChg chg="mod">
          <ac:chgData name="Stephen Millmore" userId="7b2404fb-f360-4859-a21a-833f72764a74" providerId="ADAL" clId="{F8060359-7CB0-4CFA-8452-FFE64AEC2193}" dt="2026-10-05T11:28:12.489" v="26756" actId="1076"/>
          <ac:picMkLst>
            <pc:docMk/>
            <pc:sldMk cId="2240922086" sldId="751"/>
            <ac:picMk id="10" creationId="{47CE2975-7BD0-82F6-FC12-D9B4E0E60FA6}"/>
          </ac:picMkLst>
        </pc:picChg>
      </pc:sldChg>
      <pc:sldChg chg="delSp add mod">
        <pc:chgData name="Stephen Millmore" userId="7b2404fb-f360-4859-a21a-833f72764a74" providerId="ADAL" clId="{F8060359-7CB0-4CFA-8452-FFE64AEC2193}" dt="2026-10-05T11:33:19.933" v="26819" actId="478"/>
        <pc:sldMkLst>
          <pc:docMk/>
          <pc:sldMk cId="805453848" sldId="754"/>
        </pc:sldMkLst>
      </pc:sldChg>
      <pc:sldChg chg="delSp add mod">
        <pc:chgData name="Stephen Millmore" userId="7b2404fb-f360-4859-a21a-833f72764a74" providerId="ADAL" clId="{F8060359-7CB0-4CFA-8452-FFE64AEC2193}" dt="2026-10-05T11:33:21.871" v="26821" actId="478"/>
        <pc:sldMkLst>
          <pc:docMk/>
          <pc:sldMk cId="1140702156" sldId="755"/>
        </pc:sldMkLst>
      </pc:sldChg>
      <pc:sldChg chg="delSp add mod">
        <pc:chgData name="Stephen Millmore" userId="7b2404fb-f360-4859-a21a-833f72764a74" providerId="ADAL" clId="{F8060359-7CB0-4CFA-8452-FFE64AEC2193}" dt="2026-10-05T11:37:17.676" v="26841" actId="478"/>
        <pc:sldMkLst>
          <pc:docMk/>
          <pc:sldMk cId="3913777475" sldId="756"/>
        </pc:sldMkLst>
      </pc:sldChg>
      <pc:sldChg chg="delSp add mod">
        <pc:chgData name="Stephen Millmore" userId="7b2404fb-f360-4859-a21a-833f72764a74" providerId="ADAL" clId="{F8060359-7CB0-4CFA-8452-FFE64AEC2193}" dt="2026-10-05T11:33:20.979" v="26820" actId="478"/>
        <pc:sldMkLst>
          <pc:docMk/>
          <pc:sldMk cId="1986389886" sldId="759"/>
        </pc:sldMkLst>
      </pc:sldChg>
      <pc:sldChg chg="delSp add mod">
        <pc:chgData name="Stephen Millmore" userId="7b2404fb-f360-4859-a21a-833f72764a74" providerId="ADAL" clId="{F8060359-7CB0-4CFA-8452-FFE64AEC2193}" dt="2026-10-05T11:34:19.789" v="26824" actId="478"/>
        <pc:sldMkLst>
          <pc:docMk/>
          <pc:sldMk cId="2604674737" sldId="760"/>
        </pc:sldMkLst>
      </pc:sldChg>
      <pc:sldChg chg="delSp add mod">
        <pc:chgData name="Stephen Millmore" userId="7b2404fb-f360-4859-a21a-833f72764a74" providerId="ADAL" clId="{F8060359-7CB0-4CFA-8452-FFE64AEC2193}" dt="2026-10-05T11:35:13.036" v="26827" actId="478"/>
        <pc:sldMkLst>
          <pc:docMk/>
          <pc:sldMk cId="71435325" sldId="761"/>
        </pc:sldMkLst>
      </pc:sldChg>
      <pc:sldChg chg="delSp add mod">
        <pc:chgData name="Stephen Millmore" userId="7b2404fb-f360-4859-a21a-833f72764a74" providerId="ADAL" clId="{F8060359-7CB0-4CFA-8452-FFE64AEC2193}" dt="2026-10-05T11:35:38.845" v="26830" actId="478"/>
        <pc:sldMkLst>
          <pc:docMk/>
          <pc:sldMk cId="1910557845" sldId="762"/>
        </pc:sldMkLst>
      </pc:sldChg>
      <pc:sldChg chg="delSp modSp add mod">
        <pc:chgData name="Stephen Millmore" userId="7b2404fb-f360-4859-a21a-833f72764a74" providerId="ADAL" clId="{F8060359-7CB0-4CFA-8452-FFE64AEC2193}" dt="2026-10-05T11:37:38.304" v="26858" actId="20577"/>
        <pc:sldMkLst>
          <pc:docMk/>
          <pc:sldMk cId="19001870" sldId="764"/>
        </pc:sldMkLst>
        <pc:spChg chg="mod">
          <ac:chgData name="Stephen Millmore" userId="7b2404fb-f360-4859-a21a-833f72764a74" providerId="ADAL" clId="{F8060359-7CB0-4CFA-8452-FFE64AEC2193}" dt="2026-10-05T11:37:38.304" v="26858" actId="20577"/>
          <ac:spMkLst>
            <pc:docMk/>
            <pc:sldMk cId="19001870" sldId="764"/>
            <ac:spMk id="2" creationId="{D448C577-E468-E9D4-2F4A-90121442D191}"/>
          </ac:spMkLst>
        </pc:spChg>
      </pc:sldChg>
      <pc:sldChg chg="delSp add mod">
        <pc:chgData name="Stephen Millmore" userId="7b2404fb-f360-4859-a21a-833f72764a74" providerId="ADAL" clId="{F8060359-7CB0-4CFA-8452-FFE64AEC2193}" dt="2026-10-05T11:37:19.461" v="26843" actId="478"/>
        <pc:sldMkLst>
          <pc:docMk/>
          <pc:sldMk cId="3446160936" sldId="765"/>
        </pc:sldMkLst>
      </pc:sldChg>
      <pc:sldChg chg="delSp add mod">
        <pc:chgData name="Stephen Millmore" userId="7b2404fb-f360-4859-a21a-833f72764a74" providerId="ADAL" clId="{F8060359-7CB0-4CFA-8452-FFE64AEC2193}" dt="2026-10-05T11:37:20.479" v="26844" actId="478"/>
        <pc:sldMkLst>
          <pc:docMk/>
          <pc:sldMk cId="2639040403" sldId="766"/>
        </pc:sldMkLst>
      </pc:sldChg>
      <pc:sldChg chg="delSp add mod">
        <pc:chgData name="Stephen Millmore" userId="7b2404fb-f360-4859-a21a-833f72764a74" providerId="ADAL" clId="{F8060359-7CB0-4CFA-8452-FFE64AEC2193}" dt="2026-10-05T11:09:08.754" v="26217" actId="478"/>
        <pc:sldMkLst>
          <pc:docMk/>
          <pc:sldMk cId="934723564" sldId="880"/>
        </pc:sldMkLst>
      </pc:sldChg>
      <pc:sldChg chg="delSp modSp add mod modAnim">
        <pc:chgData name="Stephen Millmore" userId="7b2404fb-f360-4859-a21a-833f72764a74" providerId="ADAL" clId="{F8060359-7CB0-4CFA-8452-FFE64AEC2193}" dt="2026-10-05T10:36:18.409" v="25458" actId="1035"/>
        <pc:sldMkLst>
          <pc:docMk/>
          <pc:sldMk cId="2442882974" sldId="983"/>
        </pc:sldMkLst>
        <pc:spChg chg="mod">
          <ac:chgData name="Stephen Millmore" userId="7b2404fb-f360-4859-a21a-833f72764a74" providerId="ADAL" clId="{F8060359-7CB0-4CFA-8452-FFE64AEC2193}" dt="2026-10-05T10:36:06.236" v="25432" actId="20577"/>
          <ac:spMkLst>
            <pc:docMk/>
            <pc:sldMk cId="2442882974" sldId="983"/>
            <ac:spMk id="679" creationId="{31A0B605-C43D-C796-D0BB-687BF2F39F20}"/>
          </ac:spMkLst>
        </pc:spChg>
        <pc:spChg chg="mod">
          <ac:chgData name="Stephen Millmore" userId="7b2404fb-f360-4859-a21a-833f72764a74" providerId="ADAL" clId="{F8060359-7CB0-4CFA-8452-FFE64AEC2193}" dt="2026-10-05T10:36:18.409" v="25458" actId="1035"/>
          <ac:spMkLst>
            <pc:docMk/>
            <pc:sldMk cId="2442882974" sldId="983"/>
            <ac:spMk id="680" creationId="{A8364AAE-80D5-3760-A545-A55DE70CEDC7}"/>
          </ac:spMkLst>
        </pc:spChg>
        <pc:spChg chg="mod">
          <ac:chgData name="Stephen Millmore" userId="7b2404fb-f360-4859-a21a-833f72764a74" providerId="ADAL" clId="{F8060359-7CB0-4CFA-8452-FFE64AEC2193}" dt="2026-10-05T10:36:18.409" v="25458" actId="1035"/>
          <ac:spMkLst>
            <pc:docMk/>
            <pc:sldMk cId="2442882974" sldId="983"/>
            <ac:spMk id="681" creationId="{DCCC3801-FAC8-11E7-B1C8-AC049179D0E0}"/>
          </ac:spMkLst>
        </pc:spChg>
        <pc:spChg chg="mod">
          <ac:chgData name="Stephen Millmore" userId="7b2404fb-f360-4859-a21a-833f72764a74" providerId="ADAL" clId="{F8060359-7CB0-4CFA-8452-FFE64AEC2193}" dt="2026-10-05T10:36:12.342" v="25448" actId="1035"/>
          <ac:spMkLst>
            <pc:docMk/>
            <pc:sldMk cId="2442882974" sldId="983"/>
            <ac:spMk id="682" creationId="{3096E449-44CC-8D8D-1639-472351690E3D}"/>
          </ac:spMkLst>
        </pc:spChg>
        <pc:spChg chg="mod">
          <ac:chgData name="Stephen Millmore" userId="7b2404fb-f360-4859-a21a-833f72764a74" providerId="ADAL" clId="{F8060359-7CB0-4CFA-8452-FFE64AEC2193}" dt="2026-10-05T10:36:12.342" v="25448" actId="1035"/>
          <ac:spMkLst>
            <pc:docMk/>
            <pc:sldMk cId="2442882974" sldId="983"/>
            <ac:spMk id="683" creationId="{DF8308F0-3AF4-769D-38DA-77A340337643}"/>
          </ac:spMkLst>
        </pc:spChg>
      </pc:sldChg>
    </pc:docChg>
  </pc:docChgLst>
  <pc:docChgLst>
    <pc:chgData name="Stephen Millmore" userId="7b2404fb-f360-4859-a21a-833f72764a74" providerId="ADAL" clId="{81ACD43F-62AC-445E-9ACE-F10791BBB929}"/>
    <pc:docChg chg="custSel addSld delSld modSld">
      <pc:chgData name="Stephen Millmore" userId="7b2404fb-f360-4859-a21a-833f72764a74" providerId="ADAL" clId="{81ACD43F-62AC-445E-9ACE-F10791BBB929}" dt="2026-10-07T14:29:27.334" v="361" actId="27636"/>
      <pc:docMkLst>
        <pc:docMk/>
      </pc:docMkLst>
      <pc:sldChg chg="del">
        <pc:chgData name="Stephen Millmore" userId="7b2404fb-f360-4859-a21a-833f72764a74" providerId="ADAL" clId="{81ACD43F-62AC-445E-9ACE-F10791BBB929}" dt="2026-10-07T09:20:11.122" v="2"/>
        <pc:sldMkLst>
          <pc:docMk/>
          <pc:sldMk cId="0" sldId="257"/>
        </pc:sldMkLst>
      </pc:sldChg>
      <pc:sldChg chg="del">
        <pc:chgData name="Stephen Millmore" userId="7b2404fb-f360-4859-a21a-833f72764a74" providerId="ADAL" clId="{81ACD43F-62AC-445E-9ACE-F10791BBB929}" dt="2026-10-07T09:20:32.174" v="4"/>
        <pc:sldMkLst>
          <pc:docMk/>
          <pc:sldMk cId="0" sldId="259"/>
        </pc:sldMkLst>
      </pc:sldChg>
      <pc:sldChg chg="del">
        <pc:chgData name="Stephen Millmore" userId="7b2404fb-f360-4859-a21a-833f72764a74" providerId="ADAL" clId="{81ACD43F-62AC-445E-9ACE-F10791BBB929}" dt="2026-10-07T09:20:45.013" v="6"/>
        <pc:sldMkLst>
          <pc:docMk/>
          <pc:sldMk cId="0" sldId="260"/>
        </pc:sldMkLst>
      </pc:sldChg>
      <pc:sldChg chg="modAnim">
        <pc:chgData name="Stephen Millmore" userId="7b2404fb-f360-4859-a21a-833f72764a74" providerId="ADAL" clId="{81ACD43F-62AC-445E-9ACE-F10791BBB929}" dt="2026-10-07T09:25:38.352" v="36"/>
        <pc:sldMkLst>
          <pc:docMk/>
          <pc:sldMk cId="0" sldId="263"/>
        </pc:sldMkLst>
      </pc:sldChg>
      <pc:sldChg chg="del">
        <pc:chgData name="Stephen Millmore" userId="7b2404fb-f360-4859-a21a-833f72764a74" providerId="ADAL" clId="{81ACD43F-62AC-445E-9ACE-F10791BBB929}" dt="2026-10-07T09:21:01.038" v="8"/>
        <pc:sldMkLst>
          <pc:docMk/>
          <pc:sldMk cId="0" sldId="264"/>
        </pc:sldMkLst>
      </pc:sldChg>
      <pc:sldChg chg="modSp mod modAnim">
        <pc:chgData name="Stephen Millmore" userId="7b2404fb-f360-4859-a21a-833f72764a74" providerId="ADAL" clId="{81ACD43F-62AC-445E-9ACE-F10791BBB929}" dt="2026-10-07T09:30:33.957" v="122"/>
        <pc:sldMkLst>
          <pc:docMk/>
          <pc:sldMk cId="0" sldId="269"/>
        </pc:sldMkLst>
        <pc:spChg chg="mod">
          <ac:chgData name="Stephen Millmore" userId="7b2404fb-f360-4859-a21a-833f72764a74" providerId="ADAL" clId="{81ACD43F-62AC-445E-9ACE-F10791BBB929}" dt="2026-10-06T13:41:20.754" v="0" actId="27636"/>
          <ac:spMkLst>
            <pc:docMk/>
            <pc:sldMk cId="0" sldId="269"/>
            <ac:spMk id="10" creationId="{6D3D3B4E-984F-C2B6-E394-1166F5440A89}"/>
          </ac:spMkLst>
        </pc:spChg>
      </pc:sldChg>
      <pc:sldChg chg="modSp mod">
        <pc:chgData name="Stephen Millmore" userId="7b2404fb-f360-4859-a21a-833f72764a74" providerId="ADAL" clId="{81ACD43F-62AC-445E-9ACE-F10791BBB929}" dt="2026-10-07T09:31:21.588" v="126"/>
        <pc:sldMkLst>
          <pc:docMk/>
          <pc:sldMk cId="0" sldId="273"/>
        </pc:sldMkLst>
        <pc:spChg chg="mod">
          <ac:chgData name="Stephen Millmore" userId="7b2404fb-f360-4859-a21a-833f72764a74" providerId="ADAL" clId="{81ACD43F-62AC-445E-9ACE-F10791BBB929}" dt="2026-10-07T09:31:21.588" v="126"/>
          <ac:spMkLst>
            <pc:docMk/>
            <pc:sldMk cId="0" sldId="273"/>
            <ac:spMk id="9" creationId="{11F1E6D3-DDE6-2BA2-F945-86ED0B252B3F}"/>
          </ac:spMkLst>
        </pc:spChg>
      </pc:sldChg>
      <pc:sldChg chg="del">
        <pc:chgData name="Stephen Millmore" userId="7b2404fb-f360-4859-a21a-833f72764a74" providerId="ADAL" clId="{81ACD43F-62AC-445E-9ACE-F10791BBB929}" dt="2026-10-07T09:21:13.391" v="10"/>
        <pc:sldMkLst>
          <pc:docMk/>
          <pc:sldMk cId="0" sldId="274"/>
        </pc:sldMkLst>
      </pc:sldChg>
      <pc:sldChg chg="del">
        <pc:chgData name="Stephen Millmore" userId="7b2404fb-f360-4859-a21a-833f72764a74" providerId="ADAL" clId="{81ACD43F-62AC-445E-9ACE-F10791BBB929}" dt="2026-10-07T09:21:25.966" v="12"/>
        <pc:sldMkLst>
          <pc:docMk/>
          <pc:sldMk cId="0" sldId="276"/>
        </pc:sldMkLst>
      </pc:sldChg>
      <pc:sldChg chg="del">
        <pc:chgData name="Stephen Millmore" userId="7b2404fb-f360-4859-a21a-833f72764a74" providerId="ADAL" clId="{81ACD43F-62AC-445E-9ACE-F10791BBB929}" dt="2026-10-07T09:21:38.483" v="14"/>
        <pc:sldMkLst>
          <pc:docMk/>
          <pc:sldMk cId="0" sldId="277"/>
        </pc:sldMkLst>
      </pc:sldChg>
      <pc:sldChg chg="del">
        <pc:chgData name="Stephen Millmore" userId="7b2404fb-f360-4859-a21a-833f72764a74" providerId="ADAL" clId="{81ACD43F-62AC-445E-9ACE-F10791BBB929}" dt="2026-10-07T09:21:51.110" v="16"/>
        <pc:sldMkLst>
          <pc:docMk/>
          <pc:sldMk cId="0" sldId="278"/>
        </pc:sldMkLst>
      </pc:sldChg>
      <pc:sldChg chg="del">
        <pc:chgData name="Stephen Millmore" userId="7b2404fb-f360-4859-a21a-833f72764a74" providerId="ADAL" clId="{81ACD43F-62AC-445E-9ACE-F10791BBB929}" dt="2026-10-07T09:22:11.048" v="18"/>
        <pc:sldMkLst>
          <pc:docMk/>
          <pc:sldMk cId="0" sldId="280"/>
        </pc:sldMkLst>
      </pc:sldChg>
      <pc:sldChg chg="del">
        <pc:chgData name="Stephen Millmore" userId="7b2404fb-f360-4859-a21a-833f72764a74" providerId="ADAL" clId="{81ACD43F-62AC-445E-9ACE-F10791BBB929}" dt="2026-10-07T09:22:23.885" v="20"/>
        <pc:sldMkLst>
          <pc:docMk/>
          <pc:sldMk cId="0" sldId="281"/>
        </pc:sldMkLst>
      </pc:sldChg>
      <pc:sldChg chg="del">
        <pc:chgData name="Stephen Millmore" userId="7b2404fb-f360-4859-a21a-833f72764a74" providerId="ADAL" clId="{81ACD43F-62AC-445E-9ACE-F10791BBB929}" dt="2026-10-07T09:22:36.237" v="22"/>
        <pc:sldMkLst>
          <pc:docMk/>
          <pc:sldMk cId="0" sldId="282"/>
        </pc:sldMkLst>
      </pc:sldChg>
      <pc:sldChg chg="del">
        <pc:chgData name="Stephen Millmore" userId="7b2404fb-f360-4859-a21a-833f72764a74" providerId="ADAL" clId="{81ACD43F-62AC-445E-9ACE-F10791BBB929}" dt="2026-10-07T09:22:48.720" v="24"/>
        <pc:sldMkLst>
          <pc:docMk/>
          <pc:sldMk cId="0" sldId="283"/>
        </pc:sldMkLst>
      </pc:sldChg>
      <pc:sldChg chg="modSp mod">
        <pc:chgData name="Stephen Millmore" userId="7b2404fb-f360-4859-a21a-833f72764a74" providerId="ADAL" clId="{81ACD43F-62AC-445E-9ACE-F10791BBB929}" dt="2026-10-07T09:39:26.111" v="211" actId="14100"/>
        <pc:sldMkLst>
          <pc:docMk/>
          <pc:sldMk cId="0" sldId="297"/>
        </pc:sldMkLst>
        <pc:cxnChg chg="mod">
          <ac:chgData name="Stephen Millmore" userId="7b2404fb-f360-4859-a21a-833f72764a74" providerId="ADAL" clId="{81ACD43F-62AC-445E-9ACE-F10791BBB929}" dt="2026-10-07T09:39:26.111" v="211" actId="14100"/>
          <ac:cxnSpMkLst>
            <pc:docMk/>
            <pc:sldMk cId="0" sldId="297"/>
            <ac:cxnSpMk id="9" creationId="{63C1BE4D-B138-1867-59E5-EB1340663549}"/>
          </ac:cxnSpMkLst>
        </pc:cxnChg>
      </pc:sldChg>
      <pc:sldChg chg="del">
        <pc:chgData name="Stephen Millmore" userId="7b2404fb-f360-4859-a21a-833f72764a74" providerId="ADAL" clId="{81ACD43F-62AC-445E-9ACE-F10791BBB929}" dt="2026-10-07T09:23:04.624" v="26"/>
        <pc:sldMkLst>
          <pc:docMk/>
          <pc:sldMk cId="0" sldId="303"/>
        </pc:sldMkLst>
      </pc:sldChg>
      <pc:sldChg chg="del">
        <pc:chgData name="Stephen Millmore" userId="7b2404fb-f360-4859-a21a-833f72764a74" providerId="ADAL" clId="{81ACD43F-62AC-445E-9ACE-F10791BBB929}" dt="2026-10-07T09:23:17.345" v="28"/>
        <pc:sldMkLst>
          <pc:docMk/>
          <pc:sldMk cId="0" sldId="304"/>
        </pc:sldMkLst>
      </pc:sldChg>
      <pc:sldChg chg="modSp mod addAnim delAnim modAnim">
        <pc:chgData name="Stephen Millmore" userId="7b2404fb-f360-4859-a21a-833f72764a74" providerId="ADAL" clId="{81ACD43F-62AC-445E-9ACE-F10791BBB929}" dt="2026-10-07T09:42:01.761" v="256"/>
        <pc:sldMkLst>
          <pc:docMk/>
          <pc:sldMk cId="0" sldId="306"/>
        </pc:sldMkLst>
        <pc:spChg chg="mod">
          <ac:chgData name="Stephen Millmore" userId="7b2404fb-f360-4859-a21a-833f72764a74" providerId="ADAL" clId="{81ACD43F-62AC-445E-9ACE-F10791BBB929}" dt="2026-10-07T09:41:54.763" v="255" actId="27636"/>
          <ac:spMkLst>
            <pc:docMk/>
            <pc:sldMk cId="0" sldId="306"/>
            <ac:spMk id="9" creationId="{E9DDE69A-E8CD-60B6-ED13-26FD6947D94F}"/>
          </ac:spMkLst>
        </pc:spChg>
      </pc:sldChg>
      <pc:sldChg chg="del">
        <pc:chgData name="Stephen Millmore" userId="7b2404fb-f360-4859-a21a-833f72764a74" providerId="ADAL" clId="{81ACD43F-62AC-445E-9ACE-F10791BBB929}" dt="2026-10-07T09:23:29.877" v="30"/>
        <pc:sldMkLst>
          <pc:docMk/>
          <pc:sldMk cId="0" sldId="309"/>
        </pc:sldMkLst>
      </pc:sldChg>
      <pc:sldChg chg="delSp modSp mod delAnim modAnim">
        <pc:chgData name="Stephen Millmore" userId="7b2404fb-f360-4859-a21a-833f72764a74" providerId="ADAL" clId="{81ACD43F-62AC-445E-9ACE-F10791BBB929}" dt="2026-10-07T14:25:47.119" v="328" actId="478"/>
        <pc:sldMkLst>
          <pc:docMk/>
          <pc:sldMk cId="0" sldId="310"/>
        </pc:sldMkLst>
        <pc:spChg chg="del">
          <ac:chgData name="Stephen Millmore" userId="7b2404fb-f360-4859-a21a-833f72764a74" providerId="ADAL" clId="{81ACD43F-62AC-445E-9ACE-F10791BBB929}" dt="2026-10-07T14:25:47.119" v="328" actId="478"/>
          <ac:spMkLst>
            <pc:docMk/>
            <pc:sldMk cId="0" sldId="310"/>
            <ac:spMk id="3" creationId="{0E1091AC-7DAF-AA58-1C96-1C80376A2182}"/>
          </ac:spMkLst>
        </pc:spChg>
        <pc:spChg chg="mod">
          <ac:chgData name="Stephen Millmore" userId="7b2404fb-f360-4859-a21a-833f72764a74" providerId="ADAL" clId="{81ACD43F-62AC-445E-9ACE-F10791BBB929}" dt="2026-10-07T14:25:42.800" v="327" actId="6549"/>
          <ac:spMkLst>
            <pc:docMk/>
            <pc:sldMk cId="0" sldId="310"/>
            <ac:spMk id="4" creationId="{00000000-0000-0000-0000-000000000000}"/>
          </ac:spMkLst>
        </pc:spChg>
      </pc:sldChg>
      <pc:sldChg chg="del">
        <pc:chgData name="Stephen Millmore" userId="7b2404fb-f360-4859-a21a-833f72764a74" providerId="ADAL" clId="{81ACD43F-62AC-445E-9ACE-F10791BBB929}" dt="2026-10-07T09:23:42.173" v="32"/>
        <pc:sldMkLst>
          <pc:docMk/>
          <pc:sldMk cId="0" sldId="316"/>
        </pc:sldMkLst>
      </pc:sldChg>
      <pc:sldChg chg="modSp add mod">
        <pc:chgData name="Stephen Millmore" userId="7b2404fb-f360-4859-a21a-833f72764a74" providerId="ADAL" clId="{81ACD43F-62AC-445E-9ACE-F10791BBB929}" dt="2026-10-07T09:26:07.147" v="63" actId="20577"/>
        <pc:sldMkLst>
          <pc:docMk/>
          <pc:sldMk cId="2347553391" sldId="407"/>
        </pc:sldMkLst>
        <pc:spChg chg="mod">
          <ac:chgData name="Stephen Millmore" userId="7b2404fb-f360-4859-a21a-833f72764a74" providerId="ADAL" clId="{81ACD43F-62AC-445E-9ACE-F10791BBB929}" dt="2026-10-07T09:26:07.147" v="63" actId="20577"/>
          <ac:spMkLst>
            <pc:docMk/>
            <pc:sldMk cId="2347553391" sldId="407"/>
            <ac:spMk id="3" creationId="{3FFB0C41-0186-5CDE-A8A2-4429B62842FA}"/>
          </ac:spMkLst>
        </pc:spChg>
      </pc:sldChg>
      <pc:sldChg chg="modAnim">
        <pc:chgData name="Stephen Millmore" userId="7b2404fb-f360-4859-a21a-833f72764a74" providerId="ADAL" clId="{81ACD43F-62AC-445E-9ACE-F10791BBB929}" dt="2026-10-07T09:42:39.201" v="260"/>
        <pc:sldMkLst>
          <pc:docMk/>
          <pc:sldMk cId="2417274318" sldId="748"/>
        </pc:sldMkLst>
      </pc:sldChg>
      <pc:sldChg chg="addAnim delAnim modAnim">
        <pc:chgData name="Stephen Millmore" userId="7b2404fb-f360-4859-a21a-833f72764a74" providerId="ADAL" clId="{81ACD43F-62AC-445E-9ACE-F10791BBB929}" dt="2026-10-07T09:43:34.163" v="266"/>
        <pc:sldMkLst>
          <pc:docMk/>
          <pc:sldMk cId="1981577216" sldId="749"/>
        </pc:sldMkLst>
      </pc:sldChg>
      <pc:sldChg chg="modAnim">
        <pc:chgData name="Stephen Millmore" userId="7b2404fb-f360-4859-a21a-833f72764a74" providerId="ADAL" clId="{81ACD43F-62AC-445E-9ACE-F10791BBB929}" dt="2026-10-07T09:43:39.305" v="267"/>
        <pc:sldMkLst>
          <pc:docMk/>
          <pc:sldMk cId="1572125261" sldId="750"/>
        </pc:sldMkLst>
      </pc:sldChg>
      <pc:sldChg chg="modAnim">
        <pc:chgData name="Stephen Millmore" userId="7b2404fb-f360-4859-a21a-833f72764a74" providerId="ADAL" clId="{81ACD43F-62AC-445E-9ACE-F10791BBB929}" dt="2026-10-07T09:43:04.365" v="263"/>
        <pc:sldMkLst>
          <pc:docMk/>
          <pc:sldMk cId="2240922086" sldId="751"/>
        </pc:sldMkLst>
      </pc:sldChg>
      <pc:sldChg chg="modAnim">
        <pc:chgData name="Stephen Millmore" userId="7b2404fb-f360-4859-a21a-833f72764a74" providerId="ADAL" clId="{81ACD43F-62AC-445E-9ACE-F10791BBB929}" dt="2026-10-07T14:26:12.743" v="330"/>
        <pc:sldMkLst>
          <pc:docMk/>
          <pc:sldMk cId="805453848" sldId="754"/>
        </pc:sldMkLst>
      </pc:sldChg>
      <pc:sldChg chg="modAnim">
        <pc:chgData name="Stephen Millmore" userId="7b2404fb-f360-4859-a21a-833f72764a74" providerId="ADAL" clId="{81ACD43F-62AC-445E-9ACE-F10791BBB929}" dt="2026-10-07T14:26:30.999" v="332"/>
        <pc:sldMkLst>
          <pc:docMk/>
          <pc:sldMk cId="1140702156" sldId="755"/>
        </pc:sldMkLst>
      </pc:sldChg>
      <pc:sldChg chg="modSp modAnim">
        <pc:chgData name="Stephen Millmore" userId="7b2404fb-f360-4859-a21a-833f72764a74" providerId="ADAL" clId="{81ACD43F-62AC-445E-9ACE-F10791BBB929}" dt="2026-10-07T14:29:07.686" v="356" actId="20577"/>
        <pc:sldMkLst>
          <pc:docMk/>
          <pc:sldMk cId="3913777475" sldId="756"/>
        </pc:sldMkLst>
        <pc:spChg chg="mod">
          <ac:chgData name="Stephen Millmore" userId="7b2404fb-f360-4859-a21a-833f72764a74" providerId="ADAL" clId="{81ACD43F-62AC-445E-9ACE-F10791BBB929}" dt="2026-10-07T14:29:07.686" v="356" actId="20577"/>
          <ac:spMkLst>
            <pc:docMk/>
            <pc:sldMk cId="3913777475" sldId="756"/>
            <ac:spMk id="2" creationId="{CC6A5656-2E9A-A67C-BB5A-744B6DC1A675}"/>
          </ac:spMkLst>
        </pc:spChg>
      </pc:sldChg>
      <pc:sldChg chg="modAnim">
        <pc:chgData name="Stephen Millmore" userId="7b2404fb-f360-4859-a21a-833f72764a74" providerId="ADAL" clId="{81ACD43F-62AC-445E-9ACE-F10791BBB929}" dt="2026-10-07T14:26:17.792" v="331"/>
        <pc:sldMkLst>
          <pc:docMk/>
          <pc:sldMk cId="1986389886" sldId="759"/>
        </pc:sldMkLst>
      </pc:sldChg>
      <pc:sldChg chg="modSp">
        <pc:chgData name="Stephen Millmore" userId="7b2404fb-f360-4859-a21a-833f72764a74" providerId="ADAL" clId="{81ACD43F-62AC-445E-9ACE-F10791BBB929}" dt="2026-10-07T14:29:16.843" v="357"/>
        <pc:sldMkLst>
          <pc:docMk/>
          <pc:sldMk cId="19001870" sldId="764"/>
        </pc:sldMkLst>
        <pc:spChg chg="mod">
          <ac:chgData name="Stephen Millmore" userId="7b2404fb-f360-4859-a21a-833f72764a74" providerId="ADAL" clId="{81ACD43F-62AC-445E-9ACE-F10791BBB929}" dt="2026-10-07T14:29:16.843" v="357"/>
          <ac:spMkLst>
            <pc:docMk/>
            <pc:sldMk cId="19001870" sldId="764"/>
            <ac:spMk id="2" creationId="{D448C577-E468-E9D4-2F4A-90121442D191}"/>
          </ac:spMkLst>
        </pc:spChg>
      </pc:sldChg>
      <pc:sldChg chg="modSp mod">
        <pc:chgData name="Stephen Millmore" userId="7b2404fb-f360-4859-a21a-833f72764a74" providerId="ADAL" clId="{81ACD43F-62AC-445E-9ACE-F10791BBB929}" dt="2026-10-07T14:29:22.413" v="359" actId="27636"/>
        <pc:sldMkLst>
          <pc:docMk/>
          <pc:sldMk cId="3446160936" sldId="765"/>
        </pc:sldMkLst>
        <pc:spChg chg="mod">
          <ac:chgData name="Stephen Millmore" userId="7b2404fb-f360-4859-a21a-833f72764a74" providerId="ADAL" clId="{81ACD43F-62AC-445E-9ACE-F10791BBB929}" dt="2026-10-07T14:29:22.413" v="359" actId="27636"/>
          <ac:spMkLst>
            <pc:docMk/>
            <pc:sldMk cId="3446160936" sldId="765"/>
            <ac:spMk id="2" creationId="{FC81CBDB-3B1E-2449-A030-4C1EA407CBD5}"/>
          </ac:spMkLst>
        </pc:spChg>
      </pc:sldChg>
      <pc:sldChg chg="modSp mod">
        <pc:chgData name="Stephen Millmore" userId="7b2404fb-f360-4859-a21a-833f72764a74" providerId="ADAL" clId="{81ACD43F-62AC-445E-9ACE-F10791BBB929}" dt="2026-10-07T14:29:27.334" v="361" actId="27636"/>
        <pc:sldMkLst>
          <pc:docMk/>
          <pc:sldMk cId="2639040403" sldId="766"/>
        </pc:sldMkLst>
        <pc:spChg chg="mod">
          <ac:chgData name="Stephen Millmore" userId="7b2404fb-f360-4859-a21a-833f72764a74" providerId="ADAL" clId="{81ACD43F-62AC-445E-9ACE-F10791BBB929}" dt="2026-10-07T14:29:27.334" v="361" actId="27636"/>
          <ac:spMkLst>
            <pc:docMk/>
            <pc:sldMk cId="2639040403" sldId="766"/>
            <ac:spMk id="2" creationId="{1B1A8DCA-DB47-CDB4-BAE5-81C4B5614851}"/>
          </ac:spMkLst>
        </pc:spChg>
      </pc:sldChg>
      <pc:sldChg chg="add modAnim">
        <pc:chgData name="Stephen Millmore" userId="7b2404fb-f360-4859-a21a-833f72764a74" providerId="ADAL" clId="{81ACD43F-62AC-445E-9ACE-F10791BBB929}" dt="2026-10-07T09:24:32.943" v="33"/>
        <pc:sldMkLst>
          <pc:docMk/>
          <pc:sldMk cId="2015519715" sldId="985"/>
        </pc:sldMkLst>
      </pc:sldChg>
      <pc:sldChg chg="add">
        <pc:chgData name="Stephen Millmore" userId="7b2404fb-f360-4859-a21a-833f72764a74" providerId="ADAL" clId="{81ACD43F-62AC-445E-9ACE-F10791BBB929}" dt="2026-10-07T09:20:32.170" v="3"/>
        <pc:sldMkLst>
          <pc:docMk/>
          <pc:sldMk cId="2511413880" sldId="986"/>
        </pc:sldMkLst>
      </pc:sldChg>
      <pc:sldChg chg="add addAnim delAnim modAnim">
        <pc:chgData name="Stephen Millmore" userId="7b2404fb-f360-4859-a21a-833f72764a74" providerId="ADAL" clId="{81ACD43F-62AC-445E-9ACE-F10791BBB929}" dt="2026-10-07T09:24:52.598" v="35"/>
        <pc:sldMkLst>
          <pc:docMk/>
          <pc:sldMk cId="2415092637" sldId="987"/>
        </pc:sldMkLst>
      </pc:sldChg>
      <pc:sldChg chg="add">
        <pc:chgData name="Stephen Millmore" userId="7b2404fb-f360-4859-a21a-833f72764a74" providerId="ADAL" clId="{81ACD43F-62AC-445E-9ACE-F10791BBB929}" dt="2026-10-07T09:21:00.982" v="7"/>
        <pc:sldMkLst>
          <pc:docMk/>
          <pc:sldMk cId="1933981656" sldId="988"/>
        </pc:sldMkLst>
      </pc:sldChg>
      <pc:sldChg chg="add del">
        <pc:chgData name="Stephen Millmore" userId="7b2404fb-f360-4859-a21a-833f72764a74" providerId="ADAL" clId="{81ACD43F-62AC-445E-9ACE-F10791BBB929}" dt="2026-10-07T09:31:54.521" v="127" actId="2696"/>
        <pc:sldMkLst>
          <pc:docMk/>
          <pc:sldMk cId="3272121819" sldId="989"/>
        </pc:sldMkLst>
      </pc:sldChg>
      <pc:sldChg chg="add addAnim delAnim modAnim">
        <pc:chgData name="Stephen Millmore" userId="7b2404fb-f360-4859-a21a-833f72764a74" providerId="ADAL" clId="{81ACD43F-62AC-445E-9ACE-F10791BBB929}" dt="2026-10-07T09:32:15.582" v="129"/>
        <pc:sldMkLst>
          <pc:docMk/>
          <pc:sldMk cId="748480827" sldId="990"/>
        </pc:sldMkLst>
      </pc:sldChg>
      <pc:sldChg chg="add addAnim delAnim modAnim">
        <pc:chgData name="Stephen Millmore" userId="7b2404fb-f360-4859-a21a-833f72764a74" providerId="ADAL" clId="{81ACD43F-62AC-445E-9ACE-F10791BBB929}" dt="2026-10-07T09:32:31.500" v="132"/>
        <pc:sldMkLst>
          <pc:docMk/>
          <pc:sldMk cId="1867410611" sldId="991"/>
        </pc:sldMkLst>
      </pc:sldChg>
      <pc:sldChg chg="add addAnim delAnim modAnim">
        <pc:chgData name="Stephen Millmore" userId="7b2404fb-f360-4859-a21a-833f72764a74" providerId="ADAL" clId="{81ACD43F-62AC-445E-9ACE-F10791BBB929}" dt="2026-10-07T09:32:43.200" v="135"/>
        <pc:sldMkLst>
          <pc:docMk/>
          <pc:sldMk cId="4017906520" sldId="992"/>
        </pc:sldMkLst>
      </pc:sldChg>
      <pc:sldChg chg="add addAnim delAnim modAnim">
        <pc:chgData name="Stephen Millmore" userId="7b2404fb-f360-4859-a21a-833f72764a74" providerId="ADAL" clId="{81ACD43F-62AC-445E-9ACE-F10791BBB929}" dt="2026-10-07T09:33:23.627" v="138"/>
        <pc:sldMkLst>
          <pc:docMk/>
          <pc:sldMk cId="2914528806" sldId="993"/>
        </pc:sldMkLst>
      </pc:sldChg>
      <pc:sldChg chg="add addAnim delAnim modAnim">
        <pc:chgData name="Stephen Millmore" userId="7b2404fb-f360-4859-a21a-833f72764a74" providerId="ADAL" clId="{81ACD43F-62AC-445E-9ACE-F10791BBB929}" dt="2026-10-07T09:33:42.435" v="141"/>
        <pc:sldMkLst>
          <pc:docMk/>
          <pc:sldMk cId="3704139574" sldId="994"/>
        </pc:sldMkLst>
      </pc:sldChg>
      <pc:sldChg chg="add addAnim delAnim modAnim">
        <pc:chgData name="Stephen Millmore" userId="7b2404fb-f360-4859-a21a-833f72764a74" providerId="ADAL" clId="{81ACD43F-62AC-445E-9ACE-F10791BBB929}" dt="2026-10-07T09:34:55.291" v="184"/>
        <pc:sldMkLst>
          <pc:docMk/>
          <pc:sldMk cId="328615716" sldId="995"/>
        </pc:sldMkLst>
      </pc:sldChg>
      <pc:sldChg chg="add">
        <pc:chgData name="Stephen Millmore" userId="7b2404fb-f360-4859-a21a-833f72764a74" providerId="ADAL" clId="{81ACD43F-62AC-445E-9ACE-F10791BBB929}" dt="2026-10-07T09:22:48.718" v="23"/>
        <pc:sldMkLst>
          <pc:docMk/>
          <pc:sldMk cId="694766218" sldId="996"/>
        </pc:sldMkLst>
      </pc:sldChg>
      <pc:sldChg chg="modSp add mod addAnim delAnim modAnim">
        <pc:chgData name="Stephen Millmore" userId="7b2404fb-f360-4859-a21a-833f72764a74" providerId="ADAL" clId="{81ACD43F-62AC-445E-9ACE-F10791BBB929}" dt="2026-10-07T09:40:38.432" v="230"/>
        <pc:sldMkLst>
          <pc:docMk/>
          <pc:sldMk cId="398606075" sldId="997"/>
        </pc:sldMkLst>
        <pc:picChg chg="mod ord">
          <ac:chgData name="Stephen Millmore" userId="7b2404fb-f360-4859-a21a-833f72764a74" providerId="ADAL" clId="{81ACD43F-62AC-445E-9ACE-F10791BBB929}" dt="2026-10-07T09:40:32.034" v="227" actId="166"/>
          <ac:picMkLst>
            <pc:docMk/>
            <pc:sldMk cId="398606075" sldId="997"/>
            <ac:picMk id="6" creationId="{00000000-0000-0000-0000-000000000000}"/>
          </ac:picMkLst>
        </pc:picChg>
      </pc:sldChg>
      <pc:sldChg chg="add addAnim delAnim modAnim">
        <pc:chgData name="Stephen Millmore" userId="7b2404fb-f360-4859-a21a-833f72764a74" providerId="ADAL" clId="{81ACD43F-62AC-445E-9ACE-F10791BBB929}" dt="2026-10-07T09:40:53.526" v="233"/>
        <pc:sldMkLst>
          <pc:docMk/>
          <pc:sldMk cId="3821757046" sldId="998"/>
        </pc:sldMkLst>
      </pc:sldChg>
      <pc:sldChg chg="add addAnim delAnim modAnim">
        <pc:chgData name="Stephen Millmore" userId="7b2404fb-f360-4859-a21a-833f72764a74" providerId="ADAL" clId="{81ACD43F-62AC-445E-9ACE-F10791BBB929}" dt="2026-10-07T09:44:59.852" v="288"/>
        <pc:sldMkLst>
          <pc:docMk/>
          <pc:sldMk cId="2153303080" sldId="999"/>
        </pc:sldMkLst>
      </pc:sldChg>
      <pc:sldChg chg="add">
        <pc:chgData name="Stephen Millmore" userId="7b2404fb-f360-4859-a21a-833f72764a74" providerId="ADAL" clId="{81ACD43F-62AC-445E-9ACE-F10791BBB929}" dt="2026-10-07T09:23:42.172" v="31"/>
        <pc:sldMkLst>
          <pc:docMk/>
          <pc:sldMk cId="1579585698" sldId="1000"/>
        </pc:sldMkLst>
      </pc:sldChg>
      <pc:sldChg chg="add">
        <pc:chgData name="Stephen Millmore" userId="7b2404fb-f360-4859-a21a-833f72764a74" providerId="ADAL" clId="{81ACD43F-62AC-445E-9ACE-F10791BBB929}" dt="2026-10-07T09:26:47.204" v="64"/>
        <pc:sldMkLst>
          <pc:docMk/>
          <pc:sldMk cId="1040247910" sldId="1001"/>
        </pc:sldMkLst>
      </pc:sldChg>
      <pc:sldChg chg="modSp add mod">
        <pc:chgData name="Stephen Millmore" userId="7b2404fb-f360-4859-a21a-833f72764a74" providerId="ADAL" clId="{81ACD43F-62AC-445E-9ACE-F10791BBB929}" dt="2026-10-07T09:26:55.821" v="85" actId="20577"/>
        <pc:sldMkLst>
          <pc:docMk/>
          <pc:sldMk cId="3330944157" sldId="1002"/>
        </pc:sldMkLst>
        <pc:spChg chg="mod">
          <ac:chgData name="Stephen Millmore" userId="7b2404fb-f360-4859-a21a-833f72764a74" providerId="ADAL" clId="{81ACD43F-62AC-445E-9ACE-F10791BBB929}" dt="2026-10-07T09:26:55.821" v="85" actId="20577"/>
          <ac:spMkLst>
            <pc:docMk/>
            <pc:sldMk cId="3330944157" sldId="1002"/>
            <ac:spMk id="3" creationId="{1AFC9358-C0D2-AEA8-D8A7-A34DC61FB166}"/>
          </ac:spMkLst>
        </pc:spChg>
      </pc:sldChg>
      <pc:sldChg chg="modSp add mod">
        <pc:chgData name="Stephen Millmore" userId="7b2404fb-f360-4859-a21a-833f72764a74" providerId="ADAL" clId="{81ACD43F-62AC-445E-9ACE-F10791BBB929}" dt="2026-10-07T09:29:28.437" v="103" actId="20577"/>
        <pc:sldMkLst>
          <pc:docMk/>
          <pc:sldMk cId="2793927575" sldId="1003"/>
        </pc:sldMkLst>
        <pc:spChg chg="mod">
          <ac:chgData name="Stephen Millmore" userId="7b2404fb-f360-4859-a21a-833f72764a74" providerId="ADAL" clId="{81ACD43F-62AC-445E-9ACE-F10791BBB929}" dt="2026-10-07T09:29:28.437" v="103" actId="20577"/>
          <ac:spMkLst>
            <pc:docMk/>
            <pc:sldMk cId="2793927575" sldId="1003"/>
            <ac:spMk id="3" creationId="{F36BCBBC-6D79-813B-46D6-CBD3D4E97E97}"/>
          </ac:spMkLst>
        </pc:spChg>
      </pc:sldChg>
      <pc:sldChg chg="modSp add mod">
        <pc:chgData name="Stephen Millmore" userId="7b2404fb-f360-4859-a21a-833f72764a74" providerId="ADAL" clId="{81ACD43F-62AC-445E-9ACE-F10791BBB929}" dt="2026-10-07T09:29:53.996" v="121" actId="20577"/>
        <pc:sldMkLst>
          <pc:docMk/>
          <pc:sldMk cId="3804787351" sldId="1004"/>
        </pc:sldMkLst>
        <pc:spChg chg="mod">
          <ac:chgData name="Stephen Millmore" userId="7b2404fb-f360-4859-a21a-833f72764a74" providerId="ADAL" clId="{81ACD43F-62AC-445E-9ACE-F10791BBB929}" dt="2026-10-07T09:29:53.996" v="121" actId="20577"/>
          <ac:spMkLst>
            <pc:docMk/>
            <pc:sldMk cId="3804787351" sldId="1004"/>
            <ac:spMk id="3" creationId="{E486AFFC-515B-6DC6-694C-E7B81B33B896}"/>
          </ac:spMkLst>
        </pc:spChg>
      </pc:sldChg>
      <pc:sldChg chg="modSp add mod">
        <pc:chgData name="Stephen Millmore" userId="7b2404fb-f360-4859-a21a-833f72764a74" providerId="ADAL" clId="{81ACD43F-62AC-445E-9ACE-F10791BBB929}" dt="2026-10-07T09:34:09.191" v="180" actId="20577"/>
        <pc:sldMkLst>
          <pc:docMk/>
          <pc:sldMk cId="2858780189" sldId="1005"/>
        </pc:sldMkLst>
        <pc:spChg chg="mod">
          <ac:chgData name="Stephen Millmore" userId="7b2404fb-f360-4859-a21a-833f72764a74" providerId="ADAL" clId="{81ACD43F-62AC-445E-9ACE-F10791BBB929}" dt="2026-10-07T09:34:09.191" v="180" actId="20577"/>
          <ac:spMkLst>
            <pc:docMk/>
            <pc:sldMk cId="2858780189" sldId="1005"/>
            <ac:spMk id="3" creationId="{965AF2DE-04D1-F55A-652C-3113BBB870BE}"/>
          </ac:spMkLst>
        </pc:spChg>
      </pc:sldChg>
      <pc:sldChg chg="modSp add mod">
        <pc:chgData name="Stephen Millmore" userId="7b2404fb-f360-4859-a21a-833f72764a74" providerId="ADAL" clId="{81ACD43F-62AC-445E-9ACE-F10791BBB929}" dt="2026-10-07T09:38:56.260" v="210" actId="20577"/>
        <pc:sldMkLst>
          <pc:docMk/>
          <pc:sldMk cId="830879443" sldId="1006"/>
        </pc:sldMkLst>
        <pc:spChg chg="mod">
          <ac:chgData name="Stephen Millmore" userId="7b2404fb-f360-4859-a21a-833f72764a74" providerId="ADAL" clId="{81ACD43F-62AC-445E-9ACE-F10791BBB929}" dt="2026-10-07T09:38:56.260" v="210" actId="20577"/>
          <ac:spMkLst>
            <pc:docMk/>
            <pc:sldMk cId="830879443" sldId="1006"/>
            <ac:spMk id="3" creationId="{F0FAFFF9-A333-92CA-310F-E9E57CF39EE5}"/>
          </ac:spMkLst>
        </pc:spChg>
      </pc:sldChg>
      <pc:sldChg chg="modSp add mod">
        <pc:chgData name="Stephen Millmore" userId="7b2404fb-f360-4859-a21a-833f72764a74" providerId="ADAL" clId="{81ACD43F-62AC-445E-9ACE-F10791BBB929}" dt="2026-10-07T09:39:35.374" v="223" actId="20577"/>
        <pc:sldMkLst>
          <pc:docMk/>
          <pc:sldMk cId="2447373552" sldId="1007"/>
        </pc:sldMkLst>
        <pc:spChg chg="mod">
          <ac:chgData name="Stephen Millmore" userId="7b2404fb-f360-4859-a21a-833f72764a74" providerId="ADAL" clId="{81ACD43F-62AC-445E-9ACE-F10791BBB929}" dt="2026-10-07T09:39:35.374" v="223" actId="20577"/>
          <ac:spMkLst>
            <pc:docMk/>
            <pc:sldMk cId="2447373552" sldId="1007"/>
            <ac:spMk id="3" creationId="{A428E952-7EFE-9987-774C-658FFB757F7C}"/>
          </ac:spMkLst>
        </pc:spChg>
      </pc:sldChg>
      <pc:sldChg chg="add">
        <pc:chgData name="Stephen Millmore" userId="7b2404fb-f360-4859-a21a-833f72764a74" providerId="ADAL" clId="{81ACD43F-62AC-445E-9ACE-F10791BBB929}" dt="2026-10-07T09:39:45.340" v="224"/>
        <pc:sldMkLst>
          <pc:docMk/>
          <pc:sldMk cId="658520871" sldId="1008"/>
        </pc:sldMkLst>
      </pc:sldChg>
      <pc:sldChg chg="modSp add mod">
        <pc:chgData name="Stephen Millmore" userId="7b2404fb-f360-4859-a21a-833f72764a74" providerId="ADAL" clId="{81ACD43F-62AC-445E-9ACE-F10791BBB929}" dt="2026-10-07T09:41:24.870" v="246" actId="20577"/>
        <pc:sldMkLst>
          <pc:docMk/>
          <pc:sldMk cId="654572917" sldId="1009"/>
        </pc:sldMkLst>
        <pc:spChg chg="mod">
          <ac:chgData name="Stephen Millmore" userId="7b2404fb-f360-4859-a21a-833f72764a74" providerId="ADAL" clId="{81ACD43F-62AC-445E-9ACE-F10791BBB929}" dt="2026-10-07T09:41:24.870" v="246" actId="20577"/>
          <ac:spMkLst>
            <pc:docMk/>
            <pc:sldMk cId="654572917" sldId="1009"/>
            <ac:spMk id="3" creationId="{58390549-CCEB-A1DC-5AAB-E87AC4EC1F3D}"/>
          </ac:spMkLst>
        </pc:spChg>
      </pc:sldChg>
      <pc:sldChg chg="add modAnim">
        <pc:chgData name="Stephen Millmore" userId="7b2404fb-f360-4859-a21a-833f72764a74" providerId="ADAL" clId="{81ACD43F-62AC-445E-9ACE-F10791BBB929}" dt="2026-10-07T09:42:12.260" v="257"/>
        <pc:sldMkLst>
          <pc:docMk/>
          <pc:sldMk cId="3594442746" sldId="1010"/>
        </pc:sldMkLst>
      </pc:sldChg>
      <pc:sldChg chg="modSp add mod">
        <pc:chgData name="Stephen Millmore" userId="7b2404fb-f360-4859-a21a-833f72764a74" providerId="ADAL" clId="{81ACD43F-62AC-445E-9ACE-F10791BBB929}" dt="2026-10-07T09:44:21.212" v="282" actId="20577"/>
        <pc:sldMkLst>
          <pc:docMk/>
          <pc:sldMk cId="491245653" sldId="1011"/>
        </pc:sldMkLst>
        <pc:spChg chg="mod">
          <ac:chgData name="Stephen Millmore" userId="7b2404fb-f360-4859-a21a-833f72764a74" providerId="ADAL" clId="{81ACD43F-62AC-445E-9ACE-F10791BBB929}" dt="2026-10-07T09:44:21.212" v="282" actId="20577"/>
          <ac:spMkLst>
            <pc:docMk/>
            <pc:sldMk cId="491245653" sldId="1011"/>
            <ac:spMk id="3" creationId="{9A41ADF6-1782-3631-1A27-C716BAE07134}"/>
          </ac:spMkLst>
        </pc:spChg>
      </pc:sldChg>
      <pc:sldChg chg="add del">
        <pc:chgData name="Stephen Millmore" userId="7b2404fb-f360-4859-a21a-833f72764a74" providerId="ADAL" clId="{81ACD43F-62AC-445E-9ACE-F10791BBB929}" dt="2026-10-07T09:44:00.888" v="269"/>
        <pc:sldMkLst>
          <pc:docMk/>
          <pc:sldMk cId="2061629601" sldId="1011"/>
        </pc:sldMkLst>
      </pc:sldChg>
      <pc:sldChg chg="add">
        <pc:chgData name="Stephen Millmore" userId="7b2404fb-f360-4859-a21a-833f72764a74" providerId="ADAL" clId="{81ACD43F-62AC-445E-9ACE-F10791BBB929}" dt="2026-10-07T09:44:26.567" v="283"/>
        <pc:sldMkLst>
          <pc:docMk/>
          <pc:sldMk cId="1708297277" sldId="1012"/>
        </pc:sldMkLst>
      </pc:sldChg>
      <pc:sldChg chg="add">
        <pc:chgData name="Stephen Millmore" userId="7b2404fb-f360-4859-a21a-833f72764a74" providerId="ADAL" clId="{81ACD43F-62AC-445E-9ACE-F10791BBB929}" dt="2026-10-07T09:44:26.975" v="284"/>
        <pc:sldMkLst>
          <pc:docMk/>
          <pc:sldMk cId="1996950383" sldId="1013"/>
        </pc:sldMkLst>
      </pc:sldChg>
      <pc:sldChg chg="add">
        <pc:chgData name="Stephen Millmore" userId="7b2404fb-f360-4859-a21a-833f72764a74" providerId="ADAL" clId="{81ACD43F-62AC-445E-9ACE-F10791BBB929}" dt="2026-10-07T09:45:06.141" v="289"/>
        <pc:sldMkLst>
          <pc:docMk/>
          <pc:sldMk cId="4137644306" sldId="1014"/>
        </pc:sldMkLst>
      </pc:sldChg>
      <pc:sldChg chg="add">
        <pc:chgData name="Stephen Millmore" userId="7b2404fb-f360-4859-a21a-833f72764a74" providerId="ADAL" clId="{81ACD43F-62AC-445E-9ACE-F10791BBB929}" dt="2026-10-07T09:45:06.647" v="290"/>
        <pc:sldMkLst>
          <pc:docMk/>
          <pc:sldMk cId="3651769366" sldId="1015"/>
        </pc:sldMkLst>
      </pc:sldChg>
      <pc:sldChg chg="add">
        <pc:chgData name="Stephen Millmore" userId="7b2404fb-f360-4859-a21a-833f72764a74" providerId="ADAL" clId="{81ACD43F-62AC-445E-9ACE-F10791BBB929}" dt="2026-10-07T09:45:06.901" v="291"/>
        <pc:sldMkLst>
          <pc:docMk/>
          <pc:sldMk cId="2902480359" sldId="1016"/>
        </pc:sldMkLst>
      </pc:sldChg>
      <pc:sldChg chg="add">
        <pc:chgData name="Stephen Millmore" userId="7b2404fb-f360-4859-a21a-833f72764a74" providerId="ADAL" clId="{81ACD43F-62AC-445E-9ACE-F10791BBB929}" dt="2026-10-07T09:45:09.811" v="292"/>
        <pc:sldMkLst>
          <pc:docMk/>
          <pc:sldMk cId="1485634686" sldId="1017"/>
        </pc:sldMkLst>
      </pc:sldChg>
      <pc:sldChg chg="add modAnim">
        <pc:chgData name="Stephen Millmore" userId="7b2404fb-f360-4859-a21a-833f72764a74" providerId="ADAL" clId="{81ACD43F-62AC-445E-9ACE-F10791BBB929}" dt="2026-10-07T14:26:02.302" v="329"/>
        <pc:sldMkLst>
          <pc:docMk/>
          <pc:sldMk cId="1373293173" sldId="1018"/>
        </pc:sldMkLst>
      </pc:sldChg>
      <pc:sldChg chg="add del">
        <pc:chgData name="Stephen Millmore" userId="7b2404fb-f360-4859-a21a-833f72764a74" providerId="ADAL" clId="{81ACD43F-62AC-445E-9ACE-F10791BBB929}" dt="2026-10-07T14:25:00.392" v="299"/>
        <pc:sldMkLst>
          <pc:docMk/>
          <pc:sldMk cId="458646660" sldId="1019"/>
        </pc:sldMkLst>
      </pc:sldChg>
      <pc:sldChg chg="modSp add mod">
        <pc:chgData name="Stephen Millmore" userId="7b2404fb-f360-4859-a21a-833f72764a74" providerId="ADAL" clId="{81ACD43F-62AC-445E-9ACE-F10791BBB929}" dt="2026-10-07T14:25:35.934" v="325" actId="20577"/>
        <pc:sldMkLst>
          <pc:docMk/>
          <pc:sldMk cId="1112427253" sldId="1019"/>
        </pc:sldMkLst>
        <pc:spChg chg="mod">
          <ac:chgData name="Stephen Millmore" userId="7b2404fb-f360-4859-a21a-833f72764a74" providerId="ADAL" clId="{81ACD43F-62AC-445E-9ACE-F10791BBB929}" dt="2026-10-07T14:25:35.934" v="325" actId="20577"/>
          <ac:spMkLst>
            <pc:docMk/>
            <pc:sldMk cId="1112427253" sldId="1019"/>
            <ac:spMk id="3" creationId="{31139940-0F3E-8702-AAD0-C5E4F54266DE}"/>
          </ac:spMkLst>
        </pc:spChg>
      </pc:sldChg>
      <pc:sldChg chg="add">
        <pc:chgData name="Stephen Millmore" userId="7b2404fb-f360-4859-a21a-833f72764a74" providerId="ADAL" clId="{81ACD43F-62AC-445E-9ACE-F10791BBB929}" dt="2026-10-07T14:25:39.150" v="326"/>
        <pc:sldMkLst>
          <pc:docMk/>
          <pc:sldMk cId="375732380" sldId="1020"/>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09:51.225"/>
    </inkml:context>
    <inkml:brush xml:id="br0">
      <inkml:brushProperty name="width" value="0.1" units="cm"/>
      <inkml:brushProperty name="height" value="0.1" units="cm"/>
      <inkml:brushProperty name="color" value="#5B2D90"/>
    </inkml:brush>
  </inkml:definitions>
  <inkml:trace contextRef="#ctx0" brushRef="#br0">1 104 3441 0 0,'8'-5'31'0'0,"0"0"1"0"0,1 0 0 0 0,-1 1-1 0 0,1 1 1 0 0,0-1 0 0 0,0 1-1 0 0,0 1 1 0 0,1 0 0 0 0,-1 0-1 0 0,1 1 1 0 0,-1 0 0 0 0,1 0-1 0 0,-1 1 1 0 0,13 1 0 0 0,212 1-2201 0 0,-189-4 2106 0 0,62-3-439 0 0,134 12 0 0 0,-160-3 502 0 0,88-7 0 0 0,-156 3 0 0 0,332-22 456 0 0,-240 21-456 0 0,79-6 0 0 0,-51-9 0 0 0,235 4 0 0 0,-194 14 0 0 0,83 5 0 0 0,-180-1 0 0 0,-1-3 0 0 0,93-9 0 0 0,-126 3 0 0 0,0 1 0 0 0,1 2 0 0 0,68 10 0 0 0,-37-3 0 0 0,151-6 0 0 0,-45-3 0 0 0,539 31 0 0 0,-674-27 0 0 0,341 11 0 0 0,-258-11 0 0 0,81-2 0 0 0,133-1 0 0 0,297-44 0 0 0,-106 14 0 0 0,-377 32 0 0 0,166-2 0 0 0,-277-1 0 0 0,77 1 0 0 0,-108 2 0 0 0,1 0 0 0 0,-1 2 0 0 0,0 0 0 0 0,0 0 0 0 0,26 11 0 0 0,-37-13 0 0 0,-2 0 0 0 0,1 0 0 0 0,0 0 0 0 0,-1 1 0 0 0,1-1 0 0 0,-1 0 0 0 0,1 1 0 0 0,-1 0 0 0 0,4 3 0 0 0,-3 1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09:53.989"/>
    </inkml:context>
    <inkml:brush xml:id="br0">
      <inkml:brushProperty name="width" value="0.1" units="cm"/>
      <inkml:brushProperty name="height" value="0.1" units="cm"/>
      <inkml:brushProperty name="color" value="#5B2D90"/>
    </inkml:brush>
  </inkml:definitions>
  <inkml:trace contextRef="#ctx0" brushRef="#br0">0 80 2921 0 0,'750'-4'-410'0'0,"-563"7"282"0"0,48 9-47 0 0,-33-1 75 0 0,91 2-127 0 0,111 2-123 0 0,-79-5 169 0 0,40-1-17 0 0,-160-9 198 0 0,155-4 0 0 0,67-4 0 0 0,-166 5 0 0 0,270-21 0 0 0,-335 13 0 0 0,456-14 0 0 0,-103 2 0 0 0,-357 14 0 0 0,-59 3 0 0 0,448-15 0 0 0,-70 16 0 0 0,524-4 0 0 0,-360 15 0 0 0,-547-3 0 0 0,350 6 0 0 0,-406-10 0 0 0,-24-1 0 0 0,77 8 0 0 0,-116-5 0 0 0,-5 0 0 0 0,0 0 0 0 0,0-1 0 0 0,0 1 0 0 0,0-1 0 0 0,0 0 0 0 0,0 0 0 0 0,5-1 0 0 0,-7-2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00.512"/>
    </inkml:context>
    <inkml:brush xml:id="br0">
      <inkml:brushProperty name="width" value="0.1" units="cm"/>
      <inkml:brushProperty name="height" value="0.1" units="cm"/>
      <inkml:brushProperty name="color" value="#5B2D90"/>
    </inkml:brush>
  </inkml:definitions>
  <inkml:trace contextRef="#ctx0" brushRef="#br0">674 56 3681 0 0,'-6'-6'426'0'0,"0"0"0"0"0,-1 1 0 0 0,0 0 0 0 0,0 1 0 0 0,0-1 0 0 0,0 1 0 0 0,-1 1 0 0 0,1 0 0 0 0,-1 0 0 0 0,0 0-1 0 0,0 1 1 0 0,0 0 0 0 0,-1 0 0 0 0,1 1 0 0 0,0 0 0 0 0,-17 1 0 0 0,16 1-73 0 0,1 1 0 0 0,-1 0-1 0 0,1 1 1 0 0,-16 7-1 0 0,1-1-36 0 0,-96 37 389 0 0,99-37-691 0 0,1 1 1 0 0,0 1-1 0 0,-32 25 0 0 0,27-16-22 0 0,1 0 1 0 0,1 2-1 0 0,1 1 0 0 0,1 0 0 0 0,-19 30 1 0 0,29-38 131 0 0,1 1-1 0 0,0 1 1 0 0,1 0 0 0 0,1 0 0 0 0,1 0 0 0 0,1 1 0 0 0,0 0 0 0 0,1 0-1 0 0,-3 35 1 0 0,6-31 154 0 0,0 1 0 0 0,2-1 0 0 0,1 0 0 0 0,5 25 0 0 0,-3-31-105 0 0,0-1-1 0 0,1 1 1 0 0,0-1 0 0 0,2 0 0 0 0,0-1 0 0 0,13 21-1 0 0,116 150 465 0 0,-105-146-640 0 0,-25-33 4 0 0,0 0 0 0 0,0 0 0 0 0,1 0 0 0 0,-1-1 0 0 0,1 1 0 0 0,1-2 0 0 0,-1 1 0 0 0,1-1 0 0 0,-1 0 0 0 0,13 3 0 0 0,1 0 17 0 0,1 0-1 0 0,39 5 1 0 0,-38-9-89 0 0,0-1 0 0 0,1-2 0 0 0,-1 0 1 0 0,0-1-1 0 0,1-1 0 0 0,-1-1 0 0 0,0-1 0 0 0,0-1 1 0 0,26-10-1 0 0,-32 9-180 0 0,-1-1 0 0 0,0-1 1 0 0,0 0-1 0 0,-1-1 1 0 0,0 0-1 0 0,-1-1 0 0 0,0-1 1 0 0,0 0-1 0 0,-1-1 1 0 0,-1-1-1 0 0,0 0 0 0 0,19-26 1 0 0,-25 29 218 0 0,0 0 1 0 0,-1 0-1 0 0,-1 0 0 0 0,1 0 1 0 0,-2-1-1 0 0,1 0 1 0 0,-2 1-1 0 0,1-1 0 0 0,0-13 1 0 0,-2 9-69 0 0,-1-1 0 0 0,0 1 0 0 0,-1-1-1 0 0,-1 1 1 0 0,-6-28 0 0 0,-1 13-107 0 0,0 1 1 0 0,-16-31-1 0 0,-31-51-170 0 0,40 79 352 0 0,-3-3-53 0 0,-26-39 1 0 0,33 57 12 0 0,-1 1 1 0 0,0 1 0 0 0,-1 0 0 0 0,-19-15 0 0 0,-13-5-1195 0 0,32 26 657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02.202"/>
    </inkml:context>
    <inkml:brush xml:id="br0">
      <inkml:brushProperty name="width" value="0.1" units="cm"/>
      <inkml:brushProperty name="height" value="0.1" units="cm"/>
      <inkml:brushProperty name="color" value="#5B2D90"/>
    </inkml:brush>
  </inkml:definitions>
  <inkml:trace contextRef="#ctx0" brushRef="#br0">28 1458 2761 0 0,'-3'-3'208'0'0,"0"-1"1"0"0,0 0 0 0 0,1 0 0 0 0,0 0 0 0 0,-1 0 0 0 0,1 0 0 0 0,0-1-1 0 0,1 1 1 0 0,-1-1 0 0 0,1 1 0 0 0,0-1 0 0 0,0 0 0 0 0,1 1 0 0 0,-1-1 0 0 0,1 0-1 0 0,0 0 1 0 0,1-5 0 0 0,0-8 306 0 0,2 0 0 0 0,0 0 0 0 0,7-19 1 0 0,7-18 382 0 0,3 2 1 0 0,2 0 0 0 0,3 1-1 0 0,45-73 1 0 0,148-179 405 0 0,70-26-1336 0 0,-195 238-1216 0 0,144-108 1 0 0,-212 181 422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08.786"/>
    </inkml:context>
    <inkml:brush xml:id="br0">
      <inkml:brushProperty name="width" value="0.1" units="cm"/>
      <inkml:brushProperty name="height" value="0.1" units="cm"/>
      <inkml:brushProperty name="color" value="#5B2D90"/>
    </inkml:brush>
  </inkml:definitions>
  <inkml:trace contextRef="#ctx0" brushRef="#br0">251 68 4145 0 0,'-1'-3'328'0'0,"0"-1"0"0"0,1 1 0 0 0,-1-1 0 0 0,-1 1 0 0 0,1-1 0 0 0,0 1 0 0 0,-1 0 0 0 0,0 0 1 0 0,0 0-1 0 0,0 0 0 0 0,0 0 0 0 0,0 0 0 0 0,0 0 0 0 0,-1 1 0 0 0,1-1 0 0 0,-1 1 0 0 0,0-1 0 0 0,0 1 0 0 0,0 0 0 0 0,0 0 0 0 0,0 1 0 0 0,-4-3 0 0 0,2 4-50 0 0,0-1 0 0 0,1 1 0 0 0,-1 0-1 0 0,0 0 1 0 0,0 0 0 0 0,1 0 0 0 0,-1 1-1 0 0,0 0 1 0 0,1 0 0 0 0,-1 0 0 0 0,1 1-1 0 0,-8 2 1 0 0,3 1 131 0 0,-1-1-1 0 0,1 2 1 0 0,0-1-1 0 0,-14 11 1 0 0,17-10-275 0 0,0-1 1 0 0,0 1-1 0 0,0 1 1 0 0,1-1-1 0 0,0 1 1 0 0,0 0 0 0 0,0 0-1 0 0,1 0 1 0 0,0 0-1 0 0,1 1 1 0 0,0 0-1 0 0,0 0 1 0 0,0 0-1 0 0,1 0 1 0 0,0 0 0 0 0,1 0-1 0 0,0 1 1 0 0,0 11-1 0 0,1-18-120 0 0,0 0-1 0 0,1 1 1 0 0,-1-1-1 0 0,1 0 1 0 0,-1 0-1 0 0,1 1 1 0 0,0-1-1 0 0,0 0 1 0 0,0 0-1 0 0,0 0 1 0 0,0 0-1 0 0,1 0 1 0 0,-1 0-1 0 0,1 0 1 0 0,2 2-1 0 0,-1-1 0 0 0,1 0-1 0 0,-1-1 1 0 0,0 0 0 0 0,1 0 0 0 0,0 0-1 0 0,0 0 1 0 0,0 0 0 0 0,4 1 0 0 0,1-1-73 0 0,0 0 1 0 0,1 0-1 0 0,-1-1 1 0 0,0 0-1 0 0,0 0 1 0 0,1-1-1 0 0,10-2 1 0 0,-12 1-175 0 0,0-1 1 0 0,0 0 0 0 0,-1 0-1 0 0,1-1 1 0 0,-1 0-1 0 0,1 0 1 0 0,-1 0 0 0 0,0-1-1 0 0,0-1 1 0 0,-1 1-1 0 0,9-8 1 0 0,-10 7-105 0 0,1 0 1 0 0,-2 0-1 0 0,1 0 1 0 0,-1 0-1 0 0,0-1 1 0 0,0 0-1 0 0,0 0 0 0 0,-1 0 1 0 0,0 0-1 0 0,0-1 1 0 0,0 1-1 0 0,-1-1 1 0 0,2-8-1 0 0,-3 8 33 0 0,0 0 1 0 0,-1 0-1 0 0,0 0 0 0 0,0 0 1 0 0,-2-9-1 0 0,2 13 508 0 0,-1 0-1 0 0,1 0 0 0 0,-1 0 0 0 0,0-1 1 0 0,0 1-1 0 0,-1 0 0 0 0,-2-4 1 0 0,4 29 4941 0 0,-1 1-4039 0 0,1-15-792 0 0,1 0-1 0 0,1 1 1 0 0,-1-1 0 0 0,1 0 0 0 0,1 0-1 0 0,4 11 1 0 0,0 0-134 0 0,0 1-1317 0 0,12 21-1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09.184"/>
    </inkml:context>
    <inkml:brush xml:id="br0">
      <inkml:brushProperty name="width" value="0.1" units="cm"/>
      <inkml:brushProperty name="height" value="0.1" units="cm"/>
      <inkml:brushProperty name="color" value="#5B2D90"/>
    </inkml:brush>
  </inkml:definitions>
  <inkml:trace contextRef="#ctx0" brushRef="#br0">1 25 1376 0 0,'19'-8'3529'0'0,"-11"6"-2676"0"0,3-2 809 0 0,1 0 0 0 0,14-2 0 0 0,-23 6-1380 0 0,1 0 0 0 0,-1-1 0 0 0,0 1 0 0 0,1 0 0 0 0,-1 0 0 0 0,0 1-1 0 0,1-1 1 0 0,-1 1 0 0 0,0 0 0 0 0,0-1 0 0 0,0 2 0 0 0,1-1 0 0 0,2 2 0 0 0,-6-3-261 0 0,0 0 1 0 0,1 0-1 0 0,-1 0 0 0 0,0 1 0 0 0,0-1 1 0 0,1 0-1 0 0,-1 1 0 0 0,0-1 1 0 0,0 0-1 0 0,1 1 0 0 0,-1-1 0 0 0,0 0 1 0 0,0 1-1 0 0,0-1 0 0 0,0 0 0 0 0,0 1 1 0 0,1-1-1 0 0,-1 0 0 0 0,0 1 0 0 0,0-1 1 0 0,0 0-1 0 0,0 1 0 0 0,0-1 1 0 0,0 1-1 0 0,0-1 0 0 0,0 0 0 0 0,-1 1 1 0 0,1-1-1 0 0,0 0 0 0 0,0 1 0 0 0,0-1 1 0 0,0 1-1 0 0,-1-1 0 0 0,-7 16 541 0 0,2-6-113 0 0,4-5-311 0 0,0-1 0 0 0,-1 0 0 0 0,0 0 0 0 0,1 0 0 0 0,-1 0 1 0 0,-1 0-1 0 0,1-1 0 0 0,0 1 0 0 0,-1-1 0 0 0,-5 4 0 0 0,3-3 93 0 0,1 1 0 0 0,0 0 0 0 0,-8 9 0 0 0,12-12-165 0 0,-2 1 40 0 0,1 0-1 0 0,0 0 1 0 0,1 0 0 0 0,-1 1 0 0 0,-2 5 0 0 0,4-9-96 0 0,0 1-1 0 0,0-1 1 0 0,0 1-1 0 0,0 0 1 0 0,-1-1-1 0 0,1 1 1 0 0,0-1-1 0 0,0 1 1 0 0,1 0 0 0 0,-1-1-1 0 0,0 1 1 0 0,0-1-1 0 0,0 1 1 0 0,0 0-1 0 0,0-1 1 0 0,1 1-1 0 0,-1-1 1 0 0,0 1-1 0 0,1-1 1 0 0,-1 1-1 0 0,0-1 1 0 0,1 1-1 0 0,-1-1 1 0 0,0 1 0 0 0,1-1-1 0 0,-1 0 1 0 0,1 1-1 0 0,-1-1 1 0 0,1 1-1 0 0,-1-1 1 0 0,1 0-1 0 0,-1 0 1 0 0,1 1-1 0 0,-1-1 1 0 0,1 0-1 0 0,0 0 1 0 0,-1 0 0 0 0,1 1-1 0 0,-1-1 1 0 0,1 0-1 0 0,0 0 1 0 0,9 1-255 0 0,-1 0 0 0 0,1 0 0 0 0,-1-1 0 0 0,1-1-1 0 0,-1 0 1 0 0,11-2 0 0 0,-9 2-779 0 0,7-1-5236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09.437"/>
    </inkml:context>
    <inkml:brush xml:id="br0">
      <inkml:brushProperty name="width" value="0.1" units="cm"/>
      <inkml:brushProperty name="height" value="0.1" units="cm"/>
      <inkml:brushProperty name="color" value="#5B2D90"/>
    </inkml:brush>
  </inkml:definitions>
  <inkml:trace contextRef="#ctx0" brushRef="#br0">5 1 4609 0 0,'0'3'4496'0'0,"-3"14"526"0"0,1 15-1864 0 0,3-27-2963 0 0,-1-2-247 0 0,0 0 1 0 0,0 0-1 0 0,1 1 0 0 0,0-1 0 0 0,0 0 0 0 0,0 0 1 0 0,0 0-1 0 0,0 0 0 0 0,0 0 0 0 0,4 6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09.818"/>
    </inkml:context>
    <inkml:brush xml:id="br0">
      <inkml:brushProperty name="width" value="0.1" units="cm"/>
      <inkml:brushProperty name="height" value="0.1" units="cm"/>
      <inkml:brushProperty name="color" value="#5B2D90"/>
    </inkml:brush>
  </inkml:definitions>
  <inkml:trace contextRef="#ctx0" brushRef="#br0">1 23 920 0 0,'9'-9'5689'0'0,"-6"6"-4728"0"0,3 1-17 0 0,3 1 0 0 0,5-2-632 0 0,0 1-128 0 0,-2 1-24 0 0,0-1-8 0 0,7 4-1160 0 0,-4-1-232 0 0,-4 2-41 0 0,-2 0-15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10.022"/>
    </inkml:context>
    <inkml:brush xml:id="br0">
      <inkml:brushProperty name="width" value="0.1" units="cm"/>
      <inkml:brushProperty name="height" value="0.1" units="cm"/>
      <inkml:brushProperty name="color" value="#5B2D90"/>
    </inkml:brush>
  </inkml:definitions>
  <inkml:trace contextRef="#ctx0" brushRef="#br0">1 1 6913 0 0,'0'0'42'0'0,"0"0"-1"0"0,0 0 0 0 0,0 0 1 0 0,0 0-1 0 0,0 0 0 0 0,0 0 0 0 0,0 0 1 0 0,1 0-1 0 0,-1 1 0 0 0,0-1 1 0 0,0 0-1 0 0,0 0 0 0 0,0 0 0 0 0,0 0 1 0 0,0 0-1 0 0,0 0 0 0 0,0 0 0 0 0,0 1 1 0 0,0-1-1 0 0,1 0 0 0 0,-1 0 1 0 0,0 0-1 0 0,0 0 0 0 0,0 0 0 0 0,0 0 1 0 0,0 1-1 0 0,0-1 0 0 0,0 0 0 0 0,0 0 1 0 0,0 0-1 0 0,0 0 0 0 0,0 0 1 0 0,0 1-1 0 0,0-1 0 0 0,0 0 0 0 0,0 0 1 0 0,-1 0-1 0 0,1 0 0 0 0,0 0 1 0 0,0 0-1 0 0,0 1 0 0 0,0-1 0 0 0,0 0 1 0 0,0 0-1 0 0,0 0 0 0 0,0 0 0 0 0,0 0 1 0 0,0 0-1 0 0,0 0 0 0 0,-1 0 1 0 0,1 0-1 0 0,0 1 0 0 0,0-1 0 0 0,0 0 1 0 0,0 0-1 0 0,0 0 0 0 0,0 0 0 0 0,-1 0 1 0 0,18 2 4863 0 0,-10-2-4852 0 0,65 2-845 0 0,-54 0 792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10.465"/>
    </inkml:context>
    <inkml:brush xml:id="br0">
      <inkml:brushProperty name="width" value="0.1" units="cm"/>
      <inkml:brushProperty name="height" value="0.1" units="cm"/>
      <inkml:brushProperty name="color" value="#5B2D90"/>
    </inkml:brush>
  </inkml:definitions>
  <inkml:trace contextRef="#ctx0" brushRef="#br0">1 0 4145 0 0,'0'18'13185'0'0,"7"6"-12104"0"0,-1 1-503 0 0,0 0 0 0 0,3 28 1 0 0,-7-36-4691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10.750"/>
    </inkml:context>
    <inkml:brush xml:id="br0">
      <inkml:brushProperty name="width" value="0.1" units="cm"/>
      <inkml:brushProperty name="height" value="0.1" units="cm"/>
      <inkml:brushProperty name="color" value="#5B2D90"/>
    </inkml:brush>
  </inkml:definitions>
  <inkml:trace contextRef="#ctx0" brushRef="#br0">32 1 7834 0 0,'0'4'881'0'0,"-1"1"0"0"0,0 0 1 0 0,0 0-1 0 0,-4 8 0 0 0,-1 4 595 0 0,1 6 854 0 0,-4 43-1 0 0,5 26-2464 0 0,4-77-613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11.099"/>
    </inkml:context>
    <inkml:brush xml:id="br0">
      <inkml:brushProperty name="width" value="0.1" units="cm"/>
      <inkml:brushProperty name="height" value="0.1" units="cm"/>
      <inkml:brushProperty name="color" value="#5B2D90"/>
    </inkml:brush>
  </inkml:definitions>
  <inkml:trace contextRef="#ctx0" brushRef="#br0">1 34 2761 0 0,'15'-9'944'0'0,"-7"4"375"0"0,-1 1 0 0 0,1 0 0 0 0,16-5 0 0 0,-23 8-1089 0 0,1 1 0 0 0,0-1 0 0 0,-1 1 1 0 0,1-1-1 0 0,0 1 0 0 0,-1 0 0 0 0,1 0 0 0 0,0 0 0 0 0,-1 0 0 0 0,1 0 0 0 0,0 0 0 0 0,-1 1 0 0 0,1-1 1 0 0,0 1-1 0 0,-1-1 0 0 0,1 1 0 0 0,-1-1 0 0 0,1 1 0 0 0,-1 0 0 0 0,1 0 0 0 0,-1 0 0 0 0,0 0 0 0 0,1 0 1 0 0,-1 0-1 0 0,0 0 0 0 0,2 2 0 0 0,-2-2-29 0 0,0 1 0 0 0,0 0-1 0 0,0 0 1 0 0,0-1 0 0 0,-1 1 0 0 0,1 0 0 0 0,0 0 0 0 0,-1 0-1 0 0,0 0 1 0 0,1-1 0 0 0,-1 1 0 0 0,0 0 0 0 0,0 0 0 0 0,0 0 0 0 0,0 0-1 0 0,0 0 1 0 0,-1 0 0 0 0,1 0 0 0 0,-1 2 0 0 0,-1 1 18 0 0,1-1 1 0 0,-1 1 0 0 0,0-1-1 0 0,0 0 1 0 0,-1 1 0 0 0,-4 5-1 0 0,6-8-165 0 0,0 1 0 0 0,0-1-1 0 0,0 0 1 0 0,0 1 0 0 0,0-1-1 0 0,0 1 1 0 0,1-1 0 0 0,-1 1-1 0 0,1 0 1 0 0,-1 4 0 0 0,-3 15 182 0 0,1-12-200 0 0,0-5-20 0 0,1 1 1 0 0,0-1-1 0 0,1 0 0 0 0,-1 1 0 0 0,1-1 0 0 0,0 1 0 0 0,0 8 1 0 0,1-13-17 0 0,0 0 0 0 0,1 0 0 0 0,-1 0 0 0 0,0 0 0 0 0,0 0 0 0 0,1 0 0 0 0,-1 0 0 0 0,1 0 0 0 0,-1 0-1 0 0,1-1 1 0 0,-1 1 0 0 0,1 0 0 0 0,-1 0 0 0 0,1-1 0 0 0,0 1 0 0 0,-1 0 0 0 0,1-1 0 0 0,0 1 0 0 0,0 0 0 0 0,0-1 0 0 0,-1 1 0 0 0,1-1 0 0 0,0 0 0 0 0,0 1 0 0 0,0-1 0 0 0,0 0 0 0 0,0 1 0 0 0,0-1 0 0 0,0 0 0 0 0,0 0 0 0 0,0 0 0 0 0,0 0 0 0 0,0 0 0 0 0,1 0 0 0 0,4 0-50 0 0,1-1 1 0 0,-1 0-1 0 0,0 0 0 0 0,7-2 0 0 0,-7 1-83 0 0,10-3-448 0 0,-13 3 267 0 0,0 1 0 0 0,1 0 1 0 0,-1 0-1 0 0,1 0 0 0 0,5 0 1 0 0,4 0-732 0 0,1 0-161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21.242"/>
    </inkml:context>
    <inkml:brush xml:id="br0">
      <inkml:brushProperty name="width" value="0.1" units="cm"/>
      <inkml:brushProperty name="height" value="0.1" units="cm"/>
      <inkml:brushProperty name="color" value="#008C3A"/>
    </inkml:brush>
  </inkml:definitions>
  <inkml:trace contextRef="#ctx0" brushRef="#br0">1354 94 1376 0 0,'-12'-7'523'0'0,"1"1"0"0"0,-1 0 0 0 0,0 1-1 0 0,-20-6 1 0 0,-52-10 1384 0 0,37 12-885 0 0,0 2-1 0 0,-73-1 1 0 0,21 4-1622 0 0,92 5 554 0 0,-110 6-27 0 0,92-4 265 0 0,0 1-1 0 0,-38 12 1 0 0,7 3-194 0 0,28-8-496 0 0,0-2 0 0 0,-50 9 0 0 0,54-15 340 0 0,0 2 1 0 0,1 0-1 0 0,-1 2 1 0 0,1 0 0 0 0,0 2-1 0 0,1 0 1 0 0,0 2 0 0 0,-27 17-1 0 0,21-7 148 0 0,1 1-1 0 0,2 1 0 0 0,0 1 1 0 0,1 1-1 0 0,-21 31 0 0 0,40-49 74 0 0,0-1 0 0 0,1 1 0 0 0,0 0 0 0 0,0 1 0 0 0,0-1 0 0 0,1 1 0 0 0,0-1-1 0 0,1 1 1 0 0,-4 16 0 0 0,5-12 22 0 0,0 0-1 0 0,1-1 0 0 0,0 1 0 0 0,1 0 1 0 0,0 0-1 0 0,4 16 0 0 0,5 20 368 0 0,2 0-1 0 0,33 83 1 0 0,-29-96-223 0 0,2-1 0 0 0,1 0 0 0 0,2-1-1 0 0,1-2 1 0 0,1 0 0 0 0,1-1 0 0 0,2-2-1 0 0,54 47 1 0 0,-61-60-198 0 0,0 0-1 0 0,1-1 0 0 0,0-1 1 0 0,1-1-1 0 0,1-1 1 0 0,0-1-1 0 0,0-1 0 0 0,1-1 1 0 0,26 6-1 0 0,303 35 1650 0 0,-351-49-1679 0 0,472 38 518 0 0,-462-37-518 0 0,178 16-39 0 0,198 5-151 0 0,-308-23-97 0 0,104-17-1 0 0,-158 14 374 0 0,0-1 1 0 0,0-2-1 0 0,0 0 0 0 0,-1-2 0 0 0,0 0 0 0 0,-1-2 1 0 0,0 0-1 0 0,25-18 0 0 0,-41 24 20 0 0,0 0-1 0 0,-1-1 1 0 0,0 1 0 0 0,0-1-1 0 0,-1-1 1 0 0,1 1-1 0 0,-1-1 1 0 0,-1 0 0 0 0,1 0-1 0 0,-1 0 1 0 0,0 0-1 0 0,-1-1 1 0 0,0 0 0 0 0,0 1-1 0 0,-1-1 1 0 0,0 0 0 0 0,2-17-1 0 0,0 2-6 0 0,-1 0 0 0 0,-2-1 0 0 0,0 0 0 0 0,-1 1 0 0 0,-2-1 0 0 0,-5-29-1 0 0,4 37-72 0 0,-2 0-1 0 0,1 0 1 0 0,-2 0-1 0 0,0 1 1 0 0,-1 0-1 0 0,-1 0 1 0 0,0 0-1 0 0,-1 1 1 0 0,-18-22-1 0 0,-90-82 524 0 0,53 56-158 0 0,-6-6 209 0 0,-99-75 0 0 0,119 107-477 0 0,0 3 0 0 0,-3 1 0 0 0,-70-30 0 0 0,51 30-111 0 0,-148-60-547 0 0,184 80 275 0 0,0 2-1 0 0,0 1 0 0 0,-1 1 0 0 0,-51-2 1 0 0,54 8-904 0 0,0 2 1 0 0,-59 8-1 0 0,54-1-3711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21.808"/>
    </inkml:context>
    <inkml:brush xml:id="br0">
      <inkml:brushProperty name="width" value="0.1" units="cm"/>
      <inkml:brushProperty name="height" value="0.1" units="cm"/>
      <inkml:brushProperty name="color" value="#008C3A"/>
    </inkml:brush>
  </inkml:definitions>
  <inkml:trace contextRef="#ctx0" brushRef="#br0">17 0 6449 0 0,'-7'37'1316'0'0,"2"0"0"0"0,2 0 0 0 0,1 0 0 0 0,4 43 0 0 0,1-28-221 0 0,3-1 0 0 0,2 0-1 0 0,2 0 1 0 0,32 94-1 0 0,-14-71-249 0 0,3-1-1 0 0,62 105 0 0 0,-62-127-522 0 0,59 73 0 0 0,-65-94-288 0 0,1-2-1 0 0,1-1 0 0 0,48 36 1 0 0,54 25-1107 0 0,-73-53-4661 0 0,-18-11-718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22.868"/>
    </inkml:context>
    <inkml:brush xml:id="br0">
      <inkml:brushProperty name="width" value="0.1" units="cm"/>
      <inkml:brushProperty name="height" value="0.1" units="cm"/>
      <inkml:brushProperty name="color" value="#008C3A"/>
    </inkml:brush>
  </inkml:definitions>
  <inkml:trace contextRef="#ctx0" brushRef="#br0">31 53 2216 0 0,'-1'-5'862'0'0,"0"0"0"0"0,0 1-1 0 0,-1-1 1 0 0,-23-28 12882 0 0,28 53-12683 0 0,-2-14-886 0 0,8 62 796 0 0,1 82-1 0 0,-7-83-693 0 0,1 149-2290 0 0,-4-208 688 0 0,2-2-298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23.025"/>
    </inkml:context>
    <inkml:brush xml:id="br0">
      <inkml:brushProperty name="width" value="0.1" units="cm"/>
      <inkml:brushProperty name="height" value="0.1" units="cm"/>
      <inkml:brushProperty name="color" value="#008C3A"/>
    </inkml:brush>
  </inkml:definitions>
  <inkml:trace contextRef="#ctx0" brushRef="#br0">0 113 920 0 0,'2'-4'629'0'0,"0"1"0"0"0,0 0-1 0 0,1 0 1 0 0,-1 0 0 0 0,1 0 0 0 0,0 1-1 0 0,0-1 1 0 0,0 1 0 0 0,4-4 0 0 0,34-17 3948 0 0,-30 17-3651 0 0,6-2-583 0 0,-1 0 1 0 0,2 1-1 0 0,-1 0 1 0 0,1 2 0 0 0,0 0-1 0 0,0 1 1 0 0,31-3-1 0 0,-35 7-1247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23.389"/>
    </inkml:context>
    <inkml:brush xml:id="br0">
      <inkml:brushProperty name="width" value="0.1" units="cm"/>
      <inkml:brushProperty name="height" value="0.1" units="cm"/>
      <inkml:brushProperty name="color" value="#008C3A"/>
    </inkml:brush>
  </inkml:definitions>
  <inkml:trace contextRef="#ctx0" brushRef="#br0">0 0 1376 0 0,'7'15'8437'0'0,"-3"-10"-5991"0"0,11 17 1665 0 0,-3-5-2493 0 0,0 1-1 0 0,14 31 1 0 0,-12-19-1464 0 0,-8-18-1720 0 0,0 1-3759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23.547"/>
    </inkml:context>
    <inkml:brush xml:id="br0">
      <inkml:brushProperty name="width" value="0.1" units="cm"/>
      <inkml:brushProperty name="height" value="0.1" units="cm"/>
      <inkml:brushProperty name="color" value="#008C3A"/>
    </inkml:brush>
  </inkml:definitions>
  <inkml:trace contextRef="#ctx0" brushRef="#br0">1 0 3225 0 0,'1'9'1557'0'0,"0"0"0"0"0,0 0 0 0 0,4 11 0 0 0,1 5 1122 0 0,-2-1-1367 0 0,-3-14-1233 0 0,0 0 0 0 0,1 0 1 0 0,1 0-1 0 0,-1-1 1 0 0,6 12-1 0 0,-6-16-1336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25.461"/>
    </inkml:context>
    <inkml:brush xml:id="br0">
      <inkml:brushProperty name="width" value="0.1" units="cm"/>
      <inkml:brushProperty name="height" value="0.1" units="cm"/>
      <inkml:brushProperty name="color" value="#008C3A"/>
    </inkml:brush>
  </inkml:definitions>
  <inkml:trace contextRef="#ctx0" brushRef="#br0">0 45 2304 0 0,'3'-17'10091'0'0,"2"15"-9068"0"0,5-2-92 0 0,0 0 0 0 0,1 1 1 0 0,0 0-1 0 0,16-2 1 0 0,83-1-654 0 0,-99 6-1283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25.668"/>
    </inkml:context>
    <inkml:brush xml:id="br0">
      <inkml:brushProperty name="width" value="0.1" units="cm"/>
      <inkml:brushProperty name="height" value="0.1" units="cm"/>
      <inkml:brushProperty name="color" value="#008C3A"/>
    </inkml:brush>
  </inkml:definitions>
  <inkml:trace contextRef="#ctx0" brushRef="#br0">1 30 4609 0 0,'13'-6'2331'0'0,"1"1"0"0"0,17-5 0 0 0,-23 8-2441 0 0,1 0-1 0 0,0 0 1 0 0,0 1 0 0 0,0 0-1 0 0,17 1 1 0 0,-15 1 92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28.129"/>
    </inkml:context>
    <inkml:brush xml:id="br0">
      <inkml:brushProperty name="width" value="0.1" units="cm"/>
      <inkml:brushProperty name="height" value="0.1" units="cm"/>
      <inkml:brushProperty name="color" value="#008C3A"/>
    </inkml:brush>
  </inkml:definitions>
  <inkml:trace contextRef="#ctx0" brushRef="#br0">25 197 2761 0 0,'-11'8'7663'0'0,"12"-3"-6501"0"0,4 16 86 0 0,0-1 0 0 0,2 0-1 0 0,0-1 1 0 0,15 27-1 0 0,49 76 2382 0 0,-46-80-2913 0 0,-23-37-636 0 0,0-1 0 0 0,0 1 0 0 0,-1-1-1 0 0,0 1 1 0 0,1 0 0 0 0,-1 0 0 0 0,0 9 0 0 0,-23-55 56 0 0,-24-46-1253 0 0,-48-121 0 0 0,92 205 1081 0 0,1 0 0 0 0,0 0 0 0 0,0-1 0 0 0,1 1 0 0 0,-1 0 0 0 0,1 0 0 0 0,-1-1 0 0 0,1 1 0 0 0,0 0 0 0 0,0-1 0 0 0,0 1 0 0 0,1 0 0 0 0,1-7 0 0 0,-1 6 23 0 0,1 1-1 0 0,0-1 1 0 0,0 1-1 0 0,0-1 0 0 0,0 1 1 0 0,0 0-1 0 0,1 0 0 0 0,0 0 1 0 0,-1 0-1 0 0,1 0 1 0 0,4-3-1 0 0,6-3-136 0 0,0 0 0 0 0,0 1 0 0 0,24-11 0 0 0,47-15-448 0 0,-58 24 376 0 0,-10 4-364 0 0,0 1 0 0 0,1 0 0 0 0,0 1 0 0 0,0 1 0 0 0,0 1 0 0 0,0 0 0 0 0,34 2 0 0 0,-32 1-4587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28.366"/>
    </inkml:context>
    <inkml:brush xml:id="br0">
      <inkml:brushProperty name="width" value="0.1" units="cm"/>
      <inkml:brushProperty name="height" value="0.1" units="cm"/>
      <inkml:brushProperty name="color" value="#008C3A"/>
    </inkml:brush>
  </inkml:definitions>
  <inkml:trace contextRef="#ctx0" brushRef="#br0">0 23 6449 0 0,'44'-12'7338'0'0,"-14"7"-5275"0"0,51 0 0 0 0,-38 6-4021 0 0,81 11 1 0 0,-89-6 1586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29.628"/>
    </inkml:context>
    <inkml:brush xml:id="br0">
      <inkml:brushProperty name="width" value="0.1" units="cm"/>
      <inkml:brushProperty name="height" value="0.1" units="cm"/>
      <inkml:brushProperty name="color" value="#008C3A"/>
    </inkml:brush>
  </inkml:definitions>
  <inkml:trace contextRef="#ctx0" brushRef="#br0">99 1 5985 0 0,'-3'0'403'0'0,"0"1"0"0"0,1 0 0 0 0,-1 0 0 0 0,0 0 0 0 0,1 1 0 0 0,0-1 0 0 0,-1 0-1 0 0,-3 4 1 0 0,-1 1 93 0 0,1 1-1 0 0,-1 1 0 0 0,1-1 0 0 0,1 1 0 0 0,-1 0 0 0 0,1 0 1 0 0,0 1-1 0 0,1-1 0 0 0,0 1 0 0 0,1 0 0 0 0,0 0 0 0 0,0 1 0 0 0,0-1 1 0 0,2 0-1 0 0,-1 1 0 0 0,0 12 0 0 0,2-13-278 0 0,0 1 0 0 0,1 0 0 0 0,0-1 0 0 0,1 1 0 0 0,0-1 0 0 0,0 0 0 0 0,1 1-1 0 0,0-1 1 0 0,1 0 0 0 0,0-1 0 0 0,0 1 0 0 0,1-1 0 0 0,0 1 0 0 0,0-2 0 0 0,1 1 0 0 0,9 10 0 0 0,-3-6-108 0 0,1-1 0 0 0,0 0 1 0 0,1 0-1 0 0,19 10 1 0 0,-20-13-1125 0 0,1-1 0 0 0,24 8 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29.994"/>
    </inkml:context>
    <inkml:brush xml:id="br0">
      <inkml:brushProperty name="width" value="0.1" units="cm"/>
      <inkml:brushProperty name="height" value="0.1" units="cm"/>
      <inkml:brushProperty name="color" value="#008C3A"/>
    </inkml:brush>
  </inkml:definitions>
  <inkml:trace contextRef="#ctx0" brushRef="#br0">1 47 5065 0 0,'1'-2'8691'0'0,"5"4"-7192"0"0,7 2-888 0 0,0 0 1 0 0,1-1-1 0 0,-1 0 0 0 0,1-2 0 0 0,19 1 0 0 0,-19-1-615 0 0,-1-2-1 0 0,1 0 0 0 0,-1 0 1 0 0,1-1-1 0 0,-1-1 0 0 0,14-4 0 0 0,-21 4-456 0 0,1 0 0 0 0,-1-1 0 0 0,0 1-1 0 0,0-1 1 0 0,0 0 0 0 0,-1-1 0 0 0,1 0-1 0 0,8-10 1 0 0,-10 12 110 0 0,-6 7 818 0 0,0 0 0 0 0,0 1 0 0 0,0-1-1 0 0,1 0 1 0 0,-2 10 0 0 0,3-12-275 0 0,-5 23 535 0 0,1 1 0 0 0,1-1 0 0 0,1 41 0 0 0,2-52-406 0 0,2 1-1 0 0,-1-1 1 0 0,2 1 0 0 0,0-1-1 0 0,0 0 1 0 0,2 0-1 0 0,10 24 1 0 0,-15-37-477 0 0,1 1-1 0 0,0-1 1 0 0,0 1 0 0 0,-1-1-1 0 0,1 0 1 0 0,0 1 0 0 0,0-1-1 0 0,0 0 1 0 0,0 0 0 0 0,1 1-1 0 0,-1-1 1 0 0,0 0 0 0 0,1 0-1 0 0,-1 0 1 0 0,0-1 0 0 0,1 1-1 0 0,1 1 1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30.530"/>
    </inkml:context>
    <inkml:brush xml:id="br0">
      <inkml:brushProperty name="width" value="0.1" units="cm"/>
      <inkml:brushProperty name="height" value="0.1" units="cm"/>
      <inkml:brushProperty name="color" value="#008C3A"/>
    </inkml:brush>
  </inkml:definitions>
  <inkml:trace contextRef="#ctx0" brushRef="#br0">2 7 5529 0 0,'-1'0'71'0'0,"1"0"0"0"0,0 0-1 0 0,0-1 1 0 0,0 1 0 0 0,0 0 0 0 0,0 0-1 0 0,0-1 1 0 0,0 1 0 0 0,0 0 0 0 0,0 0-1 0 0,0 0 1 0 0,0-1 0 0 0,0 1 0 0 0,0 0-1 0 0,0 0 1 0 0,0 0 0 0 0,0-1 0 0 0,0 1-1 0 0,0 0 1 0 0,0 0 0 0 0,1 0 0 0 0,-1-1-1 0 0,0 1 1 0 0,1-1 354 0 0,-1 1-355 0 0,0 0 1 0 0,0 0 0 0 0,0 0 0 0 0,1 0-1 0 0,-1-1 1 0 0,0 1 0 0 0,0 0 0 0 0,1 0-1 0 0,6 7 2786 0 0,11 21 1520 0 0,-14-22-3765 0 0,18 26 2309 0 0,-13-20-1779 0 0,11 20 0 0 0,-16-62-888 0 0,-4 28-339 0 0,1-1 0 0 0,0 0 0 0 0,0 1 1 0 0,-1-1-1 0 0,1 1 0 0 0,1-1 0 0 0,-1 1 0 0 0,0-1 0 0 0,1 1 0 0 0,-1 0 0 0 0,1 0 1 0 0,0-1-1 0 0,-1 1 0 0 0,5-3 0 0 0,-3 2 3 0 0,1 1-1 0 0,-1-1 1 0 0,1 1-1 0 0,0-1 1 0 0,0 1 0 0 0,0 1-1 0 0,6-4 1 0 0,-6 5 133 0 0,-1-1 1 0 0,0 0-1 0 0,1 1 1 0 0,-1 0-1 0 0,0 0 0 0 0,1 0 1 0 0,-1 0-1 0 0,0 1 1 0 0,1-1-1 0 0,-1 1 1 0 0,0 0-1 0 0,1-1 0 0 0,-1 2 1 0 0,0-1-1 0 0,0 0 1 0 0,0 1-1 0 0,0-1 0 0 0,0 1 1 0 0,0 0-1 0 0,-1 0 1 0 0,1 0-1 0 0,2 3 1 0 0,6 5 322 0 0,-1 1 0 0 0,-1 0-1 0 0,15 22 1 0 0,-18-24-416 0 0,6 16-394 0 0,-10-19-1021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30.765"/>
    </inkml:context>
    <inkml:brush xml:id="br0">
      <inkml:brushProperty name="width" value="0.1" units="cm"/>
      <inkml:brushProperty name="height" value="0.1" units="cm"/>
      <inkml:brushProperty name="color" value="#008C3A"/>
    </inkml:brush>
  </inkml:definitions>
  <inkml:trace contextRef="#ctx0" brushRef="#br0">0 1 7370 0 0,'1'0'218'0'0,"0"1"0"0"0,-1-1 1 0 0,2 2 436 0 0,-2-2-437 0 0,1 1 0 0 0,-1-1 1 0 0,0 1-1 0 0,1-1 1 0 0,-1 1-1 0 0,0-1 0 0 0,1 1 1 0 0,-1 0-1 0 0,0-1 0 0 0,0 1 1 0 0,0 0-1 0 0,1-1 0 0 0,-1 1 1 0 0,0 0-1 0 0,0 0 1 0 0,0-1-1 0 0,0 2 0 0 0,2 19 3673 0 0,-4 15-347 0 0,1-25-3388 0 0,0 1 0 0 0,1-1 0 0 0,0 1 1 0 0,4 20-1 0 0,-3-27-1894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31.051"/>
    </inkml:context>
    <inkml:brush xml:id="br0">
      <inkml:brushProperty name="width" value="0.1" units="cm"/>
      <inkml:brushProperty name="height" value="0.1" units="cm"/>
      <inkml:brushProperty name="color" value="#008C3A"/>
    </inkml:brush>
  </inkml:definitions>
  <inkml:trace contextRef="#ctx0" brushRef="#br0">1 95 2761 0 0,'4'-7'532'0'0,"0"1"1"0"0,0-1 0 0 0,1 1-1 0 0,0 0 1 0 0,1 0 0 0 0,-1 0 0 0 0,1 1-1 0 0,0 0 1 0 0,0 0 0 0 0,1 0 0 0 0,0 1-1 0 0,-1 0 1 0 0,1 0 0 0 0,1 1-1 0 0,-1 0 1 0 0,0 0 0 0 0,1 1 0 0 0,0 0-1 0 0,-1 0 1 0 0,1 1 0 0 0,9-1-1 0 0,-14 1-355 0 0,0 1 0 0 0,-1 0 0 0 0,1 1 0 0 0,0-1 0 0 0,-1 0 0 0 0,1 1 0 0 0,-1 0 0 0 0,1-1 0 0 0,0 1 0 0 0,-1 0 0 0 0,1 0 0 0 0,-1 0 0 0 0,0 1-1 0 0,1-1 1 0 0,-1 1 0 0 0,0-1 0 0 0,0 1 0 0 0,0 0 0 0 0,0-1 0 0 0,0 1 0 0 0,0 0 0 0 0,-1 1 0 0 0,1-1 0 0 0,-1 0 0 0 0,1 0 0 0 0,-1 1 0 0 0,0-1-1 0 0,0 0 1 0 0,0 1 0 0 0,1 5 0 0 0,-1-3-26 0 0,0 1 0 0 0,0-1 0 0 0,-1 1 0 0 0,0 0 0 0 0,0 0 0 0 0,0-1 0 0 0,-1 1 0 0 0,0 0 0 0 0,0-1 0 0 0,0 1 0 0 0,-1-1 0 0 0,0 0 0 0 0,-4 9 0 0 0,-1-2-265 0 0,0 0 0 0 0,-1 0 1 0 0,0-1-1 0 0,-1 0 0 0 0,0-1 0 0 0,-1 0 0 0 0,0 0 0 0 0,-14 9 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31.302"/>
    </inkml:context>
    <inkml:brush xml:id="br0">
      <inkml:brushProperty name="width" value="0.1" units="cm"/>
      <inkml:brushProperty name="height" value="0.1" units="cm"/>
      <inkml:brushProperty name="color" value="#008C3A"/>
    </inkml:brush>
  </inkml:definitions>
  <inkml:trace contextRef="#ctx0" brushRef="#br0">111 13 7834 0 0,'-2'-1'291'0'0,"1"-1"-1"0"0,-1 1 1 0 0,0 0 0 0 0,0 0 0 0 0,0 0 0 0 0,0 0 0 0 0,0 0-1 0 0,-1 0 1 0 0,1 1 0 0 0,0-1 0 0 0,0 1 0 0 0,0-1 0 0 0,-1 1 0 0 0,1 0-1 0 0,0 0 1 0 0,-1 0 0 0 0,1 0 0 0 0,0 0 0 0 0,0 1 0 0 0,-1-1-1 0 0,1 1 1 0 0,0-1 0 0 0,0 1 0 0 0,0 0 0 0 0,0 0 0 0 0,0 0 0 0 0,0 0-1 0 0,-3 2 1 0 0,2-1 57 0 0,-1 0 0 0 0,1 0 0 0 0,0 0-1 0 0,0 1 1 0 0,0-1 0 0 0,0 1 0 0 0,0 0-1 0 0,1 0 1 0 0,-1 0 0 0 0,1 0 0 0 0,-1 0 0 0 0,1 1-1 0 0,1-1 1 0 0,-1 1 0 0 0,-3 7 0 0 0,5-8-274 0 0,-1-1 0 0 0,1 1 0 0 0,0 0 0 0 0,-1 0 0 0 0,1 0 0 0 0,1 0 0 0 0,-1 0 0 0 0,0 0 0 0 0,1 0 0 0 0,-1 0 0 0 0,1 0 0 0 0,0-1 0 0 0,0 1 0 0 0,0 0 0 0 0,3 4 0 0 0,-2-3-32 0 0,1-1-1 0 0,0 1 1 0 0,0-1 0 0 0,0 0 0 0 0,0 0-1 0 0,0 0 1 0 0,1 0 0 0 0,-1-1 0 0 0,7 4-1 0 0,5 2-70 0 0,1-2-1 0 0,0 0 0 0 0,0 0 0 0 0,22 3 0 0 0,-32-8 22 0 0,40 8-755 0 0,-26-6 14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31.779"/>
    </inkml:context>
    <inkml:brush xml:id="br0">
      <inkml:brushProperty name="width" value="0.1" units="cm"/>
      <inkml:brushProperty name="height" value="0.1" units="cm"/>
      <inkml:brushProperty name="color" value="#008C3A"/>
    </inkml:brush>
  </inkml:definitions>
  <inkml:trace contextRef="#ctx0" brushRef="#br0">0 5 9674 0 0,'4'5'836'0'0,"-1"0"-1"0"0,1 0 0 0 0,-1 0 1 0 0,0 0-1 0 0,-1 1 1 0 0,1 0-1 0 0,-1-1 1 0 0,1 8-1 0 0,10 20 1772 0 0,-9-23-2154 0 0,-4-9-386 0 0,1 0 0 0 0,-1 0 0 0 0,0 0 0 0 0,1 0 0 0 0,-1 0 0 0 0,1 0-1 0 0,-1 0 1 0 0,1 0 0 0 0,0 0 0 0 0,1 1 0 0 0,-2-1-52 0 0,1-1 0 0 0,-1 0 0 0 0,1 0 1 0 0,-1 0-1 0 0,1 0 0 0 0,0 0 0 0 0,-1 0 0 0 0,1 0 1 0 0,-1 0-1 0 0,1 0 0 0 0,-1-1 0 0 0,1 1 0 0 0,-1 0 1 0 0,1 0-1 0 0,-1 0 0 0 0,1 0 0 0 0,-1-1 0 0 0,1 1 1 0 0,-1 0-1 0 0,0-1 0 0 0,1 1 0 0 0,-1 0 0 0 0,1-1 0 0 0,-1 1 1 0 0,0 0-1 0 0,1-1 0 0 0,-1 1 0 0 0,0-1 0 0 0,1 0 1 0 0,33-38-313 0 0,-27 30 32 0 0,0-1 0 0 0,1 2-1 0 0,0-1 1 0 0,0 1 0 0 0,18-13-1 0 0,-25 21 285 0 0,1-1 1 0 0,-1 0-1 0 0,1 1 0 0 0,-1-1 1 0 0,1 1-1 0 0,-1-1 0 0 0,1 1 0 0 0,0 0 1 0 0,-1-1-1 0 0,1 1 0 0 0,-1 0 0 0 0,1 0 1 0 0,0 0-1 0 0,-1 0 0 0 0,1 1 1 0 0,-1-1-1 0 0,1 0 0 0 0,0 1 0 0 0,-1-1 1 0 0,1 1-1 0 0,-1-1 0 0 0,1 1 0 0 0,-1 0 1 0 0,0 0-1 0 0,1-1 0 0 0,-1 1 1 0 0,0 0-1 0 0,1 0 0 0 0,0 2 0 0 0,5 4 419 0 0,0 0 1 0 0,0 1-1 0 0,9 14 0 0 0,-2-4-190 0 0,34 37-168 0 0,-44-52-682 0 0,0-1-183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32.285"/>
    </inkml:context>
    <inkml:brush xml:id="br0">
      <inkml:brushProperty name="width" value="0.1" units="cm"/>
      <inkml:brushProperty name="height" value="0.1" units="cm"/>
      <inkml:brushProperty name="color" value="#008C3A"/>
    </inkml:brush>
  </inkml:definitions>
  <inkml:trace contextRef="#ctx0" brushRef="#br0">1 5 7834 0 0,'1'-1'155'0'0,"-1"1"-1"0"0,1-1 1 0 0,0 1 0 0 0,0 0 0 0 0,0-1 0 0 0,0 1 0 0 0,0 0 0 0 0,-1-1 0 0 0,1 1-1 0 0,0 0 1 0 0,0 0 0 0 0,0 0 0 0 0,0 0 0 0 0,0 0 0 0 0,0 0 0 0 0,0 0 0 0 0,0 0-1 0 0,1 1 1 0 0,19 4 2127 0 0,-17-4-1726 0 0,11 4 532 0 0,-1 1 1 0 0,1 0-1 0 0,-1 1 1 0 0,-1 0-1 0 0,1 1 1 0 0,22 19 0 0 0,-8-4-370 0 0,45 50 1 0 0,-56-54-597 0 0,-1 1-1 0 0,0 1 1 0 0,-2 0 0 0 0,21 39-1 0 0,-28-44-68 0 0,-1-1 0 0 0,-1 1 1 0 0,0 0-1 0 0,-1 0 0 0 0,0 1 0 0 0,-1-1 0 0 0,-1 1 0 0 0,-1 21 0 0 0,-2-8 34 0 0,-10 51 1 0 0,2-17-26 0 0,9-62-128 0 0,-1 1-1 0 0,1-1 1 0 0,0 1-1 0 0,0-1 0 0 0,0 1 1 0 0,0-1-1 0 0,0 1 1 0 0,0 0-1 0 0,1-1 1 0 0,-1 1-1 0 0,1-1 1 0 0,0 0-1 0 0,2 5 1 0 0,5-7-1658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37.986"/>
    </inkml:context>
    <inkml:brush xml:id="br0">
      <inkml:brushProperty name="width" value="0.1" units="cm"/>
      <inkml:brushProperty name="height" value="0.1" units="cm"/>
      <inkml:brushProperty name="color" value="#004F8B"/>
    </inkml:brush>
  </inkml:definitions>
  <inkml:trace contextRef="#ctx0" brushRef="#br0">704 145 2761 0 0,'1'-4'232'0'0,"-1"1"1"0"0,1 0 0 0 0,-1-1-1 0 0,0 1 1 0 0,0 0 0 0 0,-1-1-1 0 0,1 1 1 0 0,-1 0 0 0 0,0-1-1 0 0,1 1 1 0 0,-1 0 0 0 0,-1 0-1 0 0,1 0 1 0 0,0 0 0 0 0,-1 0-1 0 0,0 0 1 0 0,1 0 0 0 0,-4-3-1 0 0,-2-4 146 0 0,0 1 0 0 0,0 1-1 0 0,-1-1 1 0 0,-11-7 0 0 0,14 12-273 0 0,0 1 1 0 0,0 0-1 0 0,-1 0 0 0 0,1 0 1 0 0,-1 1-1 0 0,0 0 0 0 0,0 0 1 0 0,0 0-1 0 0,0 1 0 0 0,0 0 1 0 0,0 0-1 0 0,-11 0 0 0 0,-1 1 91 0 0,-1 1 0 0 0,-35 6-1 0 0,33-3-132 0 0,0 2 0 0 0,1 0-1 0 0,-34 15 1 0 0,-55 38-50 0 0,91-46 77 0 0,-1 0-1 0 0,2 1 1 0 0,0 1-1 0 0,1 0 0 0 0,0 1 1 0 0,2 1-1 0 0,0 1 1 0 0,0 0-1 0 0,2 0 0 0 0,0 1 1 0 0,2 1-1 0 0,-11 25 0 0 0,13-26-47 0 0,1 1 0 0 0,1-1-1 0 0,1 1 1 0 0,1 1-1 0 0,0-1 1 0 0,2 1 0 0 0,0 0-1 0 0,1-1 1 0 0,2 1-1 0 0,0 0 1 0 0,1-1 0 0 0,1 1-1 0 0,7 26 1 0 0,-5-30-112 0 0,2-1-1 0 0,0-1 1 0 0,0 1 0 0 0,1-1 0 0 0,1 0 0 0 0,1-1 0 0 0,0 0-1 0 0,1 0 1 0 0,0-1 0 0 0,1-1 0 0 0,1 0 0 0 0,0 0-1 0 0,0-2 1 0 0,29 19 0 0 0,-22-18-91 0 0,-1-1 0 0 0,1 0 0 0 0,1-1 1 0 0,0-2-1 0 0,0 0 0 0 0,0-1 0 0 0,1-1 0 0 0,0-1 0 0 0,0-1 0 0 0,0-1 0 0 0,26-1 0 0 0,-21-2 37 0 0,-1-2 0 0 0,1-1 0 0 0,-1-1 0 0 0,0-1-1 0 0,0-1 1 0 0,0-1 0 0 0,-1-2 0 0 0,27-14-1 0 0,-24 9 111 0 0,-2-1 0 0 0,0-1 0 0 0,0-2 0 0 0,-2 0-1 0 0,-1-2 1 0 0,37-40 0 0 0,-52 51-69 0 0,0 0 0 0 0,0 0 0 0 0,-1-1 0 0 0,-1 0 0 0 0,0-1 0 0 0,0 1 0 0 0,-1-1 0 0 0,0 0 0 0 0,5-25 0 0 0,-8 27-124 0 0,-1-1 0 0 0,0 1 0 0 0,0-1 1 0 0,-1 0-1 0 0,-1 1 0 0 0,0-1 0 0 0,0 1 0 0 0,-1-1 0 0 0,0 1 0 0 0,-1 0 0 0 0,0 0 0 0 0,-7-15 0 0 0,1 7 296 0 0,-1 2 0 0 0,0-1 0 0 0,-1 1-1 0 0,-1 1 1 0 0,0 0 0 0 0,-1 1 0 0 0,0 0-1 0 0,-27-20 1 0 0,11 12 159 0 0,0 3 0 0 0,-1 0 0 0 0,-61-26 1 0 0,69 36-181 0 0,-26-7 1 0 0,26 11 10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38.400"/>
    </inkml:context>
    <inkml:brush xml:id="br0">
      <inkml:brushProperty name="width" value="0.1" units="cm"/>
      <inkml:brushProperty name="height" value="0.1" units="cm"/>
      <inkml:brushProperty name="color" value="#004F8B"/>
    </inkml:brush>
  </inkml:definitions>
  <inkml:trace contextRef="#ctx0" brushRef="#br0">1 905 5529 0 0,'12'-11'713'0'0,"1"1"0"0"0,26-17 0 0 0,2-1 488 0 0,55-48 1584 0 0,-4-4 1 0 0,89-102-1 0 0,-162 161-2734 0 0,0-2 0 0 0,-2 0-1 0 0,0-1 1 0 0,-2-1 0 0 0,0 0 0 0 0,-2-1 0 0 0,11-32-1 0 0,-14 31-561 0 0,-2-1 0 0 0,-1-1 0 0 0,-1 1-1 0 0,2-33 1 0 0,-2-11-2400 0 0,-4 52-1579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39.645"/>
    </inkml:context>
    <inkml:brush xml:id="br0">
      <inkml:brushProperty name="width" value="0.1" units="cm"/>
      <inkml:brushProperty name="height" value="0.1" units="cm"/>
      <inkml:brushProperty name="color" value="#004F8B"/>
    </inkml:brush>
  </inkml:definitions>
  <inkml:trace contextRef="#ctx0" brushRef="#br0">260 38 5065 0 0,'0'-9'2722'0'0,"0"7"-2443"0"0,0 1 1 0 0,0 0-1 0 0,-1-1 1 0 0,1 1-1 0 0,-1 0 0 0 0,1-1 1 0 0,-1 1-1 0 0,1 0 1 0 0,-1 0-1 0 0,0-1 1 0 0,1 1-1 0 0,-1 0 0 0 0,0 0 1 0 0,0 0-1 0 0,0 0 1 0 0,0 0-1 0 0,0 0 0 0 0,0 0 1 0 0,0 0-1 0 0,0 1 1 0 0,0-1-1 0 0,-3-1 0 0 0,2 2-67 0 0,0-1 0 0 0,0 1 0 0 0,0 0 0 0 0,0 0 0 0 0,0 0-1 0 0,0 0 1 0 0,0 0 0 0 0,0 0 0 0 0,0 0 0 0 0,0 1-1 0 0,0-1 1 0 0,0 1 0 0 0,-3 1 0 0 0,-4 2 186 0 0,0 0 0 0 0,0 1-1 0 0,0 1 1 0 0,-15 12 0 0 0,-1 3 247 0 0,2 1 0 0 0,0 1 1 0 0,-23 32-1 0 0,41-50-602 0 0,2 1 0 0 0,-1 0 0 0 0,1 0 0 0 0,0 0 0 0 0,0 0 1 0 0,1 1-1 0 0,0-1 0 0 0,0 1 0 0 0,0-1 0 0 0,1 1 0 0 0,0 0 0 0 0,0-1 1 0 0,1 9-1 0 0,0-11-23 0 0,0 0-1 0 0,0 0 1 0 0,1 0 0 0 0,-1 0 0 0 0,1-1 0 0 0,0 1 0 0 0,1 0-1 0 0,-1 0 1 0 0,0-1 0 0 0,1 1 0 0 0,0 0 0 0 0,0-1 0 0 0,0 0 0 0 0,0 1-1 0 0,1-1 1 0 0,-1 0 0 0 0,1 0 0 0 0,0-1 0 0 0,0 1 0 0 0,0 0-1 0 0,0-1 1 0 0,0 0 0 0 0,7 4 0 0 0,0-1 5 0 0,1-1 0 0 0,0 0 1 0 0,1 0-1 0 0,-1-2 0 0 0,0 1 0 0 0,23 1 1 0 0,70-5-1283 0 0,-78 0 348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40.659"/>
    </inkml:context>
    <inkml:brush xml:id="br0">
      <inkml:brushProperty name="width" value="0.1" units="cm"/>
      <inkml:brushProperty name="height" value="0.1" units="cm"/>
      <inkml:brushProperty name="color" value="#004F8B"/>
    </inkml:brush>
  </inkml:definitions>
  <inkml:trace contextRef="#ctx0" brushRef="#br0">0 44 4145 0 0,'3'-3'557'0'0,"0"0"1"0"0,-1 1-1 0 0,1-1 0 0 0,0 0 1 0 0,1 1-1 0 0,-1-1 1 0 0,0 1-1 0 0,1 0 0 0 0,4-2 1 0 0,1-1 509 0 0,-6 4-644 0 0,0-1 0 0 0,1 0-1 0 0,-1 1 1 0 0,1 0 0 0 0,-1 0 0 0 0,1 0-1 0 0,0 0 1 0 0,-1 1 0 0 0,1-1-1 0 0,0 1 1 0 0,-1 0 0 0 0,1 0 0 0 0,0 0-1 0 0,7 2 1 0 0,-10-2-331 0 0,1 1 0 0 0,0-1 0 0 0,-1 1 0 0 0,1-1-1 0 0,-1 1 1 0 0,1 0 0 0 0,0 0 0 0 0,-1 0 0 0 0,0 0 0 0 0,1 0 0 0 0,-1 0 0 0 0,0 0-1 0 0,1 1 1 0 0,-1-1 0 0 0,0 0 0 0 0,0 1 0 0 0,0-1 0 0 0,0 1 0 0 0,0-1 0 0 0,-1 1 0 0 0,1-1-1 0 0,0 1 1 0 0,-1 0 0 0 0,1-1 0 0 0,-1 1 0 0 0,1 0 0 0 0,-1 0 0 0 0,0-1 0 0 0,0 1-1 0 0,0 0 1 0 0,0 0 0 0 0,0-1 0 0 0,0 3 0 0 0,-3 13 128 0 0,2-13-150 0 0,1 0 0 0 0,-1 1 0 0 0,1-1 0 0 0,0 9-1 0 0,0-10-54 0 0,-1 0 0 0 0,1 0-1 0 0,-1 1 1 0 0,0-1-1 0 0,0 0 1 0 0,0 0-1 0 0,0 0 1 0 0,-1 0 0 0 0,1 0-1 0 0,-1 0 1 0 0,1-1-1 0 0,-4 4 1 0 0,-8 19 140 0 0,4 7 237 0 0,8-31-375 0 0,1-1 0 0 0,0 1 0 0 0,0 0 0 0 0,0-1 0 0 0,0 1 0 0 0,0 0 1 0 0,-1 0-1 0 0,1-1 0 0 0,1 1 0 0 0,-1 0 0 0 0,0 0 0 0 0,0-1 0 0 0,0 1 1 0 0,0 0-1 0 0,0-1 0 0 0,1 1 0 0 0,-1 0 0 0 0,0-1 0 0 0,1 1 0 0 0,-1 0 0 0 0,0-1 1 0 0,1 1-1 0 0,-1-1 0 0 0,1 1 0 0 0,-1 0 0 0 0,1-1 0 0 0,-1 1 0 0 0,1-1 1 0 0,-1 1-1 0 0,1-1 0 0 0,0 0 0 0 0,-1 1 0 0 0,1-1 0 0 0,0 0 0 0 0,-1 1 1 0 0,1-1-1 0 0,0 0 0 0 0,-1 0 0 0 0,2 1 0 0 0,7 0-24 0 0,-1-1 1 0 0,0 0-1 0 0,1 0 0 0 0,-1 0 0 0 0,11-3 0 0 0,18 0-828 0 0,-12 3-2419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41.968"/>
    </inkml:context>
    <inkml:brush xml:id="br0">
      <inkml:brushProperty name="width" value="0.1" units="cm"/>
      <inkml:brushProperty name="height" value="0.1" units="cm"/>
      <inkml:brushProperty name="color" value="#004F8B"/>
    </inkml:brush>
  </inkml:definitions>
  <inkml:trace contextRef="#ctx0" brushRef="#br0">0 16 5065 0 0,'0'0'389'0'0,"22"-3"2975"0"0,-20 3-3159 0 0,88-12 3782 0 0,-79 11-4098 0 0,0 1 0 0 0,0 0 1 0 0,0 1-1 0 0,0 0 0 0 0,0 1 0 0 0,13 3 1 0 0,-22-4 110 0 0,0 0 0 0 0,1 0 0 0 0,-1 0 0 0 0,0 0 0 0 0,0 0 0 0 0,0 0 0 0 0,3 3 0 0 0,4 5 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42.141"/>
    </inkml:context>
    <inkml:brush xml:id="br0">
      <inkml:brushProperty name="width" value="0.1" units="cm"/>
      <inkml:brushProperty name="height" value="0.1" units="cm"/>
      <inkml:brushProperty name="color" value="#004F8B"/>
    </inkml:brush>
  </inkml:definitions>
  <inkml:trace contextRef="#ctx0" brushRef="#br0">1 1 4609 0 0,'28'6'5905'0'0,"-8"-4"-5187"0"0,0-2 1 0 0,-1-1-1 0 0,23-3 0 0 0,-36 4-1174 0 0,0-1 1 0 0,0 1-1 0 0,11 2 0 0 0,1-1-266 0 0,3 0 402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42.458"/>
    </inkml:context>
    <inkml:brush xml:id="br0">
      <inkml:brushProperty name="width" value="0.1" units="cm"/>
      <inkml:brushProperty name="height" value="0.1" units="cm"/>
      <inkml:brushProperty name="color" value="#004F8B"/>
    </inkml:brush>
  </inkml:definitions>
  <inkml:trace contextRef="#ctx0" brushRef="#br0">3 0 8754 0 0,'-3'1'2638'0'0,"3"-1"-2598"0"0,8 18 6631 0 0,25 90-2977 0 0,-24-70-6370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42.694"/>
    </inkml:context>
    <inkml:brush xml:id="br0">
      <inkml:brushProperty name="width" value="0.1" units="cm"/>
      <inkml:brushProperty name="height" value="0.1" units="cm"/>
      <inkml:brushProperty name="color" value="#004F8B"/>
    </inkml:brush>
  </inkml:definitions>
  <inkml:trace contextRef="#ctx0" brushRef="#br0">27 0 8754 0 0,'-1'1'168'0'0,"0"0"0"0"0,1 0 1 0 0,-1-1-1 0 0,0 1 0 0 0,0 0 0 0 0,1 0 0 0 0,-1 0 1 0 0,0 0-1 0 0,1 0 0 0 0,-1 0 0 0 0,1 0 0 0 0,0 0 1 0 0,-1 0-1 0 0,1 0 0 0 0,0 0 0 0 0,-1 0 1 0 0,1 0-1 0 0,0 1 0 0 0,0 0 0 0 0,-3 32 4325 0 0,2-15-2924 0 0,0 6-517 0 0,1-17-715 0 0,-1-1 0 0 0,0 1 0 0 0,0-1 0 0 0,-4 15-1 0 0,4-18-592 0 0,0 0 0 0 0,1 0 0 0 0,-1 0-1 0 0,1 0 1 0 0,-1 1 0 0 0,1-1 0 0 0,1 0-1 0 0,-1 0 1 0 0,0 0 0 0 0,1 0 0 0 0,0 1-1 0 0,2 4 1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0T16:10:43.075"/>
    </inkml:context>
    <inkml:brush xml:id="br0">
      <inkml:brushProperty name="width" value="0.1" units="cm"/>
      <inkml:brushProperty name="height" value="0.1" units="cm"/>
      <inkml:brushProperty name="color" value="#004F8B"/>
    </inkml:brush>
  </inkml:definitions>
  <inkml:trace contextRef="#ctx0" brushRef="#br0">1 40 1376 0 0,'23'-13'373'0'0,"16"-3"5195"0"0,-32 13-4590 0 0,0 1 1 0 0,0 0 0 0 0,0 1-1 0 0,0 0 1 0 0,1 0 0 0 0,-1 0-1 0 0,10 1 1 0 0,-15 0-832 0 0,0 0 0 0 0,0 0 1 0 0,0 1-1 0 0,0-1 0 0 0,0 0 1 0 0,-1 1-1 0 0,1-1 0 0 0,0 1 0 0 0,0 0 1 0 0,0 0-1 0 0,0 0 0 0 0,-1 0 1 0 0,1 0-1 0 0,0 0 0 0 0,-1 0 0 0 0,1 0 1 0 0,-1 1-1 0 0,1-1 0 0 0,-1 1 1 0 0,0-1-1 0 0,1 1 0 0 0,-1-1 0 0 0,0 1 1 0 0,0 0-1 0 0,0 0 0 0 0,0-1 0 0 0,-1 1 1 0 0,1 0-1 0 0,0 0 0 0 0,-1 0 1 0 0,1 0-1 0 0,-1 0 0 0 0,0 0 0 0 0,0 0 1 0 0,0 3-1 0 0,0 1 17 0 0,0 1-1 0 0,-1 0 1 0 0,0-1 0 0 0,0 1-1 0 0,-1-1 1 0 0,0 1 0 0 0,0-1-1 0 0,-1 0 1 0 0,-3 9 0 0 0,-5 4 55 0 0,4-6-26 0 0,-10 20 0 0 0,16-29-168 0 0,-1 0 0 0 0,1 0 0 0 0,0 1-1 0 0,0-1 1 0 0,1 0 0 0 0,-1 0 0 0 0,1 1 0 0 0,0-1-1 0 0,0 8 1 0 0,1-11-24 0 0,-1 1 0 0 0,1-1 0 0 0,-1 0-1 0 0,1 0 1 0 0,0 1 0 0 0,-1-1 0 0 0,1 0-1 0 0,0 0 1 0 0,0 0 0 0 0,0 0 0 0 0,0 0 0 0 0,0 0-1 0 0,0 0 1 0 0,0 0 0 0 0,0 0 0 0 0,0 0 0 0 0,0-1-1 0 0,1 1 1 0 0,-1 0 0 0 0,0-1 0 0 0,0 1-1 0 0,1-1 1 0 0,-1 1 0 0 0,0-1 0 0 0,1 0 0 0 0,-1 0-1 0 0,1 1 1 0 0,1-1 0 0 0,6 1-34 0 0,0-1 1 0 0,0 0-1 0 0,10-1 0 0 0,-17 0 8 0 0,5 1-94 0 0,31-1-3799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C7051-9062-409C-AE15-A6F1197FF95B}" type="datetimeFigureOut">
              <a:rPr lang="en-GB" smtClean="0"/>
              <a:t>06/10/2026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8D7100-7860-40F6-91C6-0D4E22308A49}" type="slidenum">
              <a:rPr lang="en-GB" smtClean="0"/>
              <a:t>‹#›</a:t>
            </a:fld>
            <a:endParaRPr lang="en-GB"/>
          </a:p>
        </p:txBody>
      </p:sp>
    </p:spTree>
    <p:extLst>
      <p:ext uri="{BB962C8B-B14F-4D97-AF65-F5344CB8AC3E}">
        <p14:creationId xmlns:p14="http://schemas.microsoft.com/office/powerpoint/2010/main" val="3275888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0925E2-AAB4-4952-B199-F97F74609D8A}" type="slidenum">
              <a:rPr lang="en-GB" smtClean="0"/>
              <a:t>24</a:t>
            </a:fld>
            <a:endParaRPr lang="en-GB"/>
          </a:p>
        </p:txBody>
      </p:sp>
    </p:spTree>
    <p:extLst>
      <p:ext uri="{BB962C8B-B14F-4D97-AF65-F5344CB8AC3E}">
        <p14:creationId xmlns:p14="http://schemas.microsoft.com/office/powerpoint/2010/main" val="3527843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18D7100-7860-40F6-91C6-0D4E22308A49}" type="slidenum">
              <a:rPr lang="en-GB" smtClean="0"/>
              <a:t>28</a:t>
            </a:fld>
            <a:endParaRPr lang="en-GB"/>
          </a:p>
        </p:txBody>
      </p:sp>
    </p:spTree>
    <p:extLst>
      <p:ext uri="{BB962C8B-B14F-4D97-AF65-F5344CB8AC3E}">
        <p14:creationId xmlns:p14="http://schemas.microsoft.com/office/powerpoint/2010/main" val="2224657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18D7100-7860-40F6-91C6-0D4E22308A49}" type="slidenum">
              <a:rPr lang="en-GB" smtClean="0"/>
              <a:t>34</a:t>
            </a:fld>
            <a:endParaRPr lang="en-GB"/>
          </a:p>
        </p:txBody>
      </p:sp>
    </p:spTree>
    <p:extLst>
      <p:ext uri="{BB962C8B-B14F-4D97-AF65-F5344CB8AC3E}">
        <p14:creationId xmlns:p14="http://schemas.microsoft.com/office/powerpoint/2010/main" val="781690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18D7100-7860-40F6-91C6-0D4E22308A49}" type="slidenum">
              <a:rPr lang="en-GB" smtClean="0"/>
              <a:t>90</a:t>
            </a:fld>
            <a:endParaRPr lang="en-GB"/>
          </a:p>
        </p:txBody>
      </p:sp>
    </p:spTree>
    <p:extLst>
      <p:ext uri="{BB962C8B-B14F-4D97-AF65-F5344CB8AC3E}">
        <p14:creationId xmlns:p14="http://schemas.microsoft.com/office/powerpoint/2010/main" val="778188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DA7CFE7-E9FE-41AD-9C8B-96D98D88DCFA}" type="slidenum">
              <a:rPr lang="en-GB" smtClean="0"/>
              <a:t>102</a:t>
            </a:fld>
            <a:endParaRPr lang="en-GB"/>
          </a:p>
        </p:txBody>
      </p:sp>
    </p:spTree>
    <p:extLst>
      <p:ext uri="{BB962C8B-B14F-4D97-AF65-F5344CB8AC3E}">
        <p14:creationId xmlns:p14="http://schemas.microsoft.com/office/powerpoint/2010/main" val="3738436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3FA55-AB30-DC00-E2D5-68E8C958A37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6A2A787B-CFE3-6DC2-8024-0F3E64B0B5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5EFCCD79-E43C-F3C8-544C-5A174FC3773E}"/>
              </a:ext>
            </a:extLst>
          </p:cNvPr>
          <p:cNvSpPr>
            <a:spLocks noGrp="1"/>
          </p:cNvSpPr>
          <p:nvPr>
            <p:ph type="dt" sz="half" idx="10"/>
          </p:nvPr>
        </p:nvSpPr>
        <p:spPr/>
        <p:txBody>
          <a:bodyPr/>
          <a:lstStyle/>
          <a:p>
            <a:fld id="{148FAEA0-57BE-473E-ABDC-BF68B67FABA1}" type="datetimeFigureOut">
              <a:rPr lang="en-GB" smtClean="0"/>
              <a:t>06/10/2026</a:t>
            </a:fld>
            <a:endParaRPr lang="en-GB"/>
          </a:p>
        </p:txBody>
      </p:sp>
      <p:sp>
        <p:nvSpPr>
          <p:cNvPr id="5" name="Footer Placeholder 4">
            <a:extLst>
              <a:ext uri="{FF2B5EF4-FFF2-40B4-BE49-F238E27FC236}">
                <a16:creationId xmlns:a16="http://schemas.microsoft.com/office/drawing/2014/main" id="{2C8E6D58-05B8-F5C3-A035-F7C00C8D9B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593D760-E676-D76C-E7A6-BC0710FAECC3}"/>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3555727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DD004-397A-980E-C179-F9B825D6D15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54BDE7A-C9BD-5D48-8ED9-FDF82A7FB2F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CC54283-3B57-036F-F7E5-7440DB725588}"/>
              </a:ext>
            </a:extLst>
          </p:cNvPr>
          <p:cNvSpPr>
            <a:spLocks noGrp="1"/>
          </p:cNvSpPr>
          <p:nvPr>
            <p:ph type="dt" sz="half" idx="10"/>
          </p:nvPr>
        </p:nvSpPr>
        <p:spPr/>
        <p:txBody>
          <a:bodyPr/>
          <a:lstStyle/>
          <a:p>
            <a:fld id="{148FAEA0-57BE-473E-ABDC-BF68B67FABA1}" type="datetimeFigureOut">
              <a:rPr lang="en-GB" smtClean="0"/>
              <a:t>06/10/2026</a:t>
            </a:fld>
            <a:endParaRPr lang="en-GB"/>
          </a:p>
        </p:txBody>
      </p:sp>
      <p:sp>
        <p:nvSpPr>
          <p:cNvPr id="5" name="Footer Placeholder 4">
            <a:extLst>
              <a:ext uri="{FF2B5EF4-FFF2-40B4-BE49-F238E27FC236}">
                <a16:creationId xmlns:a16="http://schemas.microsoft.com/office/drawing/2014/main" id="{59AF0BA2-5F33-A0ED-F607-756FFF371C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C0A7E19-6197-C66B-8306-F294C21E87A6}"/>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4241531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0A67F-2255-BDD7-8A59-2118FE32AE9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63F4723-D975-03E2-44E8-702199E724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E9B290E-EDF0-FA32-8161-B3B394D7866A}"/>
              </a:ext>
            </a:extLst>
          </p:cNvPr>
          <p:cNvSpPr>
            <a:spLocks noGrp="1"/>
          </p:cNvSpPr>
          <p:nvPr>
            <p:ph type="dt" sz="half" idx="10"/>
          </p:nvPr>
        </p:nvSpPr>
        <p:spPr/>
        <p:txBody>
          <a:bodyPr/>
          <a:lstStyle/>
          <a:p>
            <a:fld id="{148FAEA0-57BE-473E-ABDC-BF68B67FABA1}" type="datetimeFigureOut">
              <a:rPr lang="en-GB" smtClean="0"/>
              <a:t>06/10/2026</a:t>
            </a:fld>
            <a:endParaRPr lang="en-GB"/>
          </a:p>
        </p:txBody>
      </p:sp>
      <p:sp>
        <p:nvSpPr>
          <p:cNvPr id="5" name="Footer Placeholder 4">
            <a:extLst>
              <a:ext uri="{FF2B5EF4-FFF2-40B4-BE49-F238E27FC236}">
                <a16:creationId xmlns:a16="http://schemas.microsoft.com/office/drawing/2014/main" id="{57F57736-164F-E5EE-675C-A1395E71A9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FE7AFD4-CC0F-D913-3A93-8EC164471E89}"/>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3484133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B428-181F-BFCF-DA92-29995069B55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4301729-74D5-9433-CDFD-80218A59374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9CA5E06B-69F1-EADB-BB1F-62CC49C009C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AC622311-E765-9BF3-8FC2-739EF31D6706}"/>
              </a:ext>
            </a:extLst>
          </p:cNvPr>
          <p:cNvSpPr>
            <a:spLocks noGrp="1"/>
          </p:cNvSpPr>
          <p:nvPr>
            <p:ph type="dt" sz="half" idx="10"/>
          </p:nvPr>
        </p:nvSpPr>
        <p:spPr/>
        <p:txBody>
          <a:bodyPr/>
          <a:lstStyle/>
          <a:p>
            <a:fld id="{148FAEA0-57BE-473E-ABDC-BF68B67FABA1}" type="datetimeFigureOut">
              <a:rPr lang="en-GB" smtClean="0"/>
              <a:t>06/10/2026</a:t>
            </a:fld>
            <a:endParaRPr lang="en-GB"/>
          </a:p>
        </p:txBody>
      </p:sp>
      <p:sp>
        <p:nvSpPr>
          <p:cNvPr id="6" name="Footer Placeholder 5">
            <a:extLst>
              <a:ext uri="{FF2B5EF4-FFF2-40B4-BE49-F238E27FC236}">
                <a16:creationId xmlns:a16="http://schemas.microsoft.com/office/drawing/2014/main" id="{499F365E-9401-08DE-D3A0-C6BC83599D1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6A48CD9-152A-EBD8-E221-A59FDA6D213D}"/>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3276254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6DA84-A405-DEDE-EA19-DCCA0926C4C9}"/>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5F4D0D1A-A68D-F8FA-432C-F87A52F358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9B37FA5-083B-CBBD-4F35-7AEB939DC3A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A0484906-4322-6720-6959-0CE1F23527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DCA1C4C-F47B-0BAE-085B-C1E99F07BE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7442B9B-7E19-D371-AF0A-1867306949CB}"/>
              </a:ext>
            </a:extLst>
          </p:cNvPr>
          <p:cNvSpPr>
            <a:spLocks noGrp="1"/>
          </p:cNvSpPr>
          <p:nvPr>
            <p:ph type="dt" sz="half" idx="10"/>
          </p:nvPr>
        </p:nvSpPr>
        <p:spPr/>
        <p:txBody>
          <a:bodyPr/>
          <a:lstStyle/>
          <a:p>
            <a:fld id="{148FAEA0-57BE-473E-ABDC-BF68B67FABA1}" type="datetimeFigureOut">
              <a:rPr lang="en-GB" smtClean="0"/>
              <a:t>06/10/2026</a:t>
            </a:fld>
            <a:endParaRPr lang="en-GB"/>
          </a:p>
        </p:txBody>
      </p:sp>
      <p:sp>
        <p:nvSpPr>
          <p:cNvPr id="8" name="Footer Placeholder 7">
            <a:extLst>
              <a:ext uri="{FF2B5EF4-FFF2-40B4-BE49-F238E27FC236}">
                <a16:creationId xmlns:a16="http://schemas.microsoft.com/office/drawing/2014/main" id="{E203848B-B261-DEB6-BD59-38888DEEF13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8206104-ECD0-28DA-19E8-BB91DF186BDB}"/>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1997812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76DB-4410-7DCC-AD51-8273A2B22DE9}"/>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C1AF26A-640A-6217-7A3C-69A7D466E13A}"/>
              </a:ext>
            </a:extLst>
          </p:cNvPr>
          <p:cNvSpPr>
            <a:spLocks noGrp="1"/>
          </p:cNvSpPr>
          <p:nvPr>
            <p:ph type="dt" sz="half" idx="10"/>
          </p:nvPr>
        </p:nvSpPr>
        <p:spPr/>
        <p:txBody>
          <a:bodyPr/>
          <a:lstStyle/>
          <a:p>
            <a:fld id="{148FAEA0-57BE-473E-ABDC-BF68B67FABA1}" type="datetimeFigureOut">
              <a:rPr lang="en-GB" smtClean="0"/>
              <a:t>06/10/2026</a:t>
            </a:fld>
            <a:endParaRPr lang="en-GB"/>
          </a:p>
        </p:txBody>
      </p:sp>
      <p:sp>
        <p:nvSpPr>
          <p:cNvPr id="4" name="Footer Placeholder 3">
            <a:extLst>
              <a:ext uri="{FF2B5EF4-FFF2-40B4-BE49-F238E27FC236}">
                <a16:creationId xmlns:a16="http://schemas.microsoft.com/office/drawing/2014/main" id="{F4221451-4B3C-E455-432C-DB73D8186AB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3C6006B-E5FE-AEBF-E534-5D0413208D8B}"/>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1928312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AAB999-75F0-0393-64BD-5629BE264877}"/>
              </a:ext>
            </a:extLst>
          </p:cNvPr>
          <p:cNvSpPr>
            <a:spLocks noGrp="1"/>
          </p:cNvSpPr>
          <p:nvPr>
            <p:ph type="dt" sz="half" idx="10"/>
          </p:nvPr>
        </p:nvSpPr>
        <p:spPr/>
        <p:txBody>
          <a:bodyPr/>
          <a:lstStyle/>
          <a:p>
            <a:fld id="{148FAEA0-57BE-473E-ABDC-BF68B67FABA1}" type="datetimeFigureOut">
              <a:rPr lang="en-GB" smtClean="0"/>
              <a:t>06/10/2026</a:t>
            </a:fld>
            <a:endParaRPr lang="en-GB"/>
          </a:p>
        </p:txBody>
      </p:sp>
      <p:sp>
        <p:nvSpPr>
          <p:cNvPr id="3" name="Footer Placeholder 2">
            <a:extLst>
              <a:ext uri="{FF2B5EF4-FFF2-40B4-BE49-F238E27FC236}">
                <a16:creationId xmlns:a16="http://schemas.microsoft.com/office/drawing/2014/main" id="{5E8F2CEA-D6F9-5458-EC7A-78F58486315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61C71D6-C3C0-D0E4-AB1A-6EC9C35FA1C9}"/>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2981286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37551-8117-0F02-0917-94FA11932A2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8351FE65-537B-4FF0-1431-53208C90F2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8BE10B7D-C6D8-36CB-7941-F7654D5DE1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7E84519-A286-3C31-40A6-C84E19D8D77A}"/>
              </a:ext>
            </a:extLst>
          </p:cNvPr>
          <p:cNvSpPr>
            <a:spLocks noGrp="1"/>
          </p:cNvSpPr>
          <p:nvPr>
            <p:ph type="dt" sz="half" idx="10"/>
          </p:nvPr>
        </p:nvSpPr>
        <p:spPr/>
        <p:txBody>
          <a:bodyPr/>
          <a:lstStyle/>
          <a:p>
            <a:fld id="{148FAEA0-57BE-473E-ABDC-BF68B67FABA1}" type="datetimeFigureOut">
              <a:rPr lang="en-GB" smtClean="0"/>
              <a:t>06/10/2026</a:t>
            </a:fld>
            <a:endParaRPr lang="en-GB"/>
          </a:p>
        </p:txBody>
      </p:sp>
      <p:sp>
        <p:nvSpPr>
          <p:cNvPr id="6" name="Footer Placeholder 5">
            <a:extLst>
              <a:ext uri="{FF2B5EF4-FFF2-40B4-BE49-F238E27FC236}">
                <a16:creationId xmlns:a16="http://schemas.microsoft.com/office/drawing/2014/main" id="{8FB535EE-7C1C-48EF-6443-1332DA1BED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01B981-C8BD-5C93-3F1B-E3EB23353664}"/>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3167172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4D123-13C3-9EE5-FD39-128AAA989D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89F8C6E1-9D2E-9B5C-5E04-27DD6C8937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373B5C8-693E-CED5-5E09-7367C4B032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E18B8B8-A322-D829-23F6-A2C77D33AD99}"/>
              </a:ext>
            </a:extLst>
          </p:cNvPr>
          <p:cNvSpPr>
            <a:spLocks noGrp="1"/>
          </p:cNvSpPr>
          <p:nvPr>
            <p:ph type="dt" sz="half" idx="10"/>
          </p:nvPr>
        </p:nvSpPr>
        <p:spPr/>
        <p:txBody>
          <a:bodyPr/>
          <a:lstStyle/>
          <a:p>
            <a:fld id="{148FAEA0-57BE-473E-ABDC-BF68B67FABA1}" type="datetimeFigureOut">
              <a:rPr lang="en-GB" smtClean="0"/>
              <a:t>06/10/2026</a:t>
            </a:fld>
            <a:endParaRPr lang="en-GB"/>
          </a:p>
        </p:txBody>
      </p:sp>
      <p:sp>
        <p:nvSpPr>
          <p:cNvPr id="6" name="Footer Placeholder 5">
            <a:extLst>
              <a:ext uri="{FF2B5EF4-FFF2-40B4-BE49-F238E27FC236}">
                <a16:creationId xmlns:a16="http://schemas.microsoft.com/office/drawing/2014/main" id="{C4925D4F-B481-C386-8315-B4452FFC2E4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E8B3BDF-E459-D9C0-2F7B-C51F031C1158}"/>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1817877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2CFC3-DD72-FEF3-0E01-5837CE22113D}"/>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0537BEFA-5226-117B-AE48-BF37D9518F6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8C91218-7C69-8DCC-959F-2AEBD9FE1C6B}"/>
              </a:ext>
            </a:extLst>
          </p:cNvPr>
          <p:cNvSpPr>
            <a:spLocks noGrp="1"/>
          </p:cNvSpPr>
          <p:nvPr>
            <p:ph type="dt" sz="half" idx="10"/>
          </p:nvPr>
        </p:nvSpPr>
        <p:spPr/>
        <p:txBody>
          <a:bodyPr/>
          <a:lstStyle/>
          <a:p>
            <a:fld id="{148FAEA0-57BE-473E-ABDC-BF68B67FABA1}" type="datetimeFigureOut">
              <a:rPr lang="en-GB" smtClean="0"/>
              <a:t>06/10/2026</a:t>
            </a:fld>
            <a:endParaRPr lang="en-GB"/>
          </a:p>
        </p:txBody>
      </p:sp>
      <p:sp>
        <p:nvSpPr>
          <p:cNvPr id="5" name="Footer Placeholder 4">
            <a:extLst>
              <a:ext uri="{FF2B5EF4-FFF2-40B4-BE49-F238E27FC236}">
                <a16:creationId xmlns:a16="http://schemas.microsoft.com/office/drawing/2014/main" id="{C72D6782-4812-5023-7D77-3EDF9DCC29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0EE6C2-F748-15D4-B64F-EAFD75D1C155}"/>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1461854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E333F4-1559-3508-32AC-D6792F1D3372}"/>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AB6504C-601D-55EA-12FF-0B2BA18865D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E6D5D75-F368-364E-BDB5-EF5AFCEA83B0}"/>
              </a:ext>
            </a:extLst>
          </p:cNvPr>
          <p:cNvSpPr>
            <a:spLocks noGrp="1"/>
          </p:cNvSpPr>
          <p:nvPr>
            <p:ph type="dt" sz="half" idx="10"/>
          </p:nvPr>
        </p:nvSpPr>
        <p:spPr/>
        <p:txBody>
          <a:bodyPr/>
          <a:lstStyle/>
          <a:p>
            <a:fld id="{148FAEA0-57BE-473E-ABDC-BF68B67FABA1}" type="datetimeFigureOut">
              <a:rPr lang="en-GB" smtClean="0"/>
              <a:t>06/10/2026</a:t>
            </a:fld>
            <a:endParaRPr lang="en-GB"/>
          </a:p>
        </p:txBody>
      </p:sp>
      <p:sp>
        <p:nvSpPr>
          <p:cNvPr id="5" name="Footer Placeholder 4">
            <a:extLst>
              <a:ext uri="{FF2B5EF4-FFF2-40B4-BE49-F238E27FC236}">
                <a16:creationId xmlns:a16="http://schemas.microsoft.com/office/drawing/2014/main" id="{A4317816-F9B0-36E6-989C-53A724F3EF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6C50D4-B7F9-700B-20CB-364B35185155}"/>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911804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Quote on Cam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6EF71B-F60E-7B48-83E4-55A1FCF584D9}"/>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1620" t="1868" r="1868" b="1620"/>
          <a:stretch/>
        </p:blipFill>
        <p:spPr>
          <a:xfrm>
            <a:off x="2" y="1"/>
            <a:ext cx="12191999" cy="6860776"/>
          </a:xfrm>
          <a:prstGeom prst="rect">
            <a:avLst/>
          </a:prstGeom>
        </p:spPr>
      </p:pic>
      <p:sp>
        <p:nvSpPr>
          <p:cNvPr id="4" name="Slide Number">
            <a:extLst>
              <a:ext uri="{FF2B5EF4-FFF2-40B4-BE49-F238E27FC236}">
                <a16:creationId xmlns:a16="http://schemas.microsoft.com/office/drawing/2014/main" id="{F1FDF40F-AA30-C342-848B-716B6756B991}"/>
              </a:ext>
            </a:extLst>
          </p:cNvPr>
          <p:cNvSpPr txBox="1">
            <a:spLocks noGrp="1"/>
          </p:cNvSpPr>
          <p:nvPr>
            <p:ph type="sldNum" sz="quarter" idx="2"/>
          </p:nvPr>
        </p:nvSpPr>
        <p:spPr>
          <a:xfrm>
            <a:off x="11590553" y="6356352"/>
            <a:ext cx="249423" cy="246217"/>
          </a:xfrm>
          <a:prstGeom prst="rect">
            <a:avLst/>
          </a:prstGeom>
        </p:spPr>
        <p:txBody>
          <a:bodyPr lIns="45718" tIns="45718" rIns="45718" bIns="45718" anchor="t"/>
          <a:lstStyle>
            <a:lvl1pPr algn="ctr" defTabSz="685748">
              <a:lnSpc>
                <a:spcPct val="100000"/>
              </a:lnSpc>
              <a:spcBef>
                <a:spcPts val="0"/>
              </a:spcBef>
              <a:defRPr sz="750" b="0" i="0">
                <a:solidFill>
                  <a:schemeClr val="bg1"/>
                </a:solidFill>
                <a:latin typeface="Arial" panose="020B0604020202020204" pitchFamily="34" charset="0"/>
                <a:ea typeface="Open Sans Regular"/>
                <a:cs typeface="Arial" panose="020B0604020202020204" pitchFamily="34" charset="0"/>
                <a:sym typeface="Open Sans Regular"/>
              </a:defRPr>
            </a:lvl1pPr>
          </a:lstStyle>
          <a:p>
            <a:fld id="{72DA58F3-7ABE-4823-8671-C5AB3367817B}" type="slidenum">
              <a:rPr lang="en-GB" smtClean="0"/>
              <a:t>‹#›</a:t>
            </a:fld>
            <a:endParaRPr lang="en-GB"/>
          </a:p>
        </p:txBody>
      </p:sp>
      <p:sp>
        <p:nvSpPr>
          <p:cNvPr id="9" name="Text Placeholder 8">
            <a:extLst>
              <a:ext uri="{FF2B5EF4-FFF2-40B4-BE49-F238E27FC236}">
                <a16:creationId xmlns:a16="http://schemas.microsoft.com/office/drawing/2014/main" id="{F38C8141-5A82-894D-AA12-C382770E5E82}"/>
              </a:ext>
            </a:extLst>
          </p:cNvPr>
          <p:cNvSpPr>
            <a:spLocks noGrp="1"/>
          </p:cNvSpPr>
          <p:nvPr>
            <p:ph type="body" sz="quarter" idx="10" hasCustomPrompt="1"/>
          </p:nvPr>
        </p:nvSpPr>
        <p:spPr>
          <a:xfrm>
            <a:off x="1301507" y="2077279"/>
            <a:ext cx="9588988" cy="3010537"/>
          </a:xfrm>
          <a:prstGeom prst="rect">
            <a:avLst/>
          </a:prstGeom>
        </p:spPr>
        <p:txBody>
          <a:bodyPr>
            <a:normAutofit/>
          </a:bodyPr>
          <a:lstStyle>
            <a:lvl1pPr marL="0" indent="0" algn="ctr">
              <a:buNone/>
              <a:defRPr sz="2250" b="0" i="1">
                <a:solidFill>
                  <a:schemeClr val="tx1">
                    <a:lumMod val="75000"/>
                    <a:lumOff val="25000"/>
                  </a:schemeClr>
                </a:solidFill>
                <a:latin typeface="Arial" panose="020B0604020202020204" pitchFamily="34" charset="0"/>
                <a:ea typeface="Open Sans Extrabold" panose="020B0606030504020204" pitchFamily="34" charset="0"/>
                <a:cs typeface="Arial" panose="020B0604020202020204" pitchFamily="34" charset="0"/>
              </a:defRPr>
            </a:lvl1pPr>
          </a:lstStyle>
          <a:p>
            <a:pPr lvl="0"/>
            <a:r>
              <a:rPr lang="en-GB" dirty="0"/>
              <a:t>“Click to add a quote here”</a:t>
            </a:r>
          </a:p>
        </p:txBody>
      </p:sp>
      <p:grpSp>
        <p:nvGrpSpPr>
          <p:cNvPr id="5" name="Group 4">
            <a:extLst>
              <a:ext uri="{FF2B5EF4-FFF2-40B4-BE49-F238E27FC236}">
                <a16:creationId xmlns:a16="http://schemas.microsoft.com/office/drawing/2014/main" id="{87461086-B098-5A56-B1BB-C5AFF0ABC48D}"/>
              </a:ext>
            </a:extLst>
          </p:cNvPr>
          <p:cNvGrpSpPr/>
          <p:nvPr/>
        </p:nvGrpSpPr>
        <p:grpSpPr>
          <a:xfrm>
            <a:off x="191344" y="116632"/>
            <a:ext cx="3695217" cy="644279"/>
            <a:chOff x="191344" y="116632"/>
            <a:chExt cx="3695217" cy="644279"/>
          </a:xfrm>
        </p:grpSpPr>
        <p:pic>
          <p:nvPicPr>
            <p:cNvPr id="8" name="Picture 7">
              <a:extLst>
                <a:ext uri="{FF2B5EF4-FFF2-40B4-BE49-F238E27FC236}">
                  <a16:creationId xmlns:a16="http://schemas.microsoft.com/office/drawing/2014/main" id="{3BE1A39C-3555-4F26-6768-2FDE7A7D478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86561" y="360257"/>
              <a:ext cx="3600000" cy="400654"/>
            </a:xfrm>
            <a:prstGeom prst="rect">
              <a:avLst/>
            </a:prstGeom>
          </p:spPr>
        </p:pic>
        <p:sp>
          <p:nvSpPr>
            <p:cNvPr id="10" name="Text Box 1">
              <a:extLst>
                <a:ext uri="{FF2B5EF4-FFF2-40B4-BE49-F238E27FC236}">
                  <a16:creationId xmlns:a16="http://schemas.microsoft.com/office/drawing/2014/main" id="{D79D3A15-557E-A135-7056-EF2918A3AA75}"/>
                </a:ext>
              </a:extLst>
            </p:cNvPr>
            <p:cNvSpPr txBox="1"/>
            <p:nvPr/>
          </p:nvSpPr>
          <p:spPr>
            <a:xfrm>
              <a:off x="191344" y="116632"/>
              <a:ext cx="3300437" cy="31034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685748" rtl="0" eaLnBrk="1" fontAlgn="auto" latinLnBrk="0" hangingPunct="0">
                <a:lnSpc>
                  <a:spcPct val="100000"/>
                </a:lnSpc>
                <a:spcBef>
                  <a:spcPts val="0"/>
                </a:spcBef>
                <a:spcAft>
                  <a:spcPts val="0"/>
                </a:spcAft>
                <a:buClrTx/>
                <a:buSzTx/>
                <a:buFontTx/>
                <a:buNone/>
                <a:tabLst/>
                <a:defRPr/>
              </a:pPr>
              <a:r>
                <a:rPr kumimoji="0" lang="en-GB" sz="900" b="0" i="0" u="none" strike="noStrike" kern="0" cap="none" spc="0" normalizeH="0" baseline="0" noProof="0" dirty="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rPr>
                <a:t>Laboratory for Scientific Computing</a:t>
              </a:r>
            </a:p>
          </p:txBody>
        </p:sp>
      </p:grpSp>
    </p:spTree>
    <p:extLst>
      <p:ext uri="{BB962C8B-B14F-4D97-AF65-F5344CB8AC3E}">
        <p14:creationId xmlns:p14="http://schemas.microsoft.com/office/powerpoint/2010/main" val="4236753975"/>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Text and media 2">
    <p:spTree>
      <p:nvGrpSpPr>
        <p:cNvPr id="1" name=""/>
        <p:cNvGrpSpPr/>
        <p:nvPr/>
      </p:nvGrpSpPr>
      <p:grpSpPr>
        <a:xfrm>
          <a:off x="0" y="0"/>
          <a:ext cx="0" cy="0"/>
          <a:chOff x="0" y="0"/>
          <a:chExt cx="0" cy="0"/>
        </a:xfrm>
      </p:grpSpPr>
      <p:sp>
        <p:nvSpPr>
          <p:cNvPr id="5" name="Прямоугольник 8">
            <a:extLst>
              <a:ext uri="{FF2B5EF4-FFF2-40B4-BE49-F238E27FC236}">
                <a16:creationId xmlns:a16="http://schemas.microsoft.com/office/drawing/2014/main" id="{B4B0D22C-051D-4147-AAAA-FD7CE0AE94C2}"/>
              </a:ext>
            </a:extLst>
          </p:cNvPr>
          <p:cNvSpPr/>
          <p:nvPr/>
        </p:nvSpPr>
        <p:spPr>
          <a:xfrm>
            <a:off x="-366504" y="-9012"/>
            <a:ext cx="12206479" cy="6858000"/>
          </a:xfrm>
          <a:prstGeom prst="rect">
            <a:avLst/>
          </a:prstGeom>
          <a:solidFill>
            <a:srgbClr val="F2F2F2">
              <a:alpha val="29851"/>
            </a:srgbClr>
          </a:solidFill>
          <a:ln w="12700">
            <a:miter lim="400000"/>
          </a:ln>
        </p:spPr>
        <p:txBody>
          <a:bodyPr lIns="34289" tIns="34289" rIns="34289" bIns="34289" anchor="ctr"/>
          <a:lstStyle/>
          <a:p>
            <a:pPr marL="0" marR="0" lvl="0" indent="0" algn="ctr" defTabSz="685800" rtl="0" eaLnBrk="1" fontAlgn="auto" latinLnBrk="0" hangingPunct="0">
              <a:lnSpc>
                <a:spcPct val="100000"/>
              </a:lnSpc>
              <a:spcBef>
                <a:spcPts val="0"/>
              </a:spcBef>
              <a:spcAft>
                <a:spcPts val="0"/>
              </a:spcAft>
              <a:buClrTx/>
              <a:buSzTx/>
              <a:buFontTx/>
              <a:buNone/>
              <a:tabLst/>
              <a:defRPr>
                <a:solidFill>
                  <a:srgbClr val="FFFFFF"/>
                </a:solidFill>
                <a:latin typeface="King"/>
                <a:ea typeface="King"/>
                <a:cs typeface="King"/>
                <a:sym typeface="King"/>
              </a:defRPr>
            </a:pPr>
            <a:endParaRPr kumimoji="0" sz="1350" b="0" i="0" u="none" strike="noStrike" kern="0" cap="none" spc="0" normalizeH="0" baseline="0" noProof="0" dirty="0">
              <a:ln>
                <a:noFill/>
              </a:ln>
              <a:solidFill>
                <a:srgbClr val="FFFFFF"/>
              </a:solidFill>
              <a:effectLst/>
              <a:uLnTx/>
              <a:uFillTx/>
              <a:latin typeface="King"/>
              <a:sym typeface="King"/>
            </a:endParaRPr>
          </a:p>
        </p:txBody>
      </p:sp>
      <p:sp>
        <p:nvSpPr>
          <p:cNvPr id="4" name="Slide Number">
            <a:extLst>
              <a:ext uri="{FF2B5EF4-FFF2-40B4-BE49-F238E27FC236}">
                <a16:creationId xmlns:a16="http://schemas.microsoft.com/office/drawing/2014/main" id="{F1FDF40F-AA30-C342-848B-716B6756B991}"/>
              </a:ext>
            </a:extLst>
          </p:cNvPr>
          <p:cNvSpPr txBox="1">
            <a:spLocks noGrp="1"/>
          </p:cNvSpPr>
          <p:nvPr>
            <p:ph type="sldNum" sz="quarter" idx="2"/>
          </p:nvPr>
        </p:nvSpPr>
        <p:spPr>
          <a:xfrm>
            <a:off x="11590553" y="6356352"/>
            <a:ext cx="249423" cy="246217"/>
          </a:xfrm>
          <a:prstGeom prst="rect">
            <a:avLst/>
          </a:prstGeom>
        </p:spPr>
        <p:txBody>
          <a:bodyPr lIns="45718" tIns="45718" rIns="45718" bIns="45718" anchor="t"/>
          <a:lstStyle>
            <a:lvl1pPr algn="ctr" defTabSz="685748">
              <a:lnSpc>
                <a:spcPct val="100000"/>
              </a:lnSpc>
              <a:spcBef>
                <a:spcPts val="0"/>
              </a:spcBef>
              <a:defRPr sz="750" b="0" i="0">
                <a:solidFill>
                  <a:schemeClr val="tx1">
                    <a:lumMod val="50000"/>
                  </a:schemeClr>
                </a:solidFill>
                <a:latin typeface="Arial" panose="020B0604020202020204" pitchFamily="34" charset="0"/>
                <a:ea typeface="Open Sans Regular"/>
                <a:cs typeface="Arial" panose="020B0604020202020204" pitchFamily="34" charset="0"/>
                <a:sym typeface="Open Sans Regular"/>
              </a:defRPr>
            </a:lvl1pPr>
          </a:lstStyle>
          <a:p>
            <a:fld id="{72DA58F3-7ABE-4823-8671-C5AB3367817B}" type="slidenum">
              <a:rPr lang="en-GB" smtClean="0"/>
              <a:t>‹#›</a:t>
            </a:fld>
            <a:endParaRPr lang="en-GB"/>
          </a:p>
        </p:txBody>
      </p:sp>
      <p:sp>
        <p:nvSpPr>
          <p:cNvPr id="6" name="Title 1">
            <a:extLst>
              <a:ext uri="{FF2B5EF4-FFF2-40B4-BE49-F238E27FC236}">
                <a16:creationId xmlns:a16="http://schemas.microsoft.com/office/drawing/2014/main" id="{A3190112-CEED-9340-B787-75A4C7E333FF}"/>
              </a:ext>
            </a:extLst>
          </p:cNvPr>
          <p:cNvSpPr>
            <a:spLocks noGrp="1"/>
          </p:cNvSpPr>
          <p:nvPr>
            <p:ph type="title" hasCustomPrompt="1"/>
          </p:nvPr>
        </p:nvSpPr>
        <p:spPr>
          <a:xfrm>
            <a:off x="417505" y="1212589"/>
            <a:ext cx="10936297" cy="459765"/>
          </a:xfrm>
          <a:prstGeom prst="rect">
            <a:avLst/>
          </a:prstGeom>
        </p:spPr>
        <p:txBody>
          <a:bodyPr>
            <a:normAutofit/>
          </a:bodyPr>
          <a:lstStyle>
            <a:lvl1pPr>
              <a:defRPr sz="2250" b="0" i="0">
                <a:solidFill>
                  <a:schemeClr val="tx1">
                    <a:lumMod val="50000"/>
                  </a:schemeClr>
                </a:solidFill>
                <a:latin typeface="Arial" panose="020B0604020202020204" pitchFamily="34" charset="0"/>
                <a:cs typeface="Arial" panose="020B0604020202020204" pitchFamily="34" charset="0"/>
              </a:defRPr>
            </a:lvl1pPr>
          </a:lstStyle>
          <a:p>
            <a:r>
              <a:rPr lang="en-GB" dirty="0"/>
              <a:t>Your heading here</a:t>
            </a:r>
            <a:endParaRPr lang="en-US" dirty="0"/>
          </a:p>
        </p:txBody>
      </p:sp>
      <p:sp>
        <p:nvSpPr>
          <p:cNvPr id="7" name="Content Placeholder 3">
            <a:extLst>
              <a:ext uri="{FF2B5EF4-FFF2-40B4-BE49-F238E27FC236}">
                <a16:creationId xmlns:a16="http://schemas.microsoft.com/office/drawing/2014/main" id="{45A38A35-98AD-244B-BC56-964CBC1CCACC}"/>
              </a:ext>
            </a:extLst>
          </p:cNvPr>
          <p:cNvSpPr>
            <a:spLocks noGrp="1"/>
          </p:cNvSpPr>
          <p:nvPr>
            <p:ph sz="half" idx="10" hasCustomPrompt="1"/>
          </p:nvPr>
        </p:nvSpPr>
        <p:spPr>
          <a:xfrm>
            <a:off x="6172200" y="2438931"/>
            <a:ext cx="5181600" cy="3422608"/>
          </a:xfrm>
          <a:prstGeom prst="rect">
            <a:avLst/>
          </a:prstGeom>
        </p:spPr>
        <p:txBody>
          <a:bodyPr>
            <a:normAutofit/>
          </a:bodyPr>
          <a:lstStyle>
            <a:lvl1pPr>
              <a:lnSpc>
                <a:spcPct val="150000"/>
              </a:lnSpc>
              <a:defRPr sz="1350" b="0" i="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buNone/>
              <a:defRPr sz="1200" b="0" i="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stStyle>
          <a:p>
            <a:pPr lvl="0"/>
            <a:r>
              <a:rPr lang="en-GB" dirty="0"/>
              <a:t>Click to add your text here</a:t>
            </a:r>
          </a:p>
        </p:txBody>
      </p:sp>
      <p:sp>
        <p:nvSpPr>
          <p:cNvPr id="8" name="Content Placeholder 3">
            <a:extLst>
              <a:ext uri="{FF2B5EF4-FFF2-40B4-BE49-F238E27FC236}">
                <a16:creationId xmlns:a16="http://schemas.microsoft.com/office/drawing/2014/main" id="{FBE56363-26EA-0E45-92A7-DC3D5187182E}"/>
              </a:ext>
            </a:extLst>
          </p:cNvPr>
          <p:cNvSpPr>
            <a:spLocks noGrp="1"/>
          </p:cNvSpPr>
          <p:nvPr>
            <p:ph sz="half" idx="11" hasCustomPrompt="1"/>
          </p:nvPr>
        </p:nvSpPr>
        <p:spPr>
          <a:xfrm>
            <a:off x="417503" y="2438931"/>
            <a:ext cx="5181600" cy="3422608"/>
          </a:xfrm>
          <a:prstGeom prst="rect">
            <a:avLst/>
          </a:prstGeom>
        </p:spPr>
        <p:txBody>
          <a:bodyPr>
            <a:normAutofit/>
          </a:bodyPr>
          <a:lstStyle>
            <a:lvl1pPr>
              <a:lnSpc>
                <a:spcPct val="150000"/>
              </a:lnSpc>
              <a:defRPr sz="1350" b="0" i="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buNone/>
              <a:defRPr sz="1200" b="0" i="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stStyle>
          <a:p>
            <a:pPr lvl="0"/>
            <a:r>
              <a:rPr lang="en-GB" dirty="0"/>
              <a:t>Click to add your text here</a:t>
            </a:r>
          </a:p>
        </p:txBody>
      </p:sp>
      <p:pic>
        <p:nvPicPr>
          <p:cNvPr id="11" name="UoC_BrandTexture_SingleColour_RGB_UoC_SingleColour_CB_Texture_CMYK.png">
            <a:extLst>
              <a:ext uri="{FF2B5EF4-FFF2-40B4-BE49-F238E27FC236}">
                <a16:creationId xmlns:a16="http://schemas.microsoft.com/office/drawing/2014/main" id="{29EF94AE-3313-FC4E-B5A9-4CAF3AD8CA9F}"/>
              </a:ext>
              <a:ext uri="{C183D7F6-B498-43B3-948B-1728B52AA6E4}">
                <adec:decorative xmlns:adec="http://schemas.microsoft.com/office/drawing/2017/decorative" val="1"/>
              </a:ext>
            </a:extLst>
          </p:cNvPr>
          <p:cNvPicPr>
            <a:picLocks noChangeAspect="1"/>
          </p:cNvPicPr>
          <p:nvPr/>
        </p:nvPicPr>
        <p:blipFill rotWithShape="1">
          <a:blip r:embed="rId2"/>
          <a:srcRect l="29669" t="7599" r="11393" b="85049"/>
          <a:stretch/>
        </p:blipFill>
        <p:spPr>
          <a:xfrm>
            <a:off x="0" y="-9013"/>
            <a:ext cx="12192000" cy="855679"/>
          </a:xfrm>
          <a:prstGeom prst="rect">
            <a:avLst/>
          </a:prstGeom>
          <a:ln w="12700">
            <a:miter lim="400000"/>
          </a:ln>
        </p:spPr>
      </p:pic>
      <p:grpSp>
        <p:nvGrpSpPr>
          <p:cNvPr id="3" name="Group 2">
            <a:extLst>
              <a:ext uri="{FF2B5EF4-FFF2-40B4-BE49-F238E27FC236}">
                <a16:creationId xmlns:a16="http://schemas.microsoft.com/office/drawing/2014/main" id="{8A160D4D-5096-A1F4-9D53-0787DCD52149}"/>
              </a:ext>
            </a:extLst>
          </p:cNvPr>
          <p:cNvGrpSpPr/>
          <p:nvPr/>
        </p:nvGrpSpPr>
        <p:grpSpPr>
          <a:xfrm>
            <a:off x="191344" y="116632"/>
            <a:ext cx="3695217" cy="644279"/>
            <a:chOff x="191344" y="116632"/>
            <a:chExt cx="3695217" cy="644279"/>
          </a:xfrm>
        </p:grpSpPr>
        <p:pic>
          <p:nvPicPr>
            <p:cNvPr id="12" name="Picture 11">
              <a:extLst>
                <a:ext uri="{FF2B5EF4-FFF2-40B4-BE49-F238E27FC236}">
                  <a16:creationId xmlns:a16="http://schemas.microsoft.com/office/drawing/2014/main" id="{C70DEE98-C849-78F9-388D-56620E03B96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86561" y="360257"/>
              <a:ext cx="3600000" cy="400654"/>
            </a:xfrm>
            <a:prstGeom prst="rect">
              <a:avLst/>
            </a:prstGeom>
          </p:spPr>
        </p:pic>
        <p:sp>
          <p:nvSpPr>
            <p:cNvPr id="13" name="Text Box 1">
              <a:extLst>
                <a:ext uri="{FF2B5EF4-FFF2-40B4-BE49-F238E27FC236}">
                  <a16:creationId xmlns:a16="http://schemas.microsoft.com/office/drawing/2014/main" id="{9E52DE24-BFF0-8348-2945-978021348D6E}"/>
                </a:ext>
              </a:extLst>
            </p:cNvPr>
            <p:cNvSpPr txBox="1"/>
            <p:nvPr/>
          </p:nvSpPr>
          <p:spPr>
            <a:xfrm>
              <a:off x="191344" y="116632"/>
              <a:ext cx="3300437" cy="31034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685748" rtl="0" eaLnBrk="1" fontAlgn="auto" latinLnBrk="0" hangingPunct="0">
                <a:lnSpc>
                  <a:spcPct val="100000"/>
                </a:lnSpc>
                <a:spcBef>
                  <a:spcPts val="0"/>
                </a:spcBef>
                <a:spcAft>
                  <a:spcPts val="0"/>
                </a:spcAft>
                <a:buClrTx/>
                <a:buSzTx/>
                <a:buFontTx/>
                <a:buNone/>
                <a:tabLst/>
                <a:defRPr/>
              </a:pPr>
              <a:r>
                <a:rPr kumimoji="0" lang="en-GB" sz="900" b="0" i="0" u="none" strike="noStrike" kern="0" cap="none" spc="0" normalizeH="0" baseline="0" noProof="0" dirty="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rPr>
                <a:t>Laboratory for Scientific Computing</a:t>
              </a:r>
            </a:p>
          </p:txBody>
        </p:sp>
      </p:grpSp>
    </p:spTree>
    <p:extLst>
      <p:ext uri="{BB962C8B-B14F-4D97-AF65-F5344CB8AC3E}">
        <p14:creationId xmlns:p14="http://schemas.microsoft.com/office/powerpoint/2010/main" val="88428200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44DAC2-C681-6B3A-B639-151DB377BC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2A45ED96-5809-0B63-9264-FF8207CBE7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F6B3C83-BFD9-BA2A-0350-15A308C002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8FAEA0-57BE-473E-ABDC-BF68B67FABA1}" type="datetimeFigureOut">
              <a:rPr lang="en-GB" smtClean="0"/>
              <a:t>06/10/2026</a:t>
            </a:fld>
            <a:endParaRPr lang="en-GB"/>
          </a:p>
        </p:txBody>
      </p:sp>
      <p:sp>
        <p:nvSpPr>
          <p:cNvPr id="5" name="Footer Placeholder 4">
            <a:extLst>
              <a:ext uri="{FF2B5EF4-FFF2-40B4-BE49-F238E27FC236}">
                <a16:creationId xmlns:a16="http://schemas.microsoft.com/office/drawing/2014/main" id="{F8B39C97-1B4B-EC4A-D21A-09382ECE76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BCCB7C1-05E5-FFC1-E6D3-B48A31F726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8C4D4B-4E77-4E13-BD0A-801E02CDC7E0}" type="slidenum">
              <a:rPr lang="en-GB" smtClean="0"/>
              <a:t>‹#›</a:t>
            </a:fld>
            <a:endParaRPr lang="en-GB"/>
          </a:p>
        </p:txBody>
      </p:sp>
    </p:spTree>
    <p:extLst>
      <p:ext uri="{BB962C8B-B14F-4D97-AF65-F5344CB8AC3E}">
        <p14:creationId xmlns:p14="http://schemas.microsoft.com/office/powerpoint/2010/main" val="41599496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3.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3121.png"/><Relationship Id="rId1" Type="http://schemas.openxmlformats.org/officeDocument/2006/relationships/slideLayout" Target="../slideLayouts/slideLayout13.xml"/><Relationship Id="rId4" Type="http://schemas.openxmlformats.org/officeDocument/2006/relationships/image" Target="../media/image3122.png"/></Relationships>
</file>

<file path=ppt/slides/_rels/slide3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3.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41.xml.rels><?xml version="1.0" encoding="UTF-8" standalone="yes"?>
<Relationships xmlns="http://schemas.openxmlformats.org/package/2006/relationships"><Relationship Id="rId7" Type="http://schemas.openxmlformats.org/officeDocument/2006/relationships/image" Target="../media/image3157.png"/><Relationship Id="rId2" Type="http://schemas.openxmlformats.org/officeDocument/2006/relationships/image" Target="../media/image65.png"/><Relationship Id="rId1" Type="http://schemas.openxmlformats.org/officeDocument/2006/relationships/slideLayout" Target="../slideLayouts/slideLayout13.xml"/><Relationship Id="rId6" Type="http://schemas.openxmlformats.org/officeDocument/2006/relationships/image" Target="../media/image3156.png"/><Relationship Id="rId5" Type="http://schemas.openxmlformats.org/officeDocument/2006/relationships/image" Target="../media/image3155.png"/><Relationship Id="rId4" Type="http://schemas.openxmlformats.org/officeDocument/2006/relationships/image" Target="../media/image31540.png"/></Relationships>
</file>

<file path=ppt/slides/_rels/slide42.xml.rels><?xml version="1.0" encoding="UTF-8" standalone="yes"?>
<Relationships xmlns="http://schemas.openxmlformats.org/package/2006/relationships"><Relationship Id="rId8" Type="http://schemas.openxmlformats.org/officeDocument/2006/relationships/image" Target="../media/image3156.png"/><Relationship Id="rId7" Type="http://schemas.openxmlformats.org/officeDocument/2006/relationships/image" Target="../media/image3161.png"/><Relationship Id="rId2" Type="http://schemas.openxmlformats.org/officeDocument/2006/relationships/image" Target="../media/image75.png"/><Relationship Id="rId1" Type="http://schemas.openxmlformats.org/officeDocument/2006/relationships/slideLayout" Target="../slideLayouts/slideLayout13.xml"/><Relationship Id="rId6" Type="http://schemas.openxmlformats.org/officeDocument/2006/relationships/image" Target="../media/image3160.png"/><Relationship Id="rId5" Type="http://schemas.openxmlformats.org/officeDocument/2006/relationships/image" Target="../media/image3159.png"/><Relationship Id="rId4" Type="http://schemas.openxmlformats.org/officeDocument/2006/relationships/image" Target="../media/image3155.png"/><Relationship Id="rId9" Type="http://schemas.openxmlformats.org/officeDocument/2006/relationships/image" Target="../media/image3157.png"/></Relationships>
</file>

<file path=ppt/slides/_rels/slide4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3.xml"/><Relationship Id="rId6" Type="http://schemas.openxmlformats.org/officeDocument/2006/relationships/image" Target="../media/image3157.png"/><Relationship Id="rId5" Type="http://schemas.openxmlformats.org/officeDocument/2006/relationships/image" Target="../media/image31560.png"/><Relationship Id="rId4" Type="http://schemas.openxmlformats.org/officeDocument/2006/relationships/image" Target="../media/image3163.png"/></Relationships>
</file>

<file path=ppt/slides/_rels/slide4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3.xml"/><Relationship Id="rId5" Type="http://schemas.openxmlformats.org/officeDocument/2006/relationships/image" Target="../media/image3157.png"/><Relationship Id="rId4" Type="http://schemas.openxmlformats.org/officeDocument/2006/relationships/image" Target="../media/image31560.png"/></Relationships>
</file>

<file path=ppt/slides/_rels/slide4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3.xml"/><Relationship Id="rId5" Type="http://schemas.openxmlformats.org/officeDocument/2006/relationships/image" Target="../media/image31570.png"/><Relationship Id="rId4" Type="http://schemas.openxmlformats.org/officeDocument/2006/relationships/image" Target="../media/image31560.png"/></Relationships>
</file>

<file path=ppt/slides/_rels/slide4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3.xml"/><Relationship Id="rId5" Type="http://schemas.openxmlformats.org/officeDocument/2006/relationships/image" Target="../media/image3157.png"/><Relationship Id="rId4" Type="http://schemas.openxmlformats.org/officeDocument/2006/relationships/image" Target="../media/image31560.png"/></Relationships>
</file>

<file path=ppt/slides/_rels/slide4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3.xml"/><Relationship Id="rId5" Type="http://schemas.openxmlformats.org/officeDocument/2006/relationships/image" Target="../media/image3157.png"/><Relationship Id="rId4" Type="http://schemas.openxmlformats.org/officeDocument/2006/relationships/image" Target="../media/image31560.png"/></Relationships>
</file>

<file path=ppt/slides/_rels/slide4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3.xml"/><Relationship Id="rId5" Type="http://schemas.openxmlformats.org/officeDocument/2006/relationships/image" Target="../media/image3157.png"/><Relationship Id="rId4" Type="http://schemas.openxmlformats.org/officeDocument/2006/relationships/image" Target="../media/image31560.png"/></Relationships>
</file>

<file path=ppt/slides/_rels/slide4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3.xml"/><Relationship Id="rId5" Type="http://schemas.openxmlformats.org/officeDocument/2006/relationships/image" Target="../media/image3157.png"/><Relationship Id="rId4" Type="http://schemas.openxmlformats.org/officeDocument/2006/relationships/image" Target="../media/image31560.png"/></Relationships>
</file>

<file path=ppt/slides/_rels/slide5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3.xml"/><Relationship Id="rId4" Type="http://schemas.openxmlformats.org/officeDocument/2006/relationships/image" Target="../media/image3170.png"/></Relationships>
</file>

<file path=ppt/slides/_rels/slide5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 Id="rId5" Type="http://schemas.openxmlformats.org/officeDocument/2006/relationships/image" Target="../media/image3246.png"/><Relationship Id="rId4" Type="http://schemas.openxmlformats.org/officeDocument/2006/relationships/image" Target="../media/image3245.png"/></Relationships>
</file>

<file path=ppt/slides/_rels/slide5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3.xml"/><Relationship Id="rId5" Type="http://schemas.openxmlformats.org/officeDocument/2006/relationships/image" Target="../media/image3246.png"/><Relationship Id="rId4" Type="http://schemas.openxmlformats.org/officeDocument/2006/relationships/image" Target="../media/image3248.png"/></Relationships>
</file>

<file path=ppt/slides/_rels/slide5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3.xml"/><Relationship Id="rId5" Type="http://schemas.openxmlformats.org/officeDocument/2006/relationships/image" Target="../media/image3246.png"/><Relationship Id="rId4" Type="http://schemas.openxmlformats.org/officeDocument/2006/relationships/image" Target="../media/image3250.png"/></Relationships>
</file>

<file path=ppt/slides/_rels/slide5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3.xml"/><Relationship Id="rId4" Type="http://schemas.openxmlformats.org/officeDocument/2006/relationships/image" Target="../media/image3246.png"/></Relationships>
</file>

<file path=ppt/slides/_rels/slide5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3.xml"/><Relationship Id="rId4" Type="http://schemas.openxmlformats.org/officeDocument/2006/relationships/image" Target="../media/image3246.png"/></Relationships>
</file>

<file path=ppt/slides/_rels/slide6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3.xml"/><Relationship Id="rId4" Type="http://schemas.openxmlformats.org/officeDocument/2006/relationships/image" Target="../media/image3246.png"/></Relationships>
</file>

<file path=ppt/slides/_rels/slide6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3256.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4169.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3.xml"/><Relationship Id="rId4" Type="http://schemas.openxmlformats.org/officeDocument/2006/relationships/image" Target="../media/image4178.png"/></Relationships>
</file>

<file path=ppt/slides/_rels/slide7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3.xml"/><Relationship Id="rId5" Type="http://schemas.openxmlformats.org/officeDocument/2006/relationships/image" Target="../media/image101.png"/><Relationship Id="rId4" Type="http://schemas.openxmlformats.org/officeDocument/2006/relationships/image" Target="../media/image104.png"/></Relationships>
</file>

<file path=ppt/slides/_rels/slide78.xml.rels><?xml version="1.0" encoding="UTF-8" standalone="yes"?>
<Relationships xmlns="http://schemas.openxmlformats.org/package/2006/relationships"><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image" Target="../media/image107.png"/><Relationship Id="rId1" Type="http://schemas.openxmlformats.org/officeDocument/2006/relationships/slideLayout" Target="../slideLayouts/slideLayout13.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79.xml.rels><?xml version="1.0" encoding="UTF-8" standalone="yes"?>
<Relationships xmlns="http://schemas.openxmlformats.org/package/2006/relationships"><Relationship Id="rId3" Type="http://schemas.openxmlformats.org/officeDocument/2006/relationships/image" Target="../media/image114.png"/><Relationship Id="rId1" Type="http://schemas.openxmlformats.org/officeDocument/2006/relationships/slideLayout" Target="../slideLayouts/slideLayout13.xml"/><Relationship Id="rId5" Type="http://schemas.openxmlformats.org/officeDocument/2006/relationships/image" Target="../media/image116.png"/><Relationship Id="rId4" Type="http://schemas.openxmlformats.org/officeDocument/2006/relationships/image" Target="../media/image11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13.xml"/><Relationship Id="rId5" Type="http://schemas.openxmlformats.org/officeDocument/2006/relationships/image" Target="../media/image116.png"/><Relationship Id="rId4" Type="http://schemas.openxmlformats.org/officeDocument/2006/relationships/image" Target="../media/image115.png"/></Relationships>
</file>

<file path=ppt/slides/_rels/slide8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05.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06.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3.xml"/><Relationship Id="rId4" Type="http://schemas.openxmlformats.org/officeDocument/2006/relationships/image" Target="../media/image5814.png"/></Relationships>
</file>

<file path=ppt/slides/_rels/slide85.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3.xml"/><Relationship Id="rId4" Type="http://schemas.openxmlformats.org/officeDocument/2006/relationships/image" Target="../media/image5816.png"/></Relationships>
</file>

<file path=ppt/slides/_rels/slide8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13.xml"/><Relationship Id="rId4" Type="http://schemas.openxmlformats.org/officeDocument/2006/relationships/image" Target="../media/image12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30.png"/><Relationship Id="rId1" Type="http://schemas.openxmlformats.org/officeDocument/2006/relationships/slideLayout" Target="../slideLayouts/slideLayout13.xml"/><Relationship Id="rId4" Type="http://schemas.openxmlformats.org/officeDocument/2006/relationships/image" Target="../media/image132.png"/></Relationships>
</file>

<file path=ppt/slides/_rels/slide99.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3.xml"/><Relationship Id="rId4" Type="http://schemas.openxmlformats.org/officeDocument/2006/relationships/image" Target="../media/image8701.png"/></Relationships>
</file>

<file path=ppt/slides/_rels/slide10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13.xml"/><Relationship Id="rId4" Type="http://schemas.openxmlformats.org/officeDocument/2006/relationships/image" Target="../media/image8703.png"/></Relationships>
</file>

<file path=ppt/slides/_rels/slide102.xml.rels><?xml version="1.0" encoding="UTF-8" standalone="yes"?>
<Relationships xmlns="http://schemas.openxmlformats.org/package/2006/relationships"><Relationship Id="rId26" Type="http://schemas.openxmlformats.org/officeDocument/2006/relationships/customXml" Target="../ink/ink10.xml"/><Relationship Id="rId21" Type="http://schemas.openxmlformats.org/officeDocument/2006/relationships/image" Target="../media/image8714.png"/><Relationship Id="rId42" Type="http://schemas.openxmlformats.org/officeDocument/2006/relationships/customXml" Target="../ink/ink18.xml"/><Relationship Id="rId47" Type="http://schemas.openxmlformats.org/officeDocument/2006/relationships/image" Target="../media/image8727.png"/><Relationship Id="rId63" Type="http://schemas.openxmlformats.org/officeDocument/2006/relationships/image" Target="../media/image8735.png"/><Relationship Id="rId68" Type="http://schemas.openxmlformats.org/officeDocument/2006/relationships/customXml" Target="../ink/ink31.xml"/><Relationship Id="rId84" Type="http://schemas.openxmlformats.org/officeDocument/2006/relationships/customXml" Target="../ink/ink39.xml"/><Relationship Id="rId16" Type="http://schemas.openxmlformats.org/officeDocument/2006/relationships/customXml" Target="../ink/ink5.xml"/><Relationship Id="rId11" Type="http://schemas.openxmlformats.org/officeDocument/2006/relationships/image" Target="../media/image8709.png"/><Relationship Id="rId32" Type="http://schemas.openxmlformats.org/officeDocument/2006/relationships/customXml" Target="../ink/ink13.xml"/><Relationship Id="rId37" Type="http://schemas.openxmlformats.org/officeDocument/2006/relationships/image" Target="../media/image8722.png"/><Relationship Id="rId53" Type="http://schemas.openxmlformats.org/officeDocument/2006/relationships/image" Target="../media/image8730.png"/><Relationship Id="rId58" Type="http://schemas.openxmlformats.org/officeDocument/2006/relationships/customXml" Target="../ink/ink26.xml"/><Relationship Id="rId74" Type="http://schemas.openxmlformats.org/officeDocument/2006/relationships/customXml" Target="../ink/ink34.xml"/><Relationship Id="rId79" Type="http://schemas.openxmlformats.org/officeDocument/2006/relationships/image" Target="../media/image8743.png"/><Relationship Id="rId5" Type="http://schemas.openxmlformats.org/officeDocument/2006/relationships/image" Target="../media/image8705.png"/><Relationship Id="rId61" Type="http://schemas.openxmlformats.org/officeDocument/2006/relationships/image" Target="../media/image8734.png"/><Relationship Id="rId82" Type="http://schemas.openxmlformats.org/officeDocument/2006/relationships/customXml" Target="../ink/ink38.xml"/><Relationship Id="rId19" Type="http://schemas.openxmlformats.org/officeDocument/2006/relationships/image" Target="../media/image8713.png"/><Relationship Id="rId14" Type="http://schemas.openxmlformats.org/officeDocument/2006/relationships/customXml" Target="../ink/ink4.xml"/><Relationship Id="rId22" Type="http://schemas.openxmlformats.org/officeDocument/2006/relationships/customXml" Target="../ink/ink8.xml"/><Relationship Id="rId27" Type="http://schemas.openxmlformats.org/officeDocument/2006/relationships/image" Target="../media/image8717.png"/><Relationship Id="rId30" Type="http://schemas.openxmlformats.org/officeDocument/2006/relationships/customXml" Target="../ink/ink12.xml"/><Relationship Id="rId35" Type="http://schemas.openxmlformats.org/officeDocument/2006/relationships/image" Target="../media/image8721.png"/><Relationship Id="rId43" Type="http://schemas.openxmlformats.org/officeDocument/2006/relationships/image" Target="../media/image8725.png"/><Relationship Id="rId48" Type="http://schemas.openxmlformats.org/officeDocument/2006/relationships/customXml" Target="../ink/ink21.xml"/><Relationship Id="rId56" Type="http://schemas.openxmlformats.org/officeDocument/2006/relationships/customXml" Target="../ink/ink25.xml"/><Relationship Id="rId64" Type="http://schemas.openxmlformats.org/officeDocument/2006/relationships/customXml" Target="../ink/ink29.xml"/><Relationship Id="rId69" Type="http://schemas.openxmlformats.org/officeDocument/2006/relationships/image" Target="../media/image8738.png"/><Relationship Id="rId77" Type="http://schemas.openxmlformats.org/officeDocument/2006/relationships/image" Target="../media/image8742.png"/><Relationship Id="rId8" Type="http://schemas.openxmlformats.org/officeDocument/2006/relationships/customXml" Target="../ink/ink1.xml"/><Relationship Id="rId51" Type="http://schemas.openxmlformats.org/officeDocument/2006/relationships/image" Target="../media/image8729.png"/><Relationship Id="rId72" Type="http://schemas.openxmlformats.org/officeDocument/2006/relationships/customXml" Target="../ink/ink33.xml"/><Relationship Id="rId80" Type="http://schemas.openxmlformats.org/officeDocument/2006/relationships/customXml" Target="../ink/ink37.xml"/><Relationship Id="rId85" Type="http://schemas.openxmlformats.org/officeDocument/2006/relationships/image" Target="../media/image8746.png"/><Relationship Id="rId3" Type="http://schemas.openxmlformats.org/officeDocument/2006/relationships/image" Target="../media/image8704.png"/><Relationship Id="rId12" Type="http://schemas.openxmlformats.org/officeDocument/2006/relationships/customXml" Target="../ink/ink3.xml"/><Relationship Id="rId17" Type="http://schemas.openxmlformats.org/officeDocument/2006/relationships/image" Target="../media/image8712.png"/><Relationship Id="rId25" Type="http://schemas.openxmlformats.org/officeDocument/2006/relationships/image" Target="../media/image8716.png"/><Relationship Id="rId33" Type="http://schemas.openxmlformats.org/officeDocument/2006/relationships/image" Target="../media/image8720.png"/><Relationship Id="rId38" Type="http://schemas.openxmlformats.org/officeDocument/2006/relationships/customXml" Target="../ink/ink16.xml"/><Relationship Id="rId46" Type="http://schemas.openxmlformats.org/officeDocument/2006/relationships/customXml" Target="../ink/ink20.xml"/><Relationship Id="rId59" Type="http://schemas.openxmlformats.org/officeDocument/2006/relationships/image" Target="../media/image8733.png"/><Relationship Id="rId67" Type="http://schemas.openxmlformats.org/officeDocument/2006/relationships/image" Target="../media/image8737.png"/><Relationship Id="rId20" Type="http://schemas.openxmlformats.org/officeDocument/2006/relationships/customXml" Target="../ink/ink7.xml"/><Relationship Id="rId41" Type="http://schemas.openxmlformats.org/officeDocument/2006/relationships/image" Target="../media/image8724.png"/><Relationship Id="rId54" Type="http://schemas.openxmlformats.org/officeDocument/2006/relationships/customXml" Target="../ink/ink24.xml"/><Relationship Id="rId62" Type="http://schemas.openxmlformats.org/officeDocument/2006/relationships/customXml" Target="../ink/ink28.xml"/><Relationship Id="rId70" Type="http://schemas.openxmlformats.org/officeDocument/2006/relationships/customXml" Target="../ink/ink32.xml"/><Relationship Id="rId75" Type="http://schemas.openxmlformats.org/officeDocument/2006/relationships/image" Target="../media/image8741.png"/><Relationship Id="rId83" Type="http://schemas.openxmlformats.org/officeDocument/2006/relationships/image" Target="../media/image8745.png"/><Relationship Id="rId1" Type="http://schemas.openxmlformats.org/officeDocument/2006/relationships/slideLayout" Target="../slideLayouts/slideLayout13.xml"/><Relationship Id="rId6" Type="http://schemas.openxmlformats.org/officeDocument/2006/relationships/image" Target="../media/image8706.png"/><Relationship Id="rId15" Type="http://schemas.openxmlformats.org/officeDocument/2006/relationships/image" Target="../media/image8711.png"/><Relationship Id="rId23" Type="http://schemas.openxmlformats.org/officeDocument/2006/relationships/image" Target="../media/image8715.png"/><Relationship Id="rId28" Type="http://schemas.openxmlformats.org/officeDocument/2006/relationships/customXml" Target="../ink/ink11.xml"/><Relationship Id="rId36" Type="http://schemas.openxmlformats.org/officeDocument/2006/relationships/customXml" Target="../ink/ink15.xml"/><Relationship Id="rId49" Type="http://schemas.openxmlformats.org/officeDocument/2006/relationships/image" Target="../media/image8728.png"/><Relationship Id="rId57" Type="http://schemas.openxmlformats.org/officeDocument/2006/relationships/image" Target="../media/image8732.png"/><Relationship Id="rId10" Type="http://schemas.openxmlformats.org/officeDocument/2006/relationships/customXml" Target="../ink/ink2.xml"/><Relationship Id="rId31" Type="http://schemas.openxmlformats.org/officeDocument/2006/relationships/image" Target="../media/image8719.png"/><Relationship Id="rId44" Type="http://schemas.openxmlformats.org/officeDocument/2006/relationships/customXml" Target="../ink/ink19.xml"/><Relationship Id="rId52" Type="http://schemas.openxmlformats.org/officeDocument/2006/relationships/customXml" Target="../ink/ink23.xml"/><Relationship Id="rId60" Type="http://schemas.openxmlformats.org/officeDocument/2006/relationships/customXml" Target="../ink/ink27.xml"/><Relationship Id="rId65" Type="http://schemas.openxmlformats.org/officeDocument/2006/relationships/image" Target="../media/image8736.png"/><Relationship Id="rId73" Type="http://schemas.openxmlformats.org/officeDocument/2006/relationships/image" Target="../media/image8740.png"/><Relationship Id="rId78" Type="http://schemas.openxmlformats.org/officeDocument/2006/relationships/customXml" Target="../ink/ink36.xml"/><Relationship Id="rId81" Type="http://schemas.openxmlformats.org/officeDocument/2006/relationships/image" Target="../media/image8744.png"/><Relationship Id="rId9" Type="http://schemas.openxmlformats.org/officeDocument/2006/relationships/image" Target="../media/image8708.png"/><Relationship Id="rId13" Type="http://schemas.openxmlformats.org/officeDocument/2006/relationships/image" Target="../media/image8710.png"/><Relationship Id="rId18" Type="http://schemas.openxmlformats.org/officeDocument/2006/relationships/customXml" Target="../ink/ink6.xml"/><Relationship Id="rId39" Type="http://schemas.openxmlformats.org/officeDocument/2006/relationships/image" Target="../media/image8723.png"/><Relationship Id="rId34" Type="http://schemas.openxmlformats.org/officeDocument/2006/relationships/customXml" Target="../ink/ink14.xml"/><Relationship Id="rId50" Type="http://schemas.openxmlformats.org/officeDocument/2006/relationships/customXml" Target="../ink/ink22.xml"/><Relationship Id="rId55" Type="http://schemas.openxmlformats.org/officeDocument/2006/relationships/image" Target="../media/image8731.png"/><Relationship Id="rId76" Type="http://schemas.openxmlformats.org/officeDocument/2006/relationships/customXml" Target="../ink/ink35.xml"/><Relationship Id="rId7" Type="http://schemas.openxmlformats.org/officeDocument/2006/relationships/image" Target="../media/image8707.png"/><Relationship Id="rId71" Type="http://schemas.openxmlformats.org/officeDocument/2006/relationships/image" Target="../media/image8739.png"/><Relationship Id="rId2" Type="http://schemas.openxmlformats.org/officeDocument/2006/relationships/notesSlide" Target="../notesSlides/notesSlide5.xml"/><Relationship Id="rId29" Type="http://schemas.openxmlformats.org/officeDocument/2006/relationships/image" Target="../media/image8718.png"/><Relationship Id="rId24" Type="http://schemas.openxmlformats.org/officeDocument/2006/relationships/customXml" Target="../ink/ink9.xml"/><Relationship Id="rId40" Type="http://schemas.openxmlformats.org/officeDocument/2006/relationships/customXml" Target="../ink/ink17.xml"/><Relationship Id="rId45" Type="http://schemas.openxmlformats.org/officeDocument/2006/relationships/image" Target="../media/image8726.png"/><Relationship Id="rId66" Type="http://schemas.openxmlformats.org/officeDocument/2006/relationships/customXml" Target="../ink/ink30.xml"/></Relationships>
</file>

<file path=ppt/slides/_rels/slide103.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3.xml"/><Relationship Id="rId5" Type="http://schemas.openxmlformats.org/officeDocument/2006/relationships/image" Target="../media/image8748.png"/><Relationship Id="rId4" Type="http://schemas.openxmlformats.org/officeDocument/2006/relationships/image" Target="../media/image8747.png"/></Relationships>
</file>

<file path=ppt/slides/_rels/slide10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13.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105.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13.xml"/><Relationship Id="rId5" Type="http://schemas.openxmlformats.org/officeDocument/2006/relationships/image" Target="../media/image9023.png"/></Relationships>
</file>

<file path=ppt/slides/_rels/slide10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7.png"/><Relationship Id="rId1" Type="http://schemas.openxmlformats.org/officeDocument/2006/relationships/slideLayout" Target="../slideLayouts/slideLayout13.xml"/><Relationship Id="rId5" Type="http://schemas.openxmlformats.org/officeDocument/2006/relationships/image" Target="../media/image902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F2A60B4D-6704-50EC-7B5C-84936DC7E055}"/>
              </a:ext>
            </a:extLst>
          </p:cNvPr>
          <p:cNvSpPr txBox="1">
            <a:spLocks/>
          </p:cNvSpPr>
          <p:nvPr/>
        </p:nvSpPr>
        <p:spPr>
          <a:xfrm>
            <a:off x="1453907" y="2229679"/>
            <a:ext cx="9588988" cy="3010537"/>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250" b="0" i="1" kern="1200">
                <a:solidFill>
                  <a:schemeClr val="tx1">
                    <a:lumMod val="75000"/>
                    <a:lumOff val="25000"/>
                  </a:schemeClr>
                </a:solidFill>
                <a:latin typeface="Arial" panose="020B0604020202020204" pitchFamily="34" charset="0"/>
                <a:ea typeface="Open Sans Extrabold" panose="020B06060305040202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400" b="1" i="0" dirty="0"/>
              <a:t>Mathematical Methods for Scientific Computing</a:t>
            </a:r>
          </a:p>
          <a:p>
            <a:r>
              <a:rPr lang="en-GB" sz="2400" dirty="0"/>
              <a:t>Numerical Discretisation</a:t>
            </a:r>
          </a:p>
          <a:p>
            <a:r>
              <a:rPr lang="en-GB" sz="1000" dirty="0"/>
              <a:t> </a:t>
            </a:r>
          </a:p>
          <a:p>
            <a:r>
              <a:rPr lang="en-GB" sz="1600" i="0" dirty="0"/>
              <a:t>Stephen Millmore </a:t>
            </a:r>
          </a:p>
          <a:p>
            <a:r>
              <a:rPr lang="en-GB" sz="1600" i="0" dirty="0"/>
              <a:t>Laboratory for Scientific Computing,</a:t>
            </a:r>
          </a:p>
          <a:p>
            <a:r>
              <a:rPr lang="en-GB" sz="1600" i="0" dirty="0"/>
              <a:t>University of Cambridge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Outline</a:t>
            </a:r>
          </a:p>
        </p:txBody>
      </p:sp>
      <p:sp>
        <p:nvSpPr>
          <p:cNvPr id="4" name="Content Placeholder 3"/>
          <p:cNvSpPr>
            <a:spLocks noGrp="1"/>
          </p:cNvSpPr>
          <p:nvPr>
            <p:ph sz="half" idx="11"/>
          </p:nvPr>
        </p:nvSpPr>
        <p:spPr>
          <a:xfrm>
            <a:off x="417578" y="2065469"/>
            <a:ext cx="10936224" cy="3383280"/>
          </a:xfrm>
        </p:spPr>
        <p:txBody>
          <a:bodyPr wrap="square">
            <a:normAutofit/>
          </a:bodyPr>
          <a:lstStyle/>
          <a:p>
            <a:pPr>
              <a:spcAft>
                <a:spcPts val="1400"/>
              </a:spcAft>
            </a:pPr>
            <a:r>
              <a:rPr sz="1800" dirty="0"/>
              <a:t>1.  </a:t>
            </a:r>
            <a:r>
              <a:rPr sz="1800" dirty="0" err="1"/>
              <a:t>Discretisation</a:t>
            </a:r>
            <a:r>
              <a:rPr sz="1800" dirty="0"/>
              <a:t> and error</a:t>
            </a:r>
          </a:p>
          <a:p>
            <a:pPr>
              <a:spcAft>
                <a:spcPts val="1400"/>
              </a:spcAft>
            </a:pPr>
            <a:r>
              <a:rPr sz="1800" dirty="0"/>
              <a:t>2.  Fourier Series (briefly)</a:t>
            </a:r>
          </a:p>
          <a:p>
            <a:pPr>
              <a:spcAft>
                <a:spcPts val="1400"/>
              </a:spcAft>
            </a:pPr>
            <a:r>
              <a:rPr sz="1800" dirty="0"/>
              <a:t>3.  Interpolation</a:t>
            </a:r>
          </a:p>
          <a:p>
            <a:pPr>
              <a:spcAft>
                <a:spcPts val="1400"/>
              </a:spcAft>
            </a:pPr>
            <a:r>
              <a:rPr sz="1800" dirty="0"/>
              <a:t>4.  Root finding</a:t>
            </a:r>
          </a:p>
          <a:p>
            <a:pPr>
              <a:spcAft>
                <a:spcPts val="1400"/>
              </a:spcAft>
            </a:pPr>
            <a:r>
              <a:rPr sz="1800" dirty="0"/>
              <a:t>5.  Runge-</a:t>
            </a:r>
            <a:r>
              <a:rPr sz="1800" dirty="0" err="1"/>
              <a:t>Kutta</a:t>
            </a:r>
            <a:r>
              <a:rPr sz="1800" dirty="0"/>
              <a:t> methods</a:t>
            </a:r>
          </a:p>
        </p:txBody>
      </p:sp>
    </p:spTree>
    <p:extLst>
      <p:ext uri="{BB962C8B-B14F-4D97-AF65-F5344CB8AC3E}">
        <p14:creationId xmlns:p14="http://schemas.microsoft.com/office/powerpoint/2010/main" val="2015519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Discretisation and error</a:t>
            </a:r>
          </a:p>
        </p:txBody>
      </p:sp>
      <p:pic>
        <p:nvPicPr>
          <p:cNvPr id="4" name="Picture 3">
            <a:extLst>
              <a:ext uri="{FF2B5EF4-FFF2-40B4-BE49-F238E27FC236}">
                <a16:creationId xmlns:a16="http://schemas.microsoft.com/office/drawing/2014/main" id="{E29A976C-C005-07A7-CE4C-2D5B3C7291B9}"/>
              </a:ext>
            </a:extLst>
          </p:cNvPr>
          <p:cNvPicPr>
            <a:picLocks noChangeAspect="1"/>
          </p:cNvPicPr>
          <p:nvPr/>
        </p:nvPicPr>
        <p:blipFill>
          <a:blip r:embed="rId2"/>
          <a:stretch>
            <a:fillRect/>
          </a:stretch>
        </p:blipFill>
        <p:spPr>
          <a:xfrm>
            <a:off x="2966421" y="2834396"/>
            <a:ext cx="6259158" cy="341408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Discretisation</a:t>
            </a:r>
          </a:p>
        </p:txBody>
      </p:sp>
      <p:sp>
        <p:nvSpPr>
          <p:cNvPr id="4" name="Content Placeholder 3"/>
          <p:cNvSpPr>
            <a:spLocks noGrp="1"/>
          </p:cNvSpPr>
          <p:nvPr>
            <p:ph sz="half" idx="11"/>
          </p:nvPr>
        </p:nvSpPr>
        <p:spPr>
          <a:xfrm>
            <a:off x="420624" y="2468880"/>
            <a:ext cx="10936224" cy="3383280"/>
          </a:xfrm>
        </p:spPr>
        <p:txBody>
          <a:bodyPr wrap="square">
            <a:normAutofit/>
          </a:bodyPr>
          <a:lstStyle/>
          <a:p>
            <a:r>
              <a:rPr sz="1600" dirty="0"/>
              <a:t>All computational simulations require some means of </a:t>
            </a:r>
            <a:r>
              <a:rPr sz="1600" dirty="0" err="1"/>
              <a:t>discretisation</a:t>
            </a:r>
            <a:r>
              <a:rPr sz="1600" dirty="0"/>
              <a:t> of a continuum domain into a discrete one</a:t>
            </a:r>
          </a:p>
          <a:p>
            <a:r>
              <a:rPr sz="1600" dirty="0"/>
              <a:t>Any such </a:t>
            </a:r>
            <a:r>
              <a:rPr sz="1600" dirty="0" err="1"/>
              <a:t>discretisation</a:t>
            </a:r>
            <a:r>
              <a:rPr sz="1600" dirty="0"/>
              <a:t> will </a:t>
            </a:r>
            <a:r>
              <a:rPr lang="en-GB" sz="1600" dirty="0"/>
              <a:t>unavoidably </a:t>
            </a:r>
            <a:r>
              <a:rPr sz="1600" dirty="0"/>
              <a:t>introduce an error </a:t>
            </a:r>
          </a:p>
          <a:p>
            <a:r>
              <a:rPr sz="1600" dirty="0"/>
              <a:t>Understanding this error, and how it will affect your simulations is key when employing a numerical method </a:t>
            </a:r>
          </a:p>
          <a:p>
            <a:r>
              <a:rPr sz="1600" dirty="0"/>
              <a:t>The various continuum courses will cover the error in specific methods in more detail, here we look at a few techniques for </a:t>
            </a:r>
            <a:r>
              <a:rPr sz="1600" dirty="0" err="1"/>
              <a:t>analysing</a:t>
            </a:r>
            <a:r>
              <a:rPr sz="1600" dirty="0"/>
              <a:t> error</a:t>
            </a:r>
          </a:p>
        </p:txBody>
      </p:sp>
    </p:spTree>
    <p:extLst>
      <p:ext uri="{BB962C8B-B14F-4D97-AF65-F5344CB8AC3E}">
        <p14:creationId xmlns:p14="http://schemas.microsoft.com/office/powerpoint/2010/main" val="2511413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Effects of error</a:t>
            </a:r>
          </a:p>
        </p:txBody>
      </p:sp>
      <p:sp>
        <p:nvSpPr>
          <p:cNvPr id="4" name="Content Placeholder 3"/>
          <p:cNvSpPr>
            <a:spLocks noGrp="1"/>
          </p:cNvSpPr>
          <p:nvPr>
            <p:ph sz="half" idx="11"/>
          </p:nvPr>
        </p:nvSpPr>
        <p:spPr>
          <a:xfrm>
            <a:off x="495622" y="1937281"/>
            <a:ext cx="3016750" cy="3456540"/>
          </a:xfrm>
        </p:spPr>
        <p:txBody>
          <a:bodyPr wrap="square">
            <a:normAutofit/>
          </a:bodyPr>
          <a:lstStyle/>
          <a:p>
            <a:r>
              <a:rPr sz="1600" dirty="0"/>
              <a:t>Two different numerical methods attempting to simulate the same problem</a:t>
            </a:r>
          </a:p>
        </p:txBody>
      </p:sp>
      <p:pic>
        <p:nvPicPr>
          <p:cNvPr id="6" name="Picture 5" descr="error_effect1.png"/>
          <p:cNvPicPr>
            <a:picLocks noChangeAspect="1"/>
          </p:cNvPicPr>
          <p:nvPr/>
        </p:nvPicPr>
        <p:blipFill>
          <a:blip r:embed="rId2"/>
          <a:stretch>
            <a:fillRect/>
          </a:stretch>
        </p:blipFill>
        <p:spPr>
          <a:xfrm>
            <a:off x="3628016" y="1870153"/>
            <a:ext cx="3875442" cy="3865605"/>
          </a:xfrm>
          <a:prstGeom prst="rect">
            <a:avLst/>
          </a:prstGeom>
        </p:spPr>
      </p:pic>
      <p:pic>
        <p:nvPicPr>
          <p:cNvPr id="7" name="Picture 6" descr="error_effect2.png"/>
          <p:cNvPicPr>
            <a:picLocks noChangeAspect="1"/>
          </p:cNvPicPr>
          <p:nvPr/>
        </p:nvPicPr>
        <p:blipFill>
          <a:blip r:embed="rId3"/>
          <a:stretch>
            <a:fillRect/>
          </a:stretch>
        </p:blipFill>
        <p:spPr>
          <a:xfrm>
            <a:off x="7712157" y="1870153"/>
            <a:ext cx="3875442" cy="3857582"/>
          </a:xfrm>
          <a:prstGeom prst="rect">
            <a:avLst/>
          </a:prstGeom>
        </p:spPr>
      </p:pic>
    </p:spTree>
    <p:extLst>
      <p:ext uri="{BB962C8B-B14F-4D97-AF65-F5344CB8AC3E}">
        <p14:creationId xmlns:p14="http://schemas.microsoft.com/office/powerpoint/2010/main" val="2415092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Order of accuracy</a:t>
            </a:r>
          </a:p>
        </p:txBody>
      </p:sp>
      <mc:AlternateContent xmlns:mc="http://schemas.openxmlformats.org/markup-compatibility/2006" xmlns:a14="http://schemas.microsoft.com/office/drawing/2010/main">
        <mc:Choice Requires="a14">
          <p:sp>
            <p:nvSpPr>
              <p:cNvPr id="10" name="Content Placeholder 4">
                <a:extLst>
                  <a:ext uri="{FF2B5EF4-FFF2-40B4-BE49-F238E27FC236}">
                    <a16:creationId xmlns:a16="http://schemas.microsoft.com/office/drawing/2014/main" id="{C6F93AB3-D604-97D1-5850-6978DDF25379}"/>
                  </a:ext>
                </a:extLst>
              </p:cNvPr>
              <p:cNvSpPr>
                <a:spLocks noGrp="1"/>
              </p:cNvSpPr>
              <p:nvPr>
                <p:ph sz="half" idx="10"/>
              </p:nvPr>
            </p:nvSpPr>
            <p:spPr>
              <a:xfrm>
                <a:off x="417505" y="1758852"/>
                <a:ext cx="11145847" cy="4948794"/>
              </a:xfrm>
            </p:spPr>
            <p:txBody>
              <a:bodyPr>
                <a:normAutofit fontScale="85000" lnSpcReduction="10000"/>
              </a:bodyPr>
              <a:lstStyle/>
              <a:p>
                <a:r>
                  <a:rPr lang="en-GB" sz="1800" dirty="0"/>
                  <a:t>We need to understand what causes this error, and what we can do about it</a:t>
                </a:r>
              </a:p>
              <a:p>
                <a:r>
                  <a:rPr lang="en-GB" sz="1800" dirty="0"/>
                  <a:t>For our numerical methods, we can compute an </a:t>
                </a:r>
                <a:r>
                  <a:rPr lang="en-GB" sz="1800" b="1" dirty="0"/>
                  <a:t>order of accuracy</a:t>
                </a:r>
                <a:r>
                  <a:rPr lang="en-GB" sz="1800" dirty="0"/>
                  <a:t>; this is a measure of how quickly a numerical simulation approaches the true mathematical solution to the problem</a:t>
                </a:r>
              </a:p>
              <a:p>
                <a:r>
                  <a:rPr lang="en-GB" sz="1800" dirty="0"/>
                  <a:t>Taylor series are a good way to identify order of accuracy</a:t>
                </a:r>
              </a:p>
              <a:p>
                <a:r>
                  <a:rPr lang="en-GB" sz="1800" dirty="0"/>
                  <a:t>The Taylor series of a function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a:latin typeface="Cambria Math" panose="02040503050406030204" pitchFamily="18" charset="0"/>
                      </a:rPr>
                      <m:t>𝑥</m:t>
                    </m:r>
                    <m:r>
                      <a:rPr lang="en-GB" sz="1800" i="1" dirty="0">
                        <a:latin typeface="Cambria Math" panose="02040503050406030204" pitchFamily="18" charset="0"/>
                      </a:rPr>
                      <m:t>)</m:t>
                    </m:r>
                  </m:oMath>
                </a14:m>
                <a:r>
                  <a:rPr lang="en-GB" sz="1800" dirty="0"/>
                  <a:t> is computed about a point, </a:t>
                </a:r>
                <a14:m>
                  <m:oMath xmlns:m="http://schemas.openxmlformats.org/officeDocument/2006/math">
                    <m:r>
                      <a:rPr lang="en-GB" sz="1800" i="1" dirty="0" smtClean="0">
                        <a:latin typeface="Cambria Math" panose="02040503050406030204" pitchFamily="18" charset="0"/>
                      </a:rPr>
                      <m:t>𝑥</m:t>
                    </m:r>
                    <m:r>
                      <a:rPr lang="en-GB" sz="1800" i="1" dirty="0" smtClean="0">
                        <a:latin typeface="Cambria Math" panose="02040503050406030204" pitchFamily="18" charset="0"/>
                      </a:rPr>
                      <m:t>=</m:t>
                    </m:r>
                    <m:r>
                      <a:rPr lang="en-GB" sz="1800" i="1" dirty="0" smtClean="0">
                        <a:latin typeface="Cambria Math" panose="02040503050406030204" pitchFamily="18" charset="0"/>
                      </a:rPr>
                      <m:t>𝑎</m:t>
                    </m:r>
                  </m:oMath>
                </a14:m>
                <a:r>
                  <a:rPr lang="en-GB" sz="1800" dirty="0"/>
                  <a:t>, as</a:t>
                </a:r>
              </a:p>
              <a:p>
                <a:endParaRPr lang="en-GB" sz="1800" dirty="0"/>
              </a:p>
              <a:p>
                <a:endParaRPr lang="en-GB" sz="1800" dirty="0"/>
              </a:p>
              <a:p>
                <a:r>
                  <a:rPr lang="en-GB" sz="1800" dirty="0"/>
                  <a:t>In some cases, increasing the number of terms in the Taylor series gives a function that gets increasingly close to </a:t>
                </a:r>
                <a14:m>
                  <m:oMath xmlns:m="http://schemas.openxmlformats.org/officeDocument/2006/math">
                    <m:r>
                      <a:rPr lang="en-GB" sz="1800" i="1" dirty="0" smtClean="0">
                        <a:latin typeface="Cambria Math" panose="02040503050406030204" pitchFamily="18" charset="0"/>
                      </a:rPr>
                      <m:t>𝑓</m:t>
                    </m:r>
                    <m:d>
                      <m:dPr>
                        <m:ctrlPr>
                          <a:rPr lang="en-GB" sz="1800" i="1" dirty="0">
                            <a:latin typeface="Cambria Math" panose="02040503050406030204" pitchFamily="18" charset="0"/>
                          </a:rPr>
                        </m:ctrlPr>
                      </m:dPr>
                      <m:e>
                        <m:r>
                          <a:rPr lang="en-GB" sz="1800" i="1" dirty="0">
                            <a:latin typeface="Cambria Math" panose="02040503050406030204" pitchFamily="18" charset="0"/>
                          </a:rPr>
                          <m:t>𝑥</m:t>
                        </m:r>
                      </m:e>
                    </m:d>
                  </m:oMath>
                </a14:m>
                <a:r>
                  <a:rPr lang="en-GB" sz="1800" dirty="0"/>
                  <a:t> (it converges)</a:t>
                </a:r>
              </a:p>
              <a:p>
                <a:r>
                  <a:rPr lang="en-GB" sz="1800" dirty="0"/>
                  <a:t>In many cases, this does not hold in general, but might be expected to give a reasonable approximation for </a:t>
                </a:r>
                <a14:m>
                  <m:oMath xmlns:m="http://schemas.openxmlformats.org/officeDocument/2006/math">
                    <m:r>
                      <a:rPr lang="en-GB" sz="1800" i="1" dirty="0" smtClean="0">
                        <a:latin typeface="Cambria Math" panose="02040503050406030204" pitchFamily="18" charset="0"/>
                      </a:rPr>
                      <m:t>𝑥</m:t>
                    </m:r>
                  </m:oMath>
                </a14:m>
                <a:r>
                  <a:rPr lang="en-GB" sz="1800" dirty="0"/>
                  <a:t> close to a</a:t>
                </a:r>
              </a:p>
              <a:p>
                <a:r>
                  <a:rPr lang="en-GB" sz="1800" dirty="0"/>
                  <a:t>And we can use this to define approximations to derivatives</a:t>
                </a:r>
              </a:p>
            </p:txBody>
          </p:sp>
        </mc:Choice>
        <mc:Fallback xmlns="">
          <p:sp>
            <p:nvSpPr>
              <p:cNvPr id="10" name="Content Placeholder 4">
                <a:extLst>
                  <a:ext uri="{FF2B5EF4-FFF2-40B4-BE49-F238E27FC236}">
                    <a16:creationId xmlns:a16="http://schemas.microsoft.com/office/drawing/2014/main" id="{C6F93AB3-D604-97D1-5850-6978DDF25379}"/>
                  </a:ext>
                </a:extLst>
              </p:cNvPr>
              <p:cNvSpPr>
                <a:spLocks noGrp="1" noRot="1" noChangeAspect="1" noMove="1" noResize="1" noEditPoints="1" noAdjustHandles="1" noChangeArrowheads="1" noChangeShapeType="1" noTextEdit="1"/>
              </p:cNvSpPr>
              <p:nvPr>
                <p:ph sz="half" idx="10"/>
              </p:nvPr>
            </p:nvSpPr>
            <p:spPr>
              <a:xfrm>
                <a:off x="417505" y="1758852"/>
                <a:ext cx="11145847" cy="4948794"/>
              </a:xfrm>
              <a:blipFill>
                <a:blip r:embed="rId2"/>
                <a:stretch>
                  <a:fillRect l="-1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BF32959-FEB3-DB21-162E-CB7D1900ACDC}"/>
                  </a:ext>
                </a:extLst>
              </p:cNvPr>
              <p:cNvSpPr txBox="1"/>
              <p:nvPr/>
            </p:nvSpPr>
            <p:spPr>
              <a:xfrm>
                <a:off x="768983" y="3969106"/>
                <a:ext cx="10654034" cy="589457"/>
              </a:xfrm>
              <a:prstGeom prst="rect">
                <a:avLst/>
              </a:prstGeom>
              <a:noFill/>
            </p:spPr>
            <p:txBody>
              <a:bodyPr wrap="square" lIns="0" tIns="0" rIns="0" bIns="0" rtlCol="0">
                <a:spAutoFit/>
              </a:bodyPr>
              <a:lstStyle/>
              <a:p>
                <a:pPr algn="ct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𝑎</m:t>
                        </m:r>
                      </m:e>
                    </m:d>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d>
                          <m:dPr>
                            <m:begChr m:val=""/>
                            <m:endChr m:val="|"/>
                            <m:ctrlPr>
                              <a:rPr lang="en-GB" sz="2000" b="0" i="1" smtClean="0">
                                <a:latin typeface="Cambria Math" panose="02040503050406030204" pitchFamily="18" charset="0"/>
                              </a:rPr>
                            </m:ctrlPr>
                          </m:dPr>
                          <m:e>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𝑑</m:t>
                                </m:r>
                                <m:r>
                                  <a:rPr lang="en-US" sz="2000" i="1">
                                    <a:latin typeface="Cambria Math" panose="02040503050406030204" pitchFamily="18" charset="0"/>
                                  </a:rPr>
                                  <m:t>𝑓</m:t>
                                </m:r>
                              </m:num>
                              <m:den>
                                <m:r>
                                  <a:rPr lang="en-GB" sz="2000" b="0" i="1" smtClean="0">
                                    <a:latin typeface="Cambria Math" panose="02040503050406030204" pitchFamily="18" charset="0"/>
                                  </a:rPr>
                                  <m:t>𝑑</m:t>
                                </m:r>
                                <m:r>
                                  <a:rPr lang="en-US" sz="2000" i="1">
                                    <a:latin typeface="Cambria Math" panose="02040503050406030204" pitchFamily="18" charset="0"/>
                                  </a:rPr>
                                  <m:t>𝑥</m:t>
                                </m:r>
                              </m:den>
                            </m:f>
                          </m:e>
                        </m:d>
                      </m:e>
                      <m:sub>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𝑎</m:t>
                        </m:r>
                      </m:sub>
                    </m:sSub>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sSub>
                      <m:sSubPr>
                        <m:ctrlPr>
                          <a:rPr lang="en-US" sz="2000" i="1">
                            <a:latin typeface="Cambria Math" panose="02040503050406030204" pitchFamily="18" charset="0"/>
                          </a:rPr>
                        </m:ctrlPr>
                      </m:sSubPr>
                      <m:e>
                        <m:d>
                          <m:dPr>
                            <m:begChr m:val=""/>
                            <m:endChr m:val="|"/>
                            <m:ctrlPr>
                              <a:rPr lang="en-US" sz="2000" b="0" i="1" smtClean="0">
                                <a:latin typeface="Cambria Math" panose="02040503050406030204" pitchFamily="18" charset="0"/>
                              </a:rPr>
                            </m:ctrlPr>
                          </m:dPr>
                          <m:e>
                            <m:f>
                              <m:fPr>
                                <m:ctrlPr>
                                  <a:rPr lang="en-GB" sz="2000" b="0" i="1" smtClean="0">
                                    <a:latin typeface="Cambria Math" panose="02040503050406030204" pitchFamily="18" charset="0"/>
                                  </a:rPr>
                                </m:ctrlPr>
                              </m:fPr>
                              <m:num>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𝑑</m:t>
                                    </m:r>
                                  </m:e>
                                  <m:sup>
                                    <m:r>
                                      <a:rPr lang="en-US" sz="2000" b="0" i="1" smtClean="0">
                                        <a:latin typeface="Cambria Math" panose="02040503050406030204" pitchFamily="18" charset="0"/>
                                      </a:rPr>
                                      <m:t>2</m:t>
                                    </m:r>
                                  </m:sup>
                                </m:sSup>
                                <m:r>
                                  <a:rPr lang="en-US" sz="2000" i="1">
                                    <a:latin typeface="Cambria Math" panose="02040503050406030204" pitchFamily="18" charset="0"/>
                                  </a:rPr>
                                  <m:t>𝑓</m:t>
                                </m:r>
                              </m:num>
                              <m:den>
                                <m:r>
                                  <a:rPr lang="en-GB" sz="2000" b="0" i="1" smtClean="0">
                                    <a:latin typeface="Cambria Math" panose="02040503050406030204" pitchFamily="18" charset="0"/>
                                  </a:rPr>
                                  <m:t>𝑑</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2</m:t>
                                    </m:r>
                                  </m:sup>
                                </m:sSup>
                              </m:den>
                            </m:f>
                          </m:e>
                        </m:d>
                      </m:e>
                      <m:sub>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𝑎</m:t>
                        </m:r>
                      </m:sub>
                    </m:sSub>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𝑎</m:t>
                            </m:r>
                          </m:e>
                        </m:d>
                      </m:e>
                      <m:sup>
                        <m:r>
                          <a:rPr lang="en-US" sz="2000" b="0" i="1" smtClean="0">
                            <a:latin typeface="Cambria Math" panose="02040503050406030204" pitchFamily="18" charset="0"/>
                          </a:rPr>
                          <m:t>2</m:t>
                        </m:r>
                      </m:sup>
                    </m:sSup>
                  </m:oMath>
                </a14:m>
                <a:r>
                  <a:rPr lang="en-GB" sz="2000" dirty="0"/>
                  <a:t>+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b="0" i="1" smtClean="0">
                            <a:latin typeface="Cambria Math" panose="02040503050406030204" pitchFamily="18" charset="0"/>
                          </a:rPr>
                          <m:t>3!</m:t>
                        </m:r>
                      </m:den>
                    </m:f>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f>
                              <m:fPr>
                                <m:ctrlPr>
                                  <a:rPr lang="en-GB" sz="2000" b="0" i="1" smtClean="0">
                                    <a:latin typeface="Cambria Math" panose="02040503050406030204" pitchFamily="18" charset="0"/>
                                  </a:rPr>
                                </m:ctrlPr>
                              </m:fPr>
                              <m:num>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𝑑</m:t>
                                    </m:r>
                                  </m:e>
                                  <m:sup>
                                    <m:r>
                                      <a:rPr lang="en-US" sz="2000" b="0" i="1" smtClean="0">
                                        <a:latin typeface="Cambria Math" panose="02040503050406030204" pitchFamily="18" charset="0"/>
                                      </a:rPr>
                                      <m:t>3</m:t>
                                    </m:r>
                                  </m:sup>
                                </m:sSup>
                                <m:r>
                                  <a:rPr lang="en-US" sz="2000" i="1">
                                    <a:latin typeface="Cambria Math" panose="02040503050406030204" pitchFamily="18" charset="0"/>
                                  </a:rPr>
                                  <m:t>𝑓</m:t>
                                </m:r>
                              </m:num>
                              <m:den>
                                <m:r>
                                  <a:rPr lang="en-GB" sz="2000" b="0" i="1" smtClean="0">
                                    <a:latin typeface="Cambria Math" panose="02040503050406030204" pitchFamily="18" charset="0"/>
                                  </a:rPr>
                                  <m:t>𝑑</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3</m:t>
                                    </m:r>
                                  </m:sup>
                                </m:sSup>
                              </m:den>
                            </m:f>
                          </m:e>
                        </m:d>
                      </m:e>
                      <m:sub>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𝑎</m:t>
                        </m:r>
                      </m:sub>
                    </m:sSub>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𝑎</m:t>
                            </m:r>
                          </m:e>
                        </m:d>
                      </m:e>
                      <m:sup>
                        <m:r>
                          <a:rPr lang="en-US" sz="2000" b="0" i="1" smtClean="0">
                            <a:latin typeface="Cambria Math" panose="02040503050406030204" pitchFamily="18" charset="0"/>
                          </a:rPr>
                          <m:t>3</m:t>
                        </m:r>
                      </m:sup>
                    </m:sSup>
                    <m:r>
                      <a:rPr lang="en-US" sz="2000" b="0" i="1" smtClean="0">
                        <a:latin typeface="Cambria Math" panose="02040503050406030204" pitchFamily="18" charset="0"/>
                      </a:rPr>
                      <m:t>+… </m:t>
                    </m:r>
                  </m:oMath>
                </a14:m>
                <a:endParaRPr lang="en-GB" sz="2000" dirty="0"/>
              </a:p>
            </p:txBody>
          </p:sp>
        </mc:Choice>
        <mc:Fallback xmlns="">
          <p:sp>
            <p:nvSpPr>
              <p:cNvPr id="11" name="TextBox 10">
                <a:extLst>
                  <a:ext uri="{FF2B5EF4-FFF2-40B4-BE49-F238E27FC236}">
                    <a16:creationId xmlns:a16="http://schemas.microsoft.com/office/drawing/2014/main" id="{BBF32959-FEB3-DB21-162E-CB7D1900ACDC}"/>
                  </a:ext>
                </a:extLst>
              </p:cNvPr>
              <p:cNvSpPr txBox="1">
                <a:spLocks noRot="1" noChangeAspect="1" noMove="1" noResize="1" noEditPoints="1" noAdjustHandles="1" noChangeArrowheads="1" noChangeShapeType="1" noTextEdit="1"/>
              </p:cNvSpPr>
              <p:nvPr/>
            </p:nvSpPr>
            <p:spPr>
              <a:xfrm>
                <a:off x="768983" y="3969106"/>
                <a:ext cx="10654034" cy="589457"/>
              </a:xfrm>
              <a:prstGeom prst="rect">
                <a:avLst/>
              </a:prstGeom>
              <a:blipFill>
                <a:blip r:embed="rId3"/>
                <a:stretch>
                  <a:fillRect/>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Derivative approximations</a:t>
            </a:r>
          </a:p>
        </p:txBody>
      </p:sp>
      <p:sp>
        <p:nvSpPr>
          <p:cNvPr id="9" name="Title 2">
            <a:extLst>
              <a:ext uri="{FF2B5EF4-FFF2-40B4-BE49-F238E27FC236}">
                <a16:creationId xmlns:a16="http://schemas.microsoft.com/office/drawing/2014/main" id="{9BC1912F-67CC-E4C4-8DE5-80F67AF1FF4C}"/>
              </a:ext>
            </a:extLst>
          </p:cNvPr>
          <p:cNvSpPr txBox="1">
            <a:spLocks/>
          </p:cNvSpPr>
          <p:nvPr/>
        </p:nvSpPr>
        <p:spPr>
          <a:xfrm>
            <a:off x="417505" y="1212589"/>
            <a:ext cx="10936297" cy="45976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250" b="0" i="0" kern="1200">
                <a:solidFill>
                  <a:schemeClr val="tx1">
                    <a:lumMod val="50000"/>
                  </a:schemeClr>
                </a:solidFill>
                <a:latin typeface="Arial" panose="020B0604020202020204" pitchFamily="34" charset="0"/>
                <a:ea typeface="+mj-ea"/>
                <a:cs typeface="Arial" panose="020B0604020202020204" pitchFamily="34" charset="0"/>
              </a:defRPr>
            </a:lvl1pPr>
          </a:lstStyle>
          <a:p>
            <a:r>
              <a:rPr lang="en-GB"/>
              <a:t>Derivative approximations</a:t>
            </a:r>
            <a:endParaRPr lang="en-GB" dirty="0"/>
          </a:p>
        </p:txBody>
      </p:sp>
      <mc:AlternateContent xmlns:mc="http://schemas.openxmlformats.org/markup-compatibility/2006" xmlns:a14="http://schemas.microsoft.com/office/drawing/2010/main">
        <mc:Choice Requires="a14">
          <p:sp>
            <p:nvSpPr>
              <p:cNvPr id="10" name="Content Placeholder 4">
                <a:extLst>
                  <a:ext uri="{FF2B5EF4-FFF2-40B4-BE49-F238E27FC236}">
                    <a16:creationId xmlns:a16="http://schemas.microsoft.com/office/drawing/2014/main" id="{27F185BD-2903-B5BC-4F67-C3144FD2C919}"/>
                  </a:ext>
                </a:extLst>
              </p:cNvPr>
              <p:cNvSpPr>
                <a:spLocks noGrp="1"/>
              </p:cNvSpPr>
              <p:nvPr>
                <p:ph sz="half" idx="10"/>
              </p:nvPr>
            </p:nvSpPr>
            <p:spPr>
              <a:xfrm>
                <a:off x="417502" y="1838632"/>
                <a:ext cx="11145847" cy="4572000"/>
              </a:xfrm>
            </p:spPr>
            <p:txBody>
              <a:bodyPr>
                <a:normAutofit/>
              </a:bodyPr>
              <a:lstStyle/>
              <a:p>
                <a:r>
                  <a:rPr lang="en-GB" sz="1800" dirty="0"/>
                  <a:t>We can consider a Taylor expansion at a point </a:t>
                </a:r>
                <a14:m>
                  <m:oMath xmlns:m="http://schemas.openxmlformats.org/officeDocument/2006/math">
                    <m:r>
                      <a:rPr lang="en-GB" sz="1800" i="1" dirty="0" smtClean="0">
                        <a:latin typeface="Cambria Math" panose="02040503050406030204" pitchFamily="18" charset="0"/>
                      </a:rPr>
                      <m:t>𝑥</m:t>
                    </m:r>
                    <m:r>
                      <a:rPr lang="en-GB" sz="1800" i="1" dirty="0" smtClean="0">
                        <a:latin typeface="Cambria Math" panose="02040503050406030204" pitchFamily="18" charset="0"/>
                      </a:rPr>
                      <m:t>+∆</m:t>
                    </m:r>
                    <m:r>
                      <a:rPr lang="en-GB" sz="1800" i="1" dirty="0">
                        <a:latin typeface="Cambria Math" panose="02040503050406030204" pitchFamily="18" charset="0"/>
                      </a:rPr>
                      <m:t>𝑥</m:t>
                    </m:r>
                  </m:oMath>
                </a14:m>
                <a:r>
                  <a:rPr lang="en-GB" sz="1800" dirty="0"/>
                  <a:t> about </a:t>
                </a:r>
                <a14:m>
                  <m:oMath xmlns:m="http://schemas.openxmlformats.org/officeDocument/2006/math">
                    <m:r>
                      <a:rPr lang="en-GB" sz="1800" i="1" dirty="0" smtClean="0">
                        <a:latin typeface="Cambria Math" panose="02040503050406030204" pitchFamily="18" charset="0"/>
                      </a:rPr>
                      <m:t>𝑥</m:t>
                    </m:r>
                  </m:oMath>
                </a14:m>
                <a:r>
                  <a:rPr lang="en-GB" sz="1800" dirty="0"/>
                  <a:t>,</a:t>
                </a:r>
              </a:p>
              <a:p>
                <a:endParaRPr lang="en-GB" sz="1800" dirty="0"/>
              </a:p>
              <a:p>
                <a:endParaRPr lang="en-GB" sz="1800" dirty="0"/>
              </a:p>
              <a:p>
                <a:r>
                  <a:rPr lang="en-GB" sz="1800" dirty="0"/>
                  <a:t>This approximation assumes that </a:t>
                </a:r>
                <a14:m>
                  <m:oMath xmlns:m="http://schemas.openxmlformats.org/officeDocument/2006/math">
                    <m:r>
                      <a:rPr lang="en-GB" sz="1800" i="1" dirty="0" smtClean="0">
                        <a:latin typeface="Cambria Math" panose="02040503050406030204" pitchFamily="18" charset="0"/>
                      </a:rPr>
                      <m:t>∆</m:t>
                    </m:r>
                    <m:r>
                      <a:rPr lang="en-GB" sz="1800" i="1" dirty="0" smtClean="0">
                        <a:latin typeface="Cambria Math" panose="02040503050406030204" pitchFamily="18" charset="0"/>
                      </a:rPr>
                      <m:t>𝑥</m:t>
                    </m:r>
                  </m:oMath>
                </a14:m>
                <a:r>
                  <a:rPr lang="en-GB" sz="1800" dirty="0"/>
                  <a:t> is sufficiently small to be convergent</a:t>
                </a:r>
              </a:p>
              <a:p>
                <a:r>
                  <a:rPr lang="en-GB" sz="1800" dirty="0"/>
                  <a:t>We may well know a value of </a:t>
                </a:r>
                <a14:m>
                  <m:oMath xmlns:m="http://schemas.openxmlformats.org/officeDocument/2006/math">
                    <m:r>
                      <a:rPr lang="en-GB" sz="1800" i="1" dirty="0" smtClean="0">
                        <a:latin typeface="Cambria Math" panose="02040503050406030204" pitchFamily="18" charset="0"/>
                      </a:rPr>
                      <m:t>𝑓</m:t>
                    </m:r>
                  </m:oMath>
                </a14:m>
                <a:r>
                  <a:rPr lang="en-GB" sz="1800" dirty="0"/>
                  <a:t> at both </a:t>
                </a:r>
                <a14:m>
                  <m:oMath xmlns:m="http://schemas.openxmlformats.org/officeDocument/2006/math">
                    <m:r>
                      <a:rPr lang="en-GB" sz="1800" i="1" dirty="0" smtClean="0">
                        <a:latin typeface="Cambria Math" panose="02040503050406030204" pitchFamily="18" charset="0"/>
                      </a:rPr>
                      <m:t>𝑥</m:t>
                    </m:r>
                  </m:oMath>
                </a14:m>
                <a:r>
                  <a:rPr lang="en-GB" sz="1800" dirty="0"/>
                  <a:t> and </a:t>
                </a:r>
                <a14:m>
                  <m:oMath xmlns:m="http://schemas.openxmlformats.org/officeDocument/2006/math">
                    <m:r>
                      <a:rPr lang="en-GB" sz="1800" i="1" dirty="0" smtClean="0">
                        <a:latin typeface="Cambria Math" panose="02040503050406030204" pitchFamily="18" charset="0"/>
                      </a:rPr>
                      <m:t>𝑥</m:t>
                    </m:r>
                    <m:r>
                      <a:rPr lang="en-GB" sz="1800" i="1" dirty="0" smtClean="0">
                        <a:latin typeface="Cambria Math" panose="02040503050406030204" pitchFamily="18" charset="0"/>
                      </a:rPr>
                      <m:t>+∆</m:t>
                    </m:r>
                    <m:r>
                      <a:rPr lang="en-GB" sz="1800" i="1" dirty="0">
                        <a:latin typeface="Cambria Math" panose="02040503050406030204" pitchFamily="18" charset="0"/>
                      </a:rPr>
                      <m:t>𝑥</m:t>
                    </m:r>
                  </m:oMath>
                </a14:m>
                <a:r>
                  <a:rPr lang="en-GB" sz="1800" dirty="0"/>
                  <a:t>, even if we don’t know the function itself, such as when we are solving a PDE – we know discretised values at many positions in space</a:t>
                </a:r>
              </a:p>
              <a:p>
                <a:r>
                  <a:rPr lang="en-GB" sz="1800" dirty="0"/>
                  <a:t>From this, we can approximate our unknown quantity, the derivative,</a:t>
                </a:r>
              </a:p>
            </p:txBody>
          </p:sp>
        </mc:Choice>
        <mc:Fallback xmlns="">
          <p:sp>
            <p:nvSpPr>
              <p:cNvPr id="10" name="Content Placeholder 4">
                <a:extLst>
                  <a:ext uri="{FF2B5EF4-FFF2-40B4-BE49-F238E27FC236}">
                    <a16:creationId xmlns:a16="http://schemas.microsoft.com/office/drawing/2014/main" id="{27F185BD-2903-B5BC-4F67-C3144FD2C919}"/>
                  </a:ext>
                </a:extLst>
              </p:cNvPr>
              <p:cNvSpPr>
                <a:spLocks noGrp="1" noRot="1" noChangeAspect="1" noMove="1" noResize="1" noEditPoints="1" noAdjustHandles="1" noChangeArrowheads="1" noChangeShapeType="1" noTextEdit="1"/>
              </p:cNvSpPr>
              <p:nvPr>
                <p:ph sz="half" idx="10"/>
              </p:nvPr>
            </p:nvSpPr>
            <p:spPr>
              <a:xfrm>
                <a:off x="417502" y="1838632"/>
                <a:ext cx="11145847" cy="4572000"/>
              </a:xfrm>
              <a:blipFill>
                <a:blip r:embed="rId2"/>
                <a:stretch>
                  <a:fillRect l="-3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A4B9DC5-9387-35C7-A3E5-A9AB9A9F144F}"/>
                  </a:ext>
                </a:extLst>
              </p:cNvPr>
              <p:cNvSpPr txBox="1"/>
              <p:nvPr/>
            </p:nvSpPr>
            <p:spPr>
              <a:xfrm>
                <a:off x="699768" y="2677659"/>
                <a:ext cx="10654034" cy="589457"/>
              </a:xfrm>
              <a:prstGeom prst="rect">
                <a:avLst/>
              </a:prstGeom>
              <a:noFill/>
            </p:spPr>
            <p:txBody>
              <a:bodyPr wrap="square" lIns="0" tIns="0" rIns="0" bIns="0" rtlCol="0">
                <a:spAutoFit/>
              </a:bodyPr>
              <a:lstStyle/>
              <a:p>
                <a:pPr algn="ct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d>
                          <m:dPr>
                            <m:begChr m:val=""/>
                            <m:endChr m:val="|"/>
                            <m:ctrlPr>
                              <a:rPr lang="en-GB" sz="2000" b="0" i="1" smtClean="0">
                                <a:latin typeface="Cambria Math" panose="02040503050406030204" pitchFamily="18" charset="0"/>
                              </a:rPr>
                            </m:ctrlPr>
                          </m:dPr>
                          <m:e>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𝑑</m:t>
                                </m:r>
                                <m:r>
                                  <a:rPr lang="en-US" sz="2000" i="1">
                                    <a:latin typeface="Cambria Math" panose="02040503050406030204" pitchFamily="18" charset="0"/>
                                  </a:rPr>
                                  <m:t>𝑓</m:t>
                                </m:r>
                              </m:num>
                              <m:den>
                                <m:r>
                                  <a:rPr lang="en-GB" sz="2000" b="0" i="1" smtClean="0">
                                    <a:latin typeface="Cambria Math" panose="02040503050406030204" pitchFamily="18" charset="0"/>
                                  </a:rPr>
                                  <m:t>𝑑</m:t>
                                </m:r>
                                <m:r>
                                  <a:rPr lang="en-US" sz="2000" i="1">
                                    <a:latin typeface="Cambria Math" panose="02040503050406030204" pitchFamily="18" charset="0"/>
                                  </a:rPr>
                                  <m:t>𝑥</m:t>
                                </m:r>
                              </m:den>
                            </m:f>
                          </m:e>
                        </m:d>
                      </m:e>
                      <m:sub>
                        <m:r>
                          <a:rPr lang="en-US" sz="2000" b="0" i="1" smtClean="0">
                            <a:latin typeface="Cambria Math" panose="02040503050406030204" pitchFamily="18" charset="0"/>
                          </a:rPr>
                          <m:t>𝑥</m:t>
                        </m:r>
                      </m:sub>
                    </m:sSub>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𝑥</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sSub>
                      <m:sSubPr>
                        <m:ctrlPr>
                          <a:rPr lang="en-US" sz="2000" i="1">
                            <a:latin typeface="Cambria Math" panose="02040503050406030204" pitchFamily="18" charset="0"/>
                          </a:rPr>
                        </m:ctrlPr>
                      </m:sSubPr>
                      <m:e>
                        <m:d>
                          <m:dPr>
                            <m:begChr m:val=""/>
                            <m:endChr m:val="|"/>
                            <m:ctrlPr>
                              <a:rPr lang="en-US" sz="2000" b="0" i="1" smtClean="0">
                                <a:latin typeface="Cambria Math" panose="02040503050406030204" pitchFamily="18" charset="0"/>
                              </a:rPr>
                            </m:ctrlPr>
                          </m:dPr>
                          <m:e>
                            <m:f>
                              <m:fPr>
                                <m:ctrlPr>
                                  <a:rPr lang="en-GB" sz="2000" b="0" i="1" smtClean="0">
                                    <a:latin typeface="Cambria Math" panose="02040503050406030204" pitchFamily="18" charset="0"/>
                                  </a:rPr>
                                </m:ctrlPr>
                              </m:fPr>
                              <m:num>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𝑑</m:t>
                                    </m:r>
                                  </m:e>
                                  <m:sup>
                                    <m:r>
                                      <a:rPr lang="en-US" sz="2000" b="0" i="1" smtClean="0">
                                        <a:latin typeface="Cambria Math" panose="02040503050406030204" pitchFamily="18" charset="0"/>
                                      </a:rPr>
                                      <m:t>2</m:t>
                                    </m:r>
                                  </m:sup>
                                </m:sSup>
                                <m:r>
                                  <a:rPr lang="en-US" sz="2000" i="1">
                                    <a:latin typeface="Cambria Math" panose="02040503050406030204" pitchFamily="18" charset="0"/>
                                  </a:rPr>
                                  <m:t>𝑓</m:t>
                                </m:r>
                              </m:num>
                              <m:den>
                                <m:r>
                                  <a:rPr lang="en-GB" sz="2000" b="0" i="1" smtClean="0">
                                    <a:latin typeface="Cambria Math" panose="02040503050406030204" pitchFamily="18" charset="0"/>
                                  </a:rPr>
                                  <m:t>𝑑</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2</m:t>
                                    </m:r>
                                  </m:sup>
                                </m:sSup>
                              </m:den>
                            </m:f>
                          </m:e>
                        </m:d>
                      </m:e>
                      <m:sub>
                        <m:r>
                          <a:rPr lang="en-US" sz="2000" i="1">
                            <a:latin typeface="Cambria Math" panose="02040503050406030204" pitchFamily="18" charset="0"/>
                          </a:rPr>
                          <m:t>𝑥</m:t>
                        </m:r>
                      </m:sub>
                    </m:sSub>
                    <m:sSup>
                      <m:sSupPr>
                        <m:ctrlPr>
                          <a:rPr lang="en-US" sz="2000" b="0" i="1" smtClean="0">
                            <a:latin typeface="Cambria Math" panose="02040503050406030204" pitchFamily="18" charset="0"/>
                          </a:rPr>
                        </m:ctrlPr>
                      </m:sSupPr>
                      <m:e>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𝑥</m:t>
                            </m:r>
                          </m:e>
                        </m:d>
                      </m:e>
                      <m:sup>
                        <m:r>
                          <a:rPr lang="en-US" sz="2000" b="0" i="1" smtClean="0">
                            <a:latin typeface="Cambria Math" panose="02040503050406030204" pitchFamily="18" charset="0"/>
                          </a:rPr>
                          <m:t>2</m:t>
                        </m:r>
                      </m:sup>
                    </m:sSup>
                  </m:oMath>
                </a14:m>
                <a:r>
                  <a:rPr lang="en-GB" sz="2000" dirty="0"/>
                  <a:t>+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b="0" i="1" smtClean="0">
                            <a:latin typeface="Cambria Math" panose="02040503050406030204" pitchFamily="18" charset="0"/>
                          </a:rPr>
                          <m:t>3!</m:t>
                        </m:r>
                      </m:den>
                    </m:f>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f>
                              <m:fPr>
                                <m:ctrlPr>
                                  <a:rPr lang="en-GB" sz="2000" b="0" i="1" smtClean="0">
                                    <a:latin typeface="Cambria Math" panose="02040503050406030204" pitchFamily="18" charset="0"/>
                                  </a:rPr>
                                </m:ctrlPr>
                              </m:fPr>
                              <m:num>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𝑑</m:t>
                                    </m:r>
                                  </m:e>
                                  <m:sup>
                                    <m:r>
                                      <a:rPr lang="en-US" sz="2000" b="0" i="1" smtClean="0">
                                        <a:latin typeface="Cambria Math" panose="02040503050406030204" pitchFamily="18" charset="0"/>
                                      </a:rPr>
                                      <m:t>3</m:t>
                                    </m:r>
                                  </m:sup>
                                </m:sSup>
                                <m:r>
                                  <a:rPr lang="en-US" sz="2000" i="1">
                                    <a:latin typeface="Cambria Math" panose="02040503050406030204" pitchFamily="18" charset="0"/>
                                  </a:rPr>
                                  <m:t>𝑓</m:t>
                                </m:r>
                              </m:num>
                              <m:den>
                                <m:r>
                                  <a:rPr lang="en-GB" sz="2000" b="0" i="1" smtClean="0">
                                    <a:latin typeface="Cambria Math" panose="02040503050406030204" pitchFamily="18" charset="0"/>
                                  </a:rPr>
                                  <m:t>𝑑</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b="0" i="1" smtClean="0">
                                        <a:latin typeface="Cambria Math" panose="02040503050406030204" pitchFamily="18" charset="0"/>
                                      </a:rPr>
                                      <m:t>3</m:t>
                                    </m:r>
                                  </m:sup>
                                </m:sSup>
                              </m:den>
                            </m:f>
                          </m:e>
                        </m:d>
                      </m:e>
                      <m:sub>
                        <m:r>
                          <a:rPr lang="en-US" sz="2000" i="1">
                            <a:latin typeface="Cambria Math" panose="02040503050406030204" pitchFamily="18" charset="0"/>
                          </a:rPr>
                          <m:t>𝑥</m:t>
                        </m:r>
                      </m:sub>
                    </m:sSub>
                    <m:sSup>
                      <m:sSupPr>
                        <m:ctrlPr>
                          <a:rPr lang="en-US" sz="2000" b="0" i="1" smtClean="0">
                            <a:latin typeface="Cambria Math" panose="02040503050406030204" pitchFamily="18" charset="0"/>
                          </a:rPr>
                        </m:ctrlPr>
                      </m:sSupPr>
                      <m:e>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𝑥</m:t>
                            </m:r>
                          </m:e>
                        </m:d>
                      </m:e>
                      <m:sup>
                        <m:r>
                          <a:rPr lang="en-US" sz="2000" b="0" i="1" smtClean="0">
                            <a:latin typeface="Cambria Math" panose="02040503050406030204" pitchFamily="18" charset="0"/>
                          </a:rPr>
                          <m:t>3</m:t>
                        </m:r>
                      </m:sup>
                    </m:sSup>
                    <m:r>
                      <a:rPr lang="en-US" sz="2000" b="0" i="1" smtClean="0">
                        <a:latin typeface="Cambria Math" panose="02040503050406030204" pitchFamily="18" charset="0"/>
                      </a:rPr>
                      <m:t>+… </m:t>
                    </m:r>
                  </m:oMath>
                </a14:m>
                <a:endParaRPr lang="en-GB" sz="2000" dirty="0"/>
              </a:p>
            </p:txBody>
          </p:sp>
        </mc:Choice>
        <mc:Fallback xmlns="">
          <p:sp>
            <p:nvSpPr>
              <p:cNvPr id="11" name="TextBox 10">
                <a:extLst>
                  <a:ext uri="{FF2B5EF4-FFF2-40B4-BE49-F238E27FC236}">
                    <a16:creationId xmlns:a16="http://schemas.microsoft.com/office/drawing/2014/main" id="{BA4B9DC5-9387-35C7-A3E5-A9AB9A9F144F}"/>
                  </a:ext>
                </a:extLst>
              </p:cNvPr>
              <p:cNvSpPr txBox="1">
                <a:spLocks noRot="1" noChangeAspect="1" noMove="1" noResize="1" noEditPoints="1" noAdjustHandles="1" noChangeArrowheads="1" noChangeShapeType="1" noTextEdit="1"/>
              </p:cNvSpPr>
              <p:nvPr/>
            </p:nvSpPr>
            <p:spPr>
              <a:xfrm>
                <a:off x="699768" y="2677659"/>
                <a:ext cx="10654034" cy="589457"/>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D266B1-2E15-7F20-5B85-A48B066A7D47}"/>
                  </a:ext>
                </a:extLst>
              </p:cNvPr>
              <p:cNvSpPr txBox="1"/>
              <p:nvPr/>
            </p:nvSpPr>
            <p:spPr>
              <a:xfrm>
                <a:off x="5711802" y="952389"/>
                <a:ext cx="5701241" cy="520399"/>
              </a:xfrm>
              <a:prstGeom prst="rect">
                <a:avLst/>
              </a:prstGeom>
              <a:noFill/>
            </p:spPr>
            <p:txBody>
              <a:bodyPr wrap="none" lIns="0" tIns="0" rIns="0" bIns="0" rtlCol="0">
                <a:spAutoFit/>
              </a:bodyPr>
              <a:lstStyle/>
              <a:p>
                <a:pPr/>
                <a14:m>
                  <m:oMathPara xmlns:m="http://schemas.openxmlformats.org/officeDocument/2006/math">
                    <m:oMath>
                      <m:r>
                        <a:rPr lang="en-GB"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ℎ</m:t>
                          </m:r>
                        </m:e>
                      </m:d>
                      <m:r>
                        <a:rPr lang="en-GB" b="0" i="1" smtClean="0">
                          <a:latin typeface="Cambria Math" panose="02040503050406030204" pitchFamily="18" charset="0"/>
                        </a:rPr>
                        <m:t>=</m:t>
                      </m:r>
                      <m:r>
                        <a:rPr lang="en-GB" b="0" i="1" smtClean="0">
                          <a:latin typeface="Cambria Math" panose="02040503050406030204" pitchFamily="18" charset="0"/>
                        </a:rPr>
                        <m:t>𝑓</m:t>
                      </m:r>
                      <m:d>
                        <m:dPr>
                          <m:ctrlPr>
                            <a:rPr lang="en-GB" i="1" smtClean="0">
                              <a:latin typeface="Cambria Math" panose="02040503050406030204" pitchFamily="18" charset="0"/>
                            </a:rPr>
                          </m:ctrlPr>
                        </m:dPr>
                        <m:e>
                          <m:r>
                            <a:rPr lang="en-GB" i="1" smtClean="0">
                              <a:latin typeface="Cambria Math" panose="02040503050406030204" pitchFamily="18" charset="0"/>
                            </a:rPr>
                            <m:t>𝑎</m:t>
                          </m:r>
                        </m:e>
                      </m:d>
                      <m:r>
                        <a:rPr lang="en-GB" b="0" i="1" smtClean="0">
                          <a:latin typeface="Cambria Math" panose="02040503050406030204" pitchFamily="18" charset="0"/>
                        </a:rPr>
                        <m:t>+</m:t>
                      </m:r>
                      <m:r>
                        <a:rPr lang="en-GB" i="1">
                          <a:latin typeface="Cambria Math" panose="02040503050406030204" pitchFamily="18" charset="0"/>
                        </a:rPr>
                        <m:t>ℎ</m:t>
                      </m:r>
                      <m:sSup>
                        <m:sSupPr>
                          <m:ctrlPr>
                            <a:rPr lang="en-GB" i="1">
                              <a:latin typeface="Cambria Math" panose="02040503050406030204" pitchFamily="18" charset="0"/>
                            </a:rPr>
                          </m:ctrlPr>
                        </m:sSupPr>
                        <m:e>
                          <m:r>
                            <a:rPr lang="en-GB" i="1">
                              <a:latin typeface="Cambria Math" panose="02040503050406030204" pitchFamily="18" charset="0"/>
                            </a:rPr>
                            <m:t>𝑓</m:t>
                          </m:r>
                        </m:e>
                        <m:sup>
                          <m:r>
                            <a:rPr lang="en-GB" i="1">
                              <a:latin typeface="Cambria Math" panose="02040503050406030204" pitchFamily="18" charset="0"/>
                            </a:rPr>
                            <m:t>′</m:t>
                          </m:r>
                        </m:sup>
                      </m:sSup>
                      <m:d>
                        <m:dPr>
                          <m:ctrlPr>
                            <a:rPr lang="en-GB" i="1">
                              <a:latin typeface="Cambria Math" panose="02040503050406030204" pitchFamily="18" charset="0"/>
                            </a:rPr>
                          </m:ctrlPr>
                        </m:dPr>
                        <m:e>
                          <m:r>
                            <a:rPr lang="en-GB" i="1">
                              <a:latin typeface="Cambria Math" panose="02040503050406030204" pitchFamily="18" charset="0"/>
                            </a:rPr>
                            <m:t>𝑎</m:t>
                          </m:r>
                        </m:e>
                      </m:d>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sSup>
                        <m:sSupPr>
                          <m:ctrlPr>
                            <a:rPr lang="en-GB" i="1">
                              <a:latin typeface="Cambria Math" panose="02040503050406030204" pitchFamily="18" charset="0"/>
                            </a:rPr>
                          </m:ctrlPr>
                        </m:sSupPr>
                        <m:e>
                          <m:r>
                            <a:rPr lang="en-GB" i="1">
                              <a:latin typeface="Cambria Math" panose="02040503050406030204" pitchFamily="18" charset="0"/>
                            </a:rPr>
                            <m:t>ℎ</m:t>
                          </m:r>
                        </m:e>
                        <m:sup>
                          <m:r>
                            <a:rPr lang="en-GB" i="1">
                              <a:latin typeface="Cambria Math" panose="02040503050406030204" pitchFamily="18" charset="0"/>
                            </a:rPr>
                            <m:t>2</m:t>
                          </m:r>
                        </m:sup>
                      </m:sSup>
                      <m:sSup>
                        <m:sSupPr>
                          <m:ctrlPr>
                            <a:rPr lang="en-GB" i="1">
                              <a:latin typeface="Cambria Math" panose="02040503050406030204" pitchFamily="18" charset="0"/>
                            </a:rPr>
                          </m:ctrlPr>
                        </m:sSupPr>
                        <m:e>
                          <m:r>
                            <a:rPr lang="en-GB" i="1">
                              <a:latin typeface="Cambria Math" panose="02040503050406030204" pitchFamily="18" charset="0"/>
                            </a:rPr>
                            <m:t>𝑓</m:t>
                          </m:r>
                        </m:e>
                        <m:sup>
                          <m:r>
                            <a:rPr lang="en-GB" i="1">
                              <a:latin typeface="Cambria Math" panose="02040503050406030204" pitchFamily="18" charset="0"/>
                            </a:rPr>
                            <m:t>′′</m:t>
                          </m:r>
                        </m:sup>
                      </m:sSup>
                      <m:d>
                        <m:dPr>
                          <m:ctrlPr>
                            <a:rPr lang="en-GB" i="1">
                              <a:latin typeface="Cambria Math" panose="02040503050406030204" pitchFamily="18" charset="0"/>
                            </a:rPr>
                          </m:ctrlPr>
                        </m:dPr>
                        <m:e>
                          <m:r>
                            <a:rPr lang="en-GB" i="1">
                              <a:latin typeface="Cambria Math" panose="02040503050406030204" pitchFamily="18" charset="0"/>
                            </a:rPr>
                            <m:t>𝑎</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6</m:t>
                          </m:r>
                        </m:den>
                      </m:f>
                      <m:sSup>
                        <m:sSupPr>
                          <m:ctrlPr>
                            <a:rPr lang="en-GB" b="0" i="1" smtClean="0">
                              <a:latin typeface="Cambria Math" panose="02040503050406030204" pitchFamily="18" charset="0"/>
                            </a:rPr>
                          </m:ctrlPr>
                        </m:sSupPr>
                        <m:e>
                          <m:r>
                            <a:rPr lang="en-GB" b="0" i="1" smtClean="0">
                              <a:latin typeface="Cambria Math" panose="02040503050406030204" pitchFamily="18" charset="0"/>
                            </a:rPr>
                            <m:t>ℎ</m:t>
                          </m:r>
                        </m:e>
                        <m:sup>
                          <m:r>
                            <a:rPr lang="en-GB" b="0" i="1" smtClean="0">
                              <a:latin typeface="Cambria Math" panose="02040503050406030204" pitchFamily="18" charset="0"/>
                            </a:rPr>
                            <m:t>3</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𝑓</m:t>
                          </m:r>
                        </m:e>
                        <m:sup>
                          <m:r>
                            <a:rPr lang="en-GB" b="0" i="1" smtClean="0">
                              <a:latin typeface="Cambria Math" panose="02040503050406030204" pitchFamily="18" charset="0"/>
                            </a:rPr>
                            <m:t>′′′</m:t>
                          </m:r>
                        </m:sup>
                      </m:sSup>
                      <m:d>
                        <m:dPr>
                          <m:ctrlPr>
                            <a:rPr lang="en-GB" b="0" i="1" smtClean="0">
                              <a:latin typeface="Cambria Math" panose="02040503050406030204" pitchFamily="18" charset="0"/>
                            </a:rPr>
                          </m:ctrlPr>
                        </m:dPr>
                        <m:e>
                          <m:r>
                            <a:rPr lang="en-GB" b="0" i="1" smtClean="0">
                              <a:latin typeface="Cambria Math" panose="02040503050406030204" pitchFamily="18" charset="0"/>
                            </a:rPr>
                            <m:t>𝑎</m:t>
                          </m:r>
                        </m:e>
                      </m:d>
                      <m:r>
                        <a:rPr lang="en-GB" b="0" i="1" smtClean="0">
                          <a:latin typeface="Cambria Math" panose="02040503050406030204" pitchFamily="18" charset="0"/>
                        </a:rPr>
                        <m:t>+…</m:t>
                      </m:r>
                    </m:oMath>
                  </m:oMathPara>
                </a14:m>
                <a:endParaRPr lang="en-GB" dirty="0"/>
              </a:p>
            </p:txBody>
          </p:sp>
        </mc:Choice>
        <mc:Fallback xmlns="">
          <p:sp>
            <p:nvSpPr>
              <p:cNvPr id="12" name="TextBox 11">
                <a:extLst>
                  <a:ext uri="{FF2B5EF4-FFF2-40B4-BE49-F238E27FC236}">
                    <a16:creationId xmlns:a16="http://schemas.microsoft.com/office/drawing/2014/main" id="{59D266B1-2E15-7F20-5B85-A48B066A7D47}"/>
                  </a:ext>
                </a:extLst>
              </p:cNvPr>
              <p:cNvSpPr txBox="1">
                <a:spLocks noRot="1" noChangeAspect="1" noMove="1" noResize="1" noEditPoints="1" noAdjustHandles="1" noChangeArrowheads="1" noChangeShapeType="1" noTextEdit="1"/>
              </p:cNvSpPr>
              <p:nvPr/>
            </p:nvSpPr>
            <p:spPr>
              <a:xfrm>
                <a:off x="5711802" y="952389"/>
                <a:ext cx="5701241" cy="52039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AD3DA79-DB22-2301-939A-EAA25880381C}"/>
                  </a:ext>
                </a:extLst>
              </p:cNvPr>
              <p:cNvSpPr txBox="1"/>
              <p:nvPr/>
            </p:nvSpPr>
            <p:spPr>
              <a:xfrm>
                <a:off x="957952" y="5512806"/>
                <a:ext cx="10654034" cy="707373"/>
              </a:xfrm>
              <a:prstGeom prst="rect">
                <a:avLst/>
              </a:prstGeom>
              <a:noFill/>
            </p:spPr>
            <p:txBody>
              <a:bodyPr wrap="square" lIns="0" tIns="0" rIns="0" bIns="0" rtlCol="0">
                <a:spAutoFit/>
              </a:bodyPr>
              <a:lstStyle/>
              <a:p>
                <a:pPr algn="ctr"/>
                <a14:m>
                  <m:oMath xmlns:m="http://schemas.openxmlformats.org/officeDocument/2006/math">
                    <m:sSub>
                      <m:sSubPr>
                        <m:ctrlPr>
                          <a:rPr lang="en-GB" sz="2400" b="0" i="1" smtClean="0">
                            <a:latin typeface="Cambria Math" panose="02040503050406030204" pitchFamily="18" charset="0"/>
                          </a:rPr>
                        </m:ctrlPr>
                      </m:sSubPr>
                      <m:e>
                        <m:d>
                          <m:dPr>
                            <m:begChr m:val=""/>
                            <m:endChr m:val="|"/>
                            <m:ctrlPr>
                              <a:rPr lang="en-GB" sz="2400" b="0" i="1" smtClean="0">
                                <a:latin typeface="Cambria Math" panose="02040503050406030204" pitchFamily="18" charset="0"/>
                              </a:rPr>
                            </m:ctrlPr>
                          </m:dPr>
                          <m:e>
                            <m:f>
                              <m:fPr>
                                <m:ctrlPr>
                                  <a:rPr lang="en-GB" sz="2400" b="0" i="0" smtClean="0">
                                    <a:latin typeface="Cambria Math" panose="02040503050406030204" pitchFamily="18" charset="0"/>
                                  </a:rPr>
                                </m:ctrlPr>
                              </m:fPr>
                              <m:num>
                                <m:r>
                                  <m:rPr>
                                    <m:sty m:val="p"/>
                                  </m:rPr>
                                  <a:rPr lang="en-GB" sz="2400" b="0" i="0" smtClean="0">
                                    <a:latin typeface="Cambria Math" panose="02040503050406030204" pitchFamily="18" charset="0"/>
                                  </a:rPr>
                                  <m:t>d</m:t>
                                </m:r>
                                <m:r>
                                  <a:rPr lang="en-US" sz="2400" i="1">
                                    <a:latin typeface="Cambria Math" panose="02040503050406030204" pitchFamily="18" charset="0"/>
                                  </a:rPr>
                                  <m:t>𝑓</m:t>
                                </m:r>
                              </m:num>
                              <m:den>
                                <m:r>
                                  <m:rPr>
                                    <m:sty m:val="p"/>
                                  </m:rPr>
                                  <a:rPr lang="en-GB" sz="2400">
                                    <a:latin typeface="Cambria Math" panose="02040503050406030204" pitchFamily="18" charset="0"/>
                                  </a:rPr>
                                  <m:t>d</m:t>
                                </m:r>
                                <m:r>
                                  <a:rPr lang="en-US" sz="2400" i="1">
                                    <a:latin typeface="Cambria Math" panose="02040503050406030204" pitchFamily="18" charset="0"/>
                                  </a:rPr>
                                  <m:t>𝑥</m:t>
                                </m:r>
                              </m:den>
                            </m:f>
                          </m:e>
                        </m:d>
                      </m:e>
                      <m:sub>
                        <m:r>
                          <a:rPr lang="en-US" sz="2400" i="1">
                            <a:latin typeface="Cambria Math" panose="02040503050406030204" pitchFamily="18" charset="0"/>
                          </a:rPr>
                          <m:t>𝑥</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num>
                      <m:den>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𝑥</m:t>
                        </m:r>
                      </m:den>
                    </m:f>
                    <m:r>
                      <a:rPr lang="en-GB"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sSub>
                      <m:sSubPr>
                        <m:ctrlPr>
                          <a:rPr lang="en-US" sz="2400" b="0" i="1" smtClean="0">
                            <a:latin typeface="Cambria Math" panose="02040503050406030204" pitchFamily="18" charset="0"/>
                          </a:rPr>
                        </m:ctrlPr>
                      </m:sSubPr>
                      <m:e>
                        <m:d>
                          <m:dPr>
                            <m:begChr m:val=""/>
                            <m:endChr m:val="|"/>
                            <m:ctrlPr>
                              <a:rPr lang="en-GB" sz="2400" i="1">
                                <a:latin typeface="Cambria Math" panose="02040503050406030204" pitchFamily="18" charset="0"/>
                              </a:rPr>
                            </m:ctrlPr>
                          </m:dPr>
                          <m:e>
                            <m:f>
                              <m:fPr>
                                <m:ctrlPr>
                                  <a:rPr lang="en-GB" sz="2400" i="1">
                                    <a:latin typeface="Cambria Math" panose="02040503050406030204" pitchFamily="18" charset="0"/>
                                  </a:rPr>
                                </m:ctrlPr>
                              </m:fPr>
                              <m:num>
                                <m:sSup>
                                  <m:sSupPr>
                                    <m:ctrlPr>
                                      <a:rPr lang="en-GB" sz="2400">
                                        <a:latin typeface="Cambria Math" panose="02040503050406030204" pitchFamily="18" charset="0"/>
                                      </a:rPr>
                                    </m:ctrlPr>
                                  </m:sSupPr>
                                  <m:e>
                                    <m:r>
                                      <m:rPr>
                                        <m:sty m:val="p"/>
                                      </m:rPr>
                                      <a:rPr lang="en-GB" sz="2400">
                                        <a:latin typeface="Cambria Math" panose="02040503050406030204" pitchFamily="18" charset="0"/>
                                      </a:rPr>
                                      <m:t>d</m:t>
                                    </m:r>
                                  </m:e>
                                  <m:sup>
                                    <m:r>
                                      <a:rPr lang="en-US" sz="2400" b="0" i="1" smtClean="0">
                                        <a:latin typeface="Cambria Math" panose="02040503050406030204" pitchFamily="18" charset="0"/>
                                      </a:rPr>
                                      <m:t>2</m:t>
                                    </m:r>
                                  </m:sup>
                                </m:sSup>
                                <m:r>
                                  <a:rPr lang="en-US" sz="2400" i="1">
                                    <a:latin typeface="Cambria Math" panose="02040503050406030204" pitchFamily="18" charset="0"/>
                                  </a:rPr>
                                  <m:t>𝑓</m:t>
                                </m:r>
                              </m:num>
                              <m:den>
                                <m:r>
                                  <m:rPr>
                                    <m:sty m:val="p"/>
                                  </m:rPr>
                                  <a:rPr lang="en-GB" sz="2400">
                                    <a:latin typeface="Cambria Math" panose="02040503050406030204" pitchFamily="18" charset="0"/>
                                  </a:rPr>
                                  <m:t>d</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b="0" i="1" smtClean="0">
                                        <a:latin typeface="Cambria Math" panose="02040503050406030204" pitchFamily="18" charset="0"/>
                                      </a:rPr>
                                      <m:t>2</m:t>
                                    </m:r>
                                  </m:sup>
                                </m:sSup>
                              </m:den>
                            </m:f>
                          </m:e>
                        </m:d>
                      </m:e>
                      <m:sub>
                        <m:r>
                          <a:rPr lang="en-US" sz="2400" i="1">
                            <a:latin typeface="Cambria Math" panose="02040503050406030204" pitchFamily="18" charset="0"/>
                          </a:rPr>
                          <m:t>𝑥</m:t>
                        </m:r>
                      </m:sub>
                    </m:sSub>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𝑥</m:t>
                    </m:r>
                    <m:r>
                      <a:rPr lang="en-GB" sz="2400" b="0" i="0" smtClean="0">
                        <a:latin typeface="Cambria Math" panose="02040503050406030204" pitchFamily="18" charset="0"/>
                      </a:rPr>
                      <m:t>−</m:t>
                    </m:r>
                  </m:oMath>
                </a14:m>
                <a:r>
                  <a:rPr lang="en-GB" sz="2400" dirty="0"/>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b="0" i="1" smtClean="0">
                            <a:latin typeface="Cambria Math" panose="02040503050406030204" pitchFamily="18" charset="0"/>
                          </a:rPr>
                          <m:t>3!</m:t>
                        </m:r>
                      </m:den>
                    </m:f>
                    <m:sSub>
                      <m:sSubPr>
                        <m:ctrlPr>
                          <a:rPr lang="en-US" sz="2400" i="1">
                            <a:latin typeface="Cambria Math" panose="02040503050406030204" pitchFamily="18" charset="0"/>
                          </a:rPr>
                        </m:ctrlPr>
                      </m:sSubPr>
                      <m:e>
                        <m:d>
                          <m:dPr>
                            <m:begChr m:val=""/>
                            <m:endChr m:val="|"/>
                            <m:ctrlPr>
                              <a:rPr lang="en-GB" sz="2400" i="1">
                                <a:latin typeface="Cambria Math" panose="02040503050406030204" pitchFamily="18" charset="0"/>
                              </a:rPr>
                            </m:ctrlPr>
                          </m:dPr>
                          <m:e>
                            <m:f>
                              <m:fPr>
                                <m:ctrlPr>
                                  <a:rPr lang="en-GB" sz="2400" i="1">
                                    <a:latin typeface="Cambria Math" panose="02040503050406030204" pitchFamily="18" charset="0"/>
                                  </a:rPr>
                                </m:ctrlPr>
                              </m:fPr>
                              <m:num>
                                <m:sSup>
                                  <m:sSupPr>
                                    <m:ctrlPr>
                                      <a:rPr lang="en-GB" sz="2400">
                                        <a:latin typeface="Cambria Math" panose="02040503050406030204" pitchFamily="18" charset="0"/>
                                      </a:rPr>
                                    </m:ctrlPr>
                                  </m:sSupPr>
                                  <m:e>
                                    <m:r>
                                      <m:rPr>
                                        <m:sty m:val="p"/>
                                      </m:rPr>
                                      <a:rPr lang="en-GB" sz="2400">
                                        <a:latin typeface="Cambria Math" panose="02040503050406030204" pitchFamily="18" charset="0"/>
                                      </a:rPr>
                                      <m:t>d</m:t>
                                    </m:r>
                                  </m:e>
                                  <m:sup>
                                    <m:r>
                                      <a:rPr lang="en-US" sz="2400" b="0" i="1" smtClean="0">
                                        <a:latin typeface="Cambria Math" panose="02040503050406030204" pitchFamily="18" charset="0"/>
                                      </a:rPr>
                                      <m:t>3</m:t>
                                    </m:r>
                                  </m:sup>
                                </m:sSup>
                                <m:r>
                                  <a:rPr lang="en-US" sz="2400" i="1">
                                    <a:latin typeface="Cambria Math" panose="02040503050406030204" pitchFamily="18" charset="0"/>
                                  </a:rPr>
                                  <m:t>𝑓</m:t>
                                </m:r>
                              </m:num>
                              <m:den>
                                <m:r>
                                  <m:rPr>
                                    <m:sty m:val="p"/>
                                  </m:rPr>
                                  <a:rPr lang="en-GB" sz="2400">
                                    <a:latin typeface="Cambria Math" panose="02040503050406030204" pitchFamily="18" charset="0"/>
                                  </a:rPr>
                                  <m:t>d</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b="0" i="1" smtClean="0">
                                        <a:latin typeface="Cambria Math" panose="02040503050406030204" pitchFamily="18" charset="0"/>
                                      </a:rPr>
                                      <m:t>3</m:t>
                                    </m:r>
                                  </m:sup>
                                </m:sSup>
                              </m:den>
                            </m:f>
                          </m:e>
                        </m:d>
                      </m:e>
                      <m:sub>
                        <m:r>
                          <a:rPr lang="en-US" sz="2400" i="1">
                            <a:latin typeface="Cambria Math" panose="02040503050406030204" pitchFamily="18" charset="0"/>
                          </a:rPr>
                          <m:t>𝑥</m:t>
                        </m:r>
                      </m:sub>
                    </m:sSub>
                    <m:sSup>
                      <m:sSupPr>
                        <m:ctrlPr>
                          <a:rPr lang="en-US" sz="2400" b="0" i="1" smtClean="0">
                            <a:latin typeface="Cambria Math" panose="02040503050406030204" pitchFamily="18" charset="0"/>
                          </a:rPr>
                        </m:ctrlPr>
                      </m:sSupPr>
                      <m:e>
                        <m:d>
                          <m:dPr>
                            <m:ctrlPr>
                              <a:rPr lang="en-US" sz="2400" b="0" i="0" smtClean="0">
                                <a:latin typeface="Cambria Math" panose="02040503050406030204" pitchFamily="18" charset="0"/>
                              </a:rPr>
                            </m:ctrlPr>
                          </m:dPr>
                          <m:e>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𝑥</m:t>
                            </m:r>
                          </m:e>
                        </m:d>
                      </m:e>
                      <m:sup>
                        <m:r>
                          <a:rPr lang="en-US" sz="2400" b="0" i="1" smtClean="0">
                            <a:latin typeface="Cambria Math" panose="02040503050406030204" pitchFamily="18" charset="0"/>
                          </a:rPr>
                          <m:t>2</m:t>
                        </m:r>
                      </m:sup>
                    </m:sSup>
                    <m:r>
                      <a:rPr lang="en-US" sz="2400" b="0" i="1" smtClean="0">
                        <a:latin typeface="Cambria Math" panose="02040503050406030204" pitchFamily="18" charset="0"/>
                      </a:rPr>
                      <m:t>+… </m:t>
                    </m:r>
                  </m:oMath>
                </a14:m>
                <a:endParaRPr lang="en-GB" sz="2400" dirty="0"/>
              </a:p>
            </p:txBody>
          </p:sp>
        </mc:Choice>
        <mc:Fallback xmlns="">
          <p:sp>
            <p:nvSpPr>
              <p:cNvPr id="14" name="TextBox 13">
                <a:extLst>
                  <a:ext uri="{FF2B5EF4-FFF2-40B4-BE49-F238E27FC236}">
                    <a16:creationId xmlns:a16="http://schemas.microsoft.com/office/drawing/2014/main" id="{3AD3DA79-DB22-2301-939A-EAA25880381C}"/>
                  </a:ext>
                </a:extLst>
              </p:cNvPr>
              <p:cNvSpPr txBox="1">
                <a:spLocks noRot="1" noChangeAspect="1" noMove="1" noResize="1" noEditPoints="1" noAdjustHandles="1" noChangeArrowheads="1" noChangeShapeType="1" noTextEdit="1"/>
              </p:cNvSpPr>
              <p:nvPr/>
            </p:nvSpPr>
            <p:spPr>
              <a:xfrm>
                <a:off x="957952" y="5512806"/>
                <a:ext cx="10654034" cy="707373"/>
              </a:xfrm>
              <a:prstGeom prst="rect">
                <a:avLst/>
              </a:prstGeom>
              <a:blipFill>
                <a:blip r:embed="rId5"/>
                <a:stretch>
                  <a:fillRect/>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First-order derivative</a:t>
            </a:r>
          </a:p>
        </p:txBody>
      </p:sp>
      <mc:AlternateContent xmlns:mc="http://schemas.openxmlformats.org/markup-compatibility/2006" xmlns:a14="http://schemas.microsoft.com/office/drawing/2010/main">
        <mc:Choice Requires="a14">
          <p:sp>
            <p:nvSpPr>
              <p:cNvPr id="3" name="Content Placeholder 4">
                <a:extLst>
                  <a:ext uri="{FF2B5EF4-FFF2-40B4-BE49-F238E27FC236}">
                    <a16:creationId xmlns:a16="http://schemas.microsoft.com/office/drawing/2014/main" id="{8E480C91-5937-47FD-B7D8-37F0389C37F8}"/>
                  </a:ext>
                </a:extLst>
              </p:cNvPr>
              <p:cNvSpPr>
                <a:spLocks noGrp="1"/>
              </p:cNvSpPr>
              <p:nvPr>
                <p:ph sz="half" idx="10"/>
              </p:nvPr>
            </p:nvSpPr>
            <p:spPr>
              <a:xfrm>
                <a:off x="417502" y="1838632"/>
                <a:ext cx="11145847" cy="4572000"/>
              </a:xfrm>
            </p:spPr>
            <p:txBody>
              <a:bodyPr>
                <a:normAutofit/>
              </a:bodyPr>
              <a:lstStyle/>
              <a:p>
                <a:r>
                  <a:rPr lang="en-GB" sz="1800" dirty="0"/>
                  <a:t>As ∆x is supposed to be small, it is reasonable to assume that any term multiplied by this is negligible</a:t>
                </a:r>
              </a:p>
              <a:p>
                <a:r>
                  <a:rPr lang="en-GB" sz="1800" dirty="0"/>
                  <a:t>For this reason, the derivative approximation is often written</a:t>
                </a:r>
              </a:p>
              <a:p>
                <a:endParaRPr lang="en-GB" sz="1800" dirty="0"/>
              </a:p>
              <a:p>
                <a:endParaRPr lang="en-GB" sz="1800" dirty="0"/>
              </a:p>
              <a:p>
                <a:r>
                  <a:rPr lang="en-GB" sz="1800" dirty="0"/>
                  <a:t>The </a:t>
                </a:r>
                <a14:m>
                  <m:oMath xmlns:m="http://schemas.openxmlformats.org/officeDocument/2006/math">
                    <m:r>
                      <a:rPr lang="en-GB" sz="1800" i="1" dirty="0" smtClean="0">
                        <a:latin typeface="Cambria Math" panose="02040503050406030204" pitchFamily="18" charset="0"/>
                        <a:ea typeface="Cambria Math" panose="02040503050406030204" pitchFamily="18" charset="0"/>
                      </a:rPr>
                      <m:t>𝒪</m:t>
                    </m:r>
                    <m:r>
                      <a:rPr lang="en-GB" sz="1800" i="1" dirty="0" smtClean="0">
                        <a:latin typeface="Cambria Math" panose="02040503050406030204" pitchFamily="18" charset="0"/>
                      </a:rPr>
                      <m:t>(</m:t>
                    </m:r>
                    <m:r>
                      <a:rPr lang="en-GB" sz="1800" i="1" dirty="0">
                        <a:latin typeface="Cambria Math" panose="02040503050406030204" pitchFamily="18" charset="0"/>
                      </a:rPr>
                      <m:t>∆</m:t>
                    </m:r>
                    <m:r>
                      <a:rPr lang="en-GB" sz="1800" i="1" dirty="0">
                        <a:latin typeface="Cambria Math" panose="02040503050406030204" pitchFamily="18" charset="0"/>
                      </a:rPr>
                      <m:t>𝑥</m:t>
                    </m:r>
                    <m:r>
                      <a:rPr lang="en-GB" sz="1800" i="1" dirty="0">
                        <a:latin typeface="Cambria Math" panose="02040503050406030204" pitchFamily="18" charset="0"/>
                      </a:rPr>
                      <m:t>)</m:t>
                    </m:r>
                  </m:oMath>
                </a14:m>
                <a:r>
                  <a:rPr lang="en-GB" sz="1800" dirty="0"/>
                  <a:t> term is the </a:t>
                </a:r>
                <a:r>
                  <a:rPr lang="en-GB" sz="1800" b="1" dirty="0"/>
                  <a:t>error</a:t>
                </a:r>
                <a:r>
                  <a:rPr lang="en-GB" sz="1800" dirty="0"/>
                  <a:t> within this approximation, and since </a:t>
                </a:r>
                <a14:m>
                  <m:oMath xmlns:m="http://schemas.openxmlformats.org/officeDocument/2006/math">
                    <m:r>
                      <a:rPr lang="en-GB" sz="1800" i="1" dirty="0" smtClean="0">
                        <a:latin typeface="Cambria Math" panose="02040503050406030204" pitchFamily="18" charset="0"/>
                      </a:rPr>
                      <m:t>∆</m:t>
                    </m:r>
                    <m:r>
                      <a:rPr lang="en-GB" sz="1800" i="1" dirty="0" smtClean="0">
                        <a:latin typeface="Cambria Math" panose="02040503050406030204" pitchFamily="18" charset="0"/>
                      </a:rPr>
                      <m:t>𝑥</m:t>
                    </m:r>
                    <m:r>
                      <a:rPr lang="en-GB" sz="1800" i="1" dirty="0" smtClean="0">
                        <a:latin typeface="Cambria Math" panose="02040503050406030204" pitchFamily="18" charset="0"/>
                      </a:rPr>
                      <m:t>&gt;</m:t>
                    </m:r>
                    <m:sSup>
                      <m:sSupPr>
                        <m:ctrlPr>
                          <a:rPr lang="en-GB" sz="1800" i="1" dirty="0">
                            <a:latin typeface="Cambria Math" panose="02040503050406030204" pitchFamily="18" charset="0"/>
                          </a:rPr>
                        </m:ctrlPr>
                      </m:sSupPr>
                      <m:e>
                        <m:d>
                          <m:dPr>
                            <m:ctrlPr>
                              <a:rPr lang="en-GB" sz="1800" i="1" dirty="0">
                                <a:latin typeface="Cambria Math" panose="02040503050406030204" pitchFamily="18" charset="0"/>
                              </a:rPr>
                            </m:ctrlPr>
                          </m:dPr>
                          <m:e>
                            <m:r>
                              <a:rPr lang="en-GB" sz="1800" i="1" dirty="0">
                                <a:latin typeface="Cambria Math" panose="02040503050406030204" pitchFamily="18" charset="0"/>
                              </a:rPr>
                              <m:t>∆</m:t>
                            </m:r>
                            <m:r>
                              <a:rPr lang="en-GB" sz="1800" i="1" dirty="0">
                                <a:latin typeface="Cambria Math" panose="02040503050406030204" pitchFamily="18" charset="0"/>
                              </a:rPr>
                              <m:t>𝑥</m:t>
                            </m:r>
                          </m:e>
                        </m:d>
                      </m:e>
                      <m:sup>
                        <m:r>
                          <a:rPr lang="en-GB" sz="1800" i="1" dirty="0" smtClean="0">
                            <a:latin typeface="Cambria Math" panose="02040503050406030204" pitchFamily="18" charset="0"/>
                          </a:rPr>
                          <m:t>2</m:t>
                        </m:r>
                      </m:sup>
                    </m:sSup>
                    <m:r>
                      <a:rPr lang="en-GB" sz="1800" i="1" dirty="0" smtClean="0">
                        <a:latin typeface="Cambria Math" panose="02040503050406030204" pitchFamily="18" charset="0"/>
                      </a:rPr>
                      <m:t>&gt;</m:t>
                    </m:r>
                    <m:sSup>
                      <m:sSupPr>
                        <m:ctrlPr>
                          <a:rPr lang="en-GB" sz="1800" i="1" dirty="0">
                            <a:latin typeface="Cambria Math" panose="02040503050406030204" pitchFamily="18" charset="0"/>
                          </a:rPr>
                        </m:ctrlPr>
                      </m:sSupPr>
                      <m:e>
                        <m:d>
                          <m:dPr>
                            <m:ctrlPr>
                              <a:rPr lang="en-GB" sz="1800" i="1" dirty="0">
                                <a:latin typeface="Cambria Math" panose="02040503050406030204" pitchFamily="18" charset="0"/>
                              </a:rPr>
                            </m:ctrlPr>
                          </m:dPr>
                          <m:e>
                            <m:r>
                              <a:rPr lang="en-GB" sz="1800" i="1" dirty="0">
                                <a:latin typeface="Cambria Math" panose="02040503050406030204" pitchFamily="18" charset="0"/>
                              </a:rPr>
                              <m:t>∆</m:t>
                            </m:r>
                            <m:r>
                              <a:rPr lang="en-GB" sz="1800" i="1" dirty="0">
                                <a:latin typeface="Cambria Math" panose="02040503050406030204" pitchFamily="18" charset="0"/>
                              </a:rPr>
                              <m:t>𝑥</m:t>
                            </m:r>
                          </m:e>
                        </m:d>
                      </m:e>
                      <m:sup>
                        <m:r>
                          <a:rPr lang="en-GB" sz="1800" i="1" dirty="0" smtClean="0">
                            <a:latin typeface="Cambria Math" panose="02040503050406030204" pitchFamily="18" charset="0"/>
                          </a:rPr>
                          <m:t>3</m:t>
                        </m:r>
                      </m:sup>
                    </m:sSup>
                    <m:r>
                      <a:rPr lang="en-GB" sz="1800" i="1" dirty="0" smtClean="0">
                        <a:latin typeface="Cambria Math" panose="02040503050406030204" pitchFamily="18" charset="0"/>
                      </a:rPr>
                      <m:t>&gt;</m:t>
                    </m:r>
                    <m:r>
                      <a:rPr lang="en-US" sz="1800" b="0" i="1" dirty="0" smtClean="0">
                        <a:latin typeface="Cambria Math" panose="02040503050406030204" pitchFamily="18" charset="0"/>
                      </a:rPr>
                      <m:t>…</m:t>
                    </m:r>
                  </m:oMath>
                </a14:m>
                <a:r>
                  <a:rPr lang="en-GB" sz="1800" dirty="0"/>
                  <a:t> (again, for small </a:t>
                </a:r>
                <a14:m>
                  <m:oMath xmlns:m="http://schemas.openxmlformats.org/officeDocument/2006/math">
                    <m:r>
                      <a:rPr lang="en-GB" sz="1800" i="1" dirty="0" smtClean="0">
                        <a:latin typeface="Cambria Math" panose="02040503050406030204" pitchFamily="18" charset="0"/>
                      </a:rPr>
                      <m:t>∆</m:t>
                    </m:r>
                    <m:r>
                      <a:rPr lang="en-GB" sz="1800" i="1" dirty="0" smtClean="0">
                        <a:latin typeface="Cambria Math" panose="02040503050406030204" pitchFamily="18" charset="0"/>
                      </a:rPr>
                      <m:t>𝑥</m:t>
                    </m:r>
                  </m:oMath>
                </a14:m>
                <a:r>
                  <a:rPr lang="en-GB" sz="1800" dirty="0"/>
                  <a:t>), this is the dominant term in the error</a:t>
                </a:r>
              </a:p>
              <a:p>
                <a:r>
                  <a:rPr lang="en-GB" sz="1800" dirty="0"/>
                  <a:t>Since </a:t>
                </a:r>
                <a14:m>
                  <m:oMath xmlns:m="http://schemas.openxmlformats.org/officeDocument/2006/math">
                    <m:r>
                      <a:rPr lang="en-GB" sz="1800" i="1" dirty="0" smtClean="0">
                        <a:latin typeface="Cambria Math" panose="02040503050406030204" pitchFamily="18" charset="0"/>
                      </a:rPr>
                      <m:t>∆</m:t>
                    </m:r>
                    <m:r>
                      <a:rPr lang="en-GB" sz="1800" i="1" dirty="0" smtClean="0">
                        <a:latin typeface="Cambria Math" panose="02040503050406030204" pitchFamily="18" charset="0"/>
                      </a:rPr>
                      <m:t>𝑥</m:t>
                    </m:r>
                    <m:r>
                      <a:rPr lang="en-GB" sz="1800" i="1" dirty="0" smtClean="0">
                        <a:latin typeface="Cambria Math" panose="02040503050406030204" pitchFamily="18" charset="0"/>
                      </a:rPr>
                      <m:t>=</m:t>
                    </m:r>
                    <m:sSup>
                      <m:sSupPr>
                        <m:ctrlPr>
                          <a:rPr lang="en-GB" sz="1800" i="1" dirty="0">
                            <a:latin typeface="Cambria Math" panose="02040503050406030204" pitchFamily="18" charset="0"/>
                          </a:rPr>
                        </m:ctrlPr>
                      </m:sSupPr>
                      <m:e>
                        <m:d>
                          <m:dPr>
                            <m:ctrlPr>
                              <a:rPr lang="en-GB" sz="1800" i="1" dirty="0">
                                <a:latin typeface="Cambria Math" panose="02040503050406030204" pitchFamily="18" charset="0"/>
                              </a:rPr>
                            </m:ctrlPr>
                          </m:dPr>
                          <m:e>
                            <m:r>
                              <a:rPr lang="en-GB" sz="1800" i="1" dirty="0">
                                <a:latin typeface="Cambria Math" panose="02040503050406030204" pitchFamily="18" charset="0"/>
                              </a:rPr>
                              <m:t>∆</m:t>
                            </m:r>
                            <m:r>
                              <a:rPr lang="en-GB" sz="1800" i="1" dirty="0">
                                <a:latin typeface="Cambria Math" panose="02040503050406030204" pitchFamily="18" charset="0"/>
                              </a:rPr>
                              <m:t>𝑥</m:t>
                            </m:r>
                          </m:e>
                        </m:d>
                      </m:e>
                      <m:sup>
                        <m:r>
                          <a:rPr lang="en-GB" sz="1800" i="1" dirty="0">
                            <a:latin typeface="Cambria Math" panose="02040503050406030204" pitchFamily="18" charset="0"/>
                          </a:rPr>
                          <m:t>1</m:t>
                        </m:r>
                      </m:sup>
                    </m:sSup>
                  </m:oMath>
                </a14:m>
                <a:r>
                  <a:rPr lang="en-GB" sz="1800" dirty="0"/>
                  <a:t>, this is referred to as a </a:t>
                </a:r>
                <a:r>
                  <a:rPr lang="en-GB" sz="1800" b="1" dirty="0"/>
                  <a:t>first order accurate </a:t>
                </a:r>
                <a:r>
                  <a:rPr lang="en-GB" sz="1800" dirty="0"/>
                  <a:t>approximation</a:t>
                </a:r>
              </a:p>
              <a:p>
                <a:r>
                  <a:rPr lang="en-GB" sz="1800" dirty="0"/>
                  <a:t>If we half </a:t>
                </a:r>
                <a14:m>
                  <m:oMath xmlns:m="http://schemas.openxmlformats.org/officeDocument/2006/math">
                    <m:r>
                      <a:rPr lang="en-GB" sz="1800" i="1" dirty="0" smtClean="0">
                        <a:latin typeface="Cambria Math" panose="02040503050406030204" pitchFamily="18" charset="0"/>
                      </a:rPr>
                      <m:t>∆</m:t>
                    </m:r>
                    <m:r>
                      <a:rPr lang="en-GB" sz="1800" i="1" dirty="0" smtClean="0">
                        <a:latin typeface="Cambria Math" panose="02040503050406030204" pitchFamily="18" charset="0"/>
                      </a:rPr>
                      <m:t>𝑥</m:t>
                    </m:r>
                  </m:oMath>
                </a14:m>
                <a:r>
                  <a:rPr lang="en-GB" sz="1800" dirty="0"/>
                  <a:t>, we halve the error from that dominant term (roughly, this assumes that the error from the </a:t>
                </a:r>
                <a14:m>
                  <m:oMath xmlns:m="http://schemas.openxmlformats.org/officeDocument/2006/math">
                    <m:sSup>
                      <m:sSupPr>
                        <m:ctrlPr>
                          <a:rPr lang="en-GB" sz="1800" b="0" i="1" smtClean="0">
                            <a:latin typeface="Cambria Math" panose="02040503050406030204" pitchFamily="18" charset="0"/>
                          </a:rPr>
                        </m:ctrlPr>
                      </m:sSupPr>
                      <m:e>
                        <m:d>
                          <m:dPr>
                            <m:ctrlPr>
                              <a:rPr lang="en-GB" sz="1800" b="0" i="0" smtClean="0">
                                <a:latin typeface="Cambria Math" panose="02040503050406030204" pitchFamily="18" charset="0"/>
                              </a:rPr>
                            </m:ctrlPr>
                          </m:dPr>
                          <m:e>
                            <m:r>
                              <m:rPr>
                                <m:sty m:val="p"/>
                              </m:rPr>
                              <a:rPr lang="en-GB" sz="1800" b="0" i="0" smtClean="0">
                                <a:latin typeface="Cambria Math" panose="02040503050406030204" pitchFamily="18" charset="0"/>
                              </a:rPr>
                              <m:t>Δ</m:t>
                            </m:r>
                            <m:r>
                              <a:rPr lang="en-GB" sz="1800" b="0" i="1" smtClean="0">
                                <a:latin typeface="Cambria Math" panose="02040503050406030204" pitchFamily="18" charset="0"/>
                              </a:rPr>
                              <m:t>𝑥</m:t>
                            </m:r>
                          </m:e>
                        </m:d>
                      </m:e>
                      <m:sup>
                        <m:r>
                          <a:rPr lang="en-GB" sz="1800" b="0" i="1" smtClean="0">
                            <a:latin typeface="Cambria Math" panose="02040503050406030204" pitchFamily="18" charset="0"/>
                          </a:rPr>
                          <m:t>2</m:t>
                        </m:r>
                      </m:sup>
                    </m:sSup>
                  </m:oMath>
                </a14:m>
                <a:r>
                  <a:rPr lang="en-GB" sz="1800" dirty="0"/>
                  <a:t> terms and so on is even smaller)</a:t>
                </a:r>
              </a:p>
            </p:txBody>
          </p:sp>
        </mc:Choice>
        <mc:Fallback xmlns="">
          <p:sp>
            <p:nvSpPr>
              <p:cNvPr id="3" name="Content Placeholder 4">
                <a:extLst>
                  <a:ext uri="{FF2B5EF4-FFF2-40B4-BE49-F238E27FC236}">
                    <a16:creationId xmlns:a16="http://schemas.microsoft.com/office/drawing/2014/main" id="{8E480C91-5937-47FD-B7D8-37F0389C37F8}"/>
                  </a:ext>
                </a:extLst>
              </p:cNvPr>
              <p:cNvSpPr>
                <a:spLocks noGrp="1" noRot="1" noChangeAspect="1" noMove="1" noResize="1" noEditPoints="1" noAdjustHandles="1" noChangeArrowheads="1" noChangeShapeType="1" noTextEdit="1"/>
              </p:cNvSpPr>
              <p:nvPr>
                <p:ph sz="half" idx="10"/>
              </p:nvPr>
            </p:nvSpPr>
            <p:spPr>
              <a:xfrm>
                <a:off x="417502" y="1838632"/>
                <a:ext cx="11145847" cy="4572000"/>
              </a:xfrm>
              <a:blipFill>
                <a:blip r:embed="rId2"/>
                <a:stretch>
                  <a:fillRect l="-328" r="-765" b="-800"/>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432517F9-7691-62D1-D501-4278919B5EEC}"/>
              </a:ext>
            </a:extLst>
          </p:cNvPr>
          <p:cNvSpPr txBox="1"/>
          <p:nvPr/>
        </p:nvSpPr>
        <p:spPr>
          <a:xfrm>
            <a:off x="5504811" y="5887599"/>
            <a:ext cx="5848991" cy="923330"/>
          </a:xfrm>
          <a:prstGeom prst="rect">
            <a:avLst/>
          </a:prstGeom>
          <a:noFill/>
          <a:ln>
            <a:solidFill>
              <a:schemeClr val="tx2"/>
            </a:solidFill>
          </a:ln>
        </p:spPr>
        <p:txBody>
          <a:bodyPr wrap="square" rtlCol="0">
            <a:spAutoFit/>
          </a:bodyPr>
          <a:lstStyle/>
          <a:p>
            <a:r>
              <a:rPr lang="en-GB" dirty="0"/>
              <a:t>Note that this is actually saying the derivative of a function known at two points can be approximated by drawing a straight line between the points</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4D2FC91-1B2B-5A22-7C8D-7921D21E760E}"/>
                  </a:ext>
                </a:extLst>
              </p:cNvPr>
              <p:cNvSpPr txBox="1"/>
              <p:nvPr/>
            </p:nvSpPr>
            <p:spPr>
              <a:xfrm>
                <a:off x="1324505" y="3038430"/>
                <a:ext cx="10654034" cy="726481"/>
              </a:xfrm>
              <a:prstGeom prst="rect">
                <a:avLst/>
              </a:prstGeom>
              <a:noFill/>
            </p:spPr>
            <p:txBody>
              <a:bodyPr wrap="square" lIns="0" tIns="0" rIns="0" bIns="0" rtlCol="0">
                <a:spAutoFit/>
              </a:bodyPr>
              <a:lstStyle/>
              <a:p>
                <a:pPr algn="ctr"/>
                <a14:m>
                  <m:oMathPara xmlns:m="http://schemas.openxmlformats.org/officeDocument/2006/math">
                    <m:oMath>
                      <m:sSub>
                        <m:sSubPr>
                          <m:ctrlPr>
                            <a:rPr lang="en-US" sz="2000" i="1">
                              <a:latin typeface="Cambria Math" panose="02040503050406030204" pitchFamily="18" charset="0"/>
                            </a:rPr>
                          </m:ctrlPr>
                        </m:sSubPr>
                        <m:e>
                          <m:d>
                            <m:dPr>
                              <m:begChr m:val=""/>
                              <m:endChr m:val="|"/>
                              <m:ctrlPr>
                                <a:rPr lang="en-GB" sz="2000" b="0" i="1" smtClean="0">
                                  <a:latin typeface="Cambria Math" panose="02040503050406030204" pitchFamily="18" charset="0"/>
                                </a:rPr>
                              </m:ctrlPr>
                            </m:dPr>
                            <m:e>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𝑑</m:t>
                                  </m:r>
                                  <m:r>
                                    <a:rPr lang="en-US" sz="2000" i="1">
                                      <a:latin typeface="Cambria Math" panose="02040503050406030204" pitchFamily="18" charset="0"/>
                                    </a:rPr>
                                    <m:t>𝑓</m:t>
                                  </m:r>
                                </m:num>
                                <m:den>
                                  <m:r>
                                    <a:rPr lang="en-GB" sz="2000" b="0" i="1" smtClean="0">
                                      <a:latin typeface="Cambria Math" panose="02040503050406030204" pitchFamily="18" charset="0"/>
                                    </a:rPr>
                                    <m:t>𝑑</m:t>
                                  </m:r>
                                  <m:r>
                                    <a:rPr lang="en-US" sz="2000" i="1">
                                      <a:latin typeface="Cambria Math" panose="02040503050406030204" pitchFamily="18" charset="0"/>
                                    </a:rPr>
                                    <m:t>𝑥</m:t>
                                  </m:r>
                                </m:den>
                              </m:f>
                            </m:e>
                          </m:d>
                        </m:e>
                        <m:sub>
                          <m:r>
                            <a:rPr lang="en-US" sz="2000" i="1">
                              <a:latin typeface="Cambria Math" panose="02040503050406030204" pitchFamily="18" charset="0"/>
                            </a:rPr>
                            <m:t>𝑥</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num>
                        <m:den>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𝑥</m:t>
                          </m:r>
                        </m:den>
                      </m:f>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𝒪</m:t>
                      </m:r>
                      <m:d>
                        <m:dPr>
                          <m:ctrlPr>
                            <a:rPr lang="en-US" sz="2000" b="0" i="0" smtClean="0">
                              <a:latin typeface="Cambria Math" panose="02040503050406030204" pitchFamily="18" charset="0"/>
                              <a:ea typeface="Cambria Math" panose="02040503050406030204" pitchFamily="18" charset="0"/>
                            </a:rPr>
                          </m:ctrlPr>
                        </m:dPr>
                        <m:e>
                          <m:r>
                            <m:rPr>
                              <m:sty m:val="p"/>
                            </m:rPr>
                            <a:rPr lang="en-US" sz="2000" b="0" i="0" smtClean="0">
                              <a:latin typeface="Cambria Math" panose="02040503050406030204" pitchFamily="18" charset="0"/>
                              <a:ea typeface="Cambria Math" panose="02040503050406030204" pitchFamily="18" charset="0"/>
                            </a:rPr>
                            <m:t>Δ</m:t>
                          </m:r>
                          <m:r>
                            <a:rPr lang="en-US" sz="2000" b="0" i="1" smtClean="0">
                              <a:latin typeface="Cambria Math" panose="02040503050406030204" pitchFamily="18" charset="0"/>
                              <a:ea typeface="Cambria Math" panose="02040503050406030204" pitchFamily="18" charset="0"/>
                            </a:rPr>
                            <m:t>𝑥</m:t>
                          </m:r>
                        </m:e>
                      </m:d>
                    </m:oMath>
                  </m:oMathPara>
                </a14:m>
                <a:endParaRPr lang="en-GB" sz="2000" dirty="0"/>
              </a:p>
            </p:txBody>
          </p:sp>
        </mc:Choice>
        <mc:Fallback xmlns="">
          <p:sp>
            <p:nvSpPr>
              <p:cNvPr id="9" name="TextBox 8">
                <a:extLst>
                  <a:ext uri="{FF2B5EF4-FFF2-40B4-BE49-F238E27FC236}">
                    <a16:creationId xmlns:a16="http://schemas.microsoft.com/office/drawing/2014/main" id="{44D2FC91-1B2B-5A22-7C8D-7921D21E760E}"/>
                  </a:ext>
                </a:extLst>
              </p:cNvPr>
              <p:cNvSpPr txBox="1">
                <a:spLocks noRot="1" noChangeAspect="1" noMove="1" noResize="1" noEditPoints="1" noAdjustHandles="1" noChangeArrowheads="1" noChangeShapeType="1" noTextEdit="1"/>
              </p:cNvSpPr>
              <p:nvPr/>
            </p:nvSpPr>
            <p:spPr>
              <a:xfrm>
                <a:off x="1324505" y="3038430"/>
                <a:ext cx="10654034" cy="726481"/>
              </a:xfrm>
              <a:prstGeom prst="rect">
                <a:avLst/>
              </a:prstGeom>
              <a:blipFill>
                <a:blip r:embed="rId3"/>
                <a:stretch>
                  <a:fillRect/>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Second-order derivative</a:t>
            </a:r>
          </a:p>
        </p:txBody>
      </p:sp>
      <mc:AlternateContent xmlns:mc="http://schemas.openxmlformats.org/markup-compatibility/2006">
        <mc:Choice xmlns:a14="http://schemas.microsoft.com/office/drawing/2010/main" Requires="a14">
          <p:sp>
            <p:nvSpPr>
              <p:cNvPr id="3" name="Content Placeholder 4">
                <a:extLst>
                  <a:ext uri="{FF2B5EF4-FFF2-40B4-BE49-F238E27FC236}">
                    <a16:creationId xmlns:a16="http://schemas.microsoft.com/office/drawing/2014/main" id="{9057328E-5F22-B43F-481B-5F1E9B349106}"/>
                  </a:ext>
                </a:extLst>
              </p:cNvPr>
              <p:cNvSpPr>
                <a:spLocks noGrp="1"/>
              </p:cNvSpPr>
              <p:nvPr>
                <p:ph sz="half" idx="10"/>
              </p:nvPr>
            </p:nvSpPr>
            <p:spPr>
              <a:xfrm>
                <a:off x="417502" y="1838632"/>
                <a:ext cx="11145847" cy="4572000"/>
              </a:xfrm>
            </p:spPr>
            <p:txBody>
              <a:bodyPr>
                <a:normAutofit lnSpcReduction="10000"/>
              </a:bodyPr>
              <a:lstStyle/>
              <a:p>
                <a:r>
                  <a:rPr lang="en-GB" sz="1800" dirty="0"/>
                  <a:t>The first order approximation used two values,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a:latin typeface="Cambria Math" panose="02040503050406030204" pitchFamily="18" charset="0"/>
                      </a:rPr>
                      <m:t>𝑥</m:t>
                    </m:r>
                    <m:r>
                      <a:rPr lang="en-GB" sz="1800" i="1" dirty="0">
                        <a:latin typeface="Cambria Math" panose="02040503050406030204" pitchFamily="18" charset="0"/>
                      </a:rPr>
                      <m:t>)</m:t>
                    </m:r>
                  </m:oMath>
                </a14:m>
                <a:r>
                  <a:rPr lang="en-GB" sz="1800" dirty="0"/>
                  <a:t> and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smtClean="0">
                        <a:latin typeface="Cambria Math" panose="02040503050406030204" pitchFamily="18" charset="0"/>
                      </a:rPr>
                      <m:t>𝑥</m:t>
                    </m:r>
                    <m:r>
                      <a:rPr lang="en-GB" sz="1800" i="1" dirty="0" smtClean="0">
                        <a:latin typeface="Cambria Math" panose="02040503050406030204" pitchFamily="18" charset="0"/>
                      </a:rPr>
                      <m:t>+∆</m:t>
                    </m:r>
                    <m:r>
                      <a:rPr lang="en-GB" sz="1800" i="1" dirty="0">
                        <a:latin typeface="Cambria Math" panose="02040503050406030204" pitchFamily="18" charset="0"/>
                      </a:rPr>
                      <m:t>𝑥</m:t>
                    </m:r>
                    <m:r>
                      <a:rPr lang="en-GB" sz="1800" i="1" dirty="0">
                        <a:latin typeface="Cambria Math" panose="02040503050406030204" pitchFamily="18" charset="0"/>
                      </a:rPr>
                      <m:t>)</m:t>
                    </m:r>
                  </m:oMath>
                </a14:m>
                <a:r>
                  <a:rPr lang="en-GB" sz="1800" dirty="0"/>
                  <a:t>, to compute the derivative</a:t>
                </a:r>
              </a:p>
              <a:p>
                <a:r>
                  <a:rPr lang="en-GB" sz="1800" dirty="0"/>
                  <a:t>It is, perhaps, unsurprising then that this is a relatively low-accuracy approximation – we really have no other choice than to draw a straight line between these points</a:t>
                </a:r>
              </a:p>
              <a:p>
                <a:r>
                  <a:rPr lang="en-GB" sz="1800" dirty="0"/>
                  <a:t>We could do better by considering more points to compute the derivative</a:t>
                </a:r>
              </a:p>
              <a:p>
                <a:r>
                  <a:rPr lang="en-GB" sz="1800" dirty="0"/>
                  <a:t>Taylor expansions of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smtClean="0">
                        <a:latin typeface="Cambria Math" panose="02040503050406030204" pitchFamily="18" charset="0"/>
                      </a:rPr>
                      <m:t>𝑥</m:t>
                    </m:r>
                    <m:r>
                      <a:rPr lang="en-GB" sz="1800" i="1" dirty="0" smtClean="0">
                        <a:latin typeface="Cambria Math" panose="02040503050406030204" pitchFamily="18" charset="0"/>
                      </a:rPr>
                      <m:t>+∆</m:t>
                    </m:r>
                    <m:r>
                      <a:rPr lang="en-GB" sz="1800" i="1" dirty="0">
                        <a:latin typeface="Cambria Math" panose="02040503050406030204" pitchFamily="18" charset="0"/>
                      </a:rPr>
                      <m:t>𝑥</m:t>
                    </m:r>
                    <m:r>
                      <a:rPr lang="en-GB" sz="1800" i="1" dirty="0">
                        <a:latin typeface="Cambria Math" panose="02040503050406030204" pitchFamily="18" charset="0"/>
                      </a:rPr>
                      <m:t>)</m:t>
                    </m:r>
                  </m:oMath>
                </a14:m>
                <a:r>
                  <a:rPr lang="en-GB" sz="1800" dirty="0"/>
                  <a:t> and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smtClean="0">
                        <a:latin typeface="Cambria Math" panose="02040503050406030204" pitchFamily="18" charset="0"/>
                      </a:rPr>
                      <m:t>𝑥</m:t>
                    </m:r>
                    <m:r>
                      <a:rPr lang="en-GB" sz="1800" i="1" dirty="0" smtClean="0">
                        <a:latin typeface="Cambria Math" panose="02040503050406030204" pitchFamily="18" charset="0"/>
                      </a:rPr>
                      <m:t>−∆</m:t>
                    </m:r>
                    <m:r>
                      <a:rPr lang="en-GB" sz="1800" i="1" dirty="0">
                        <a:latin typeface="Cambria Math" panose="02040503050406030204" pitchFamily="18" charset="0"/>
                      </a:rPr>
                      <m:t>𝑥</m:t>
                    </m:r>
                    <m:r>
                      <a:rPr lang="en-GB" sz="1800" i="1" dirty="0">
                        <a:latin typeface="Cambria Math" panose="02040503050406030204" pitchFamily="18" charset="0"/>
                      </a:rPr>
                      <m:t>)</m:t>
                    </m:r>
                  </m:oMath>
                </a14:m>
                <a:r>
                  <a:rPr lang="en-GB" sz="1800" dirty="0"/>
                  <a:t> combine to give</a:t>
                </a:r>
              </a:p>
              <a:p>
                <a:endParaRPr lang="en-GB" sz="1800" dirty="0"/>
              </a:p>
              <a:p>
                <a:endParaRPr lang="en-GB" sz="1800" dirty="0"/>
              </a:p>
              <a:p>
                <a:r>
                  <a:rPr lang="en-GB" sz="1800" dirty="0"/>
                  <a:t>This is a </a:t>
                </a:r>
                <a:r>
                  <a:rPr lang="en-GB" sz="1800" b="1" dirty="0"/>
                  <a:t>second order accurate approximation</a:t>
                </a:r>
              </a:p>
              <a:p>
                <a:r>
                  <a:rPr lang="en-GB" sz="1800" dirty="0"/>
                  <a:t>If we halve </a:t>
                </a:r>
                <a14:m>
                  <m:oMath xmlns:m="http://schemas.openxmlformats.org/officeDocument/2006/math">
                    <m:r>
                      <a:rPr lang="en-GB" sz="1800" i="1" dirty="0" smtClean="0">
                        <a:latin typeface="Cambria Math" panose="02040503050406030204" pitchFamily="18" charset="0"/>
                      </a:rPr>
                      <m:t>∆</m:t>
                    </m:r>
                    <m:r>
                      <a:rPr lang="en-GB" sz="1800" i="1" dirty="0" smtClean="0">
                        <a:latin typeface="Cambria Math" panose="02040503050406030204" pitchFamily="18" charset="0"/>
                      </a:rPr>
                      <m:t>𝑥</m:t>
                    </m:r>
                  </m:oMath>
                </a14:m>
                <a:r>
                  <a:rPr lang="en-GB" sz="1800" dirty="0"/>
                  <a:t>, the error from the dominant term decreases by a factor 4</a:t>
                </a:r>
              </a:p>
            </p:txBody>
          </p:sp>
        </mc:Choice>
        <mc:Fallback>
          <p:sp>
            <p:nvSpPr>
              <p:cNvPr id="3" name="Content Placeholder 4">
                <a:extLst>
                  <a:ext uri="{FF2B5EF4-FFF2-40B4-BE49-F238E27FC236}">
                    <a16:creationId xmlns:a16="http://schemas.microsoft.com/office/drawing/2014/main" id="{9057328E-5F22-B43F-481B-5F1E9B349106}"/>
                  </a:ext>
                </a:extLst>
              </p:cNvPr>
              <p:cNvSpPr>
                <a:spLocks noGrp="1" noRot="1" noChangeAspect="1" noMove="1" noResize="1" noEditPoints="1" noAdjustHandles="1" noChangeArrowheads="1" noChangeShapeType="1" noTextEdit="1"/>
              </p:cNvSpPr>
              <p:nvPr>
                <p:ph sz="half" idx="10"/>
              </p:nvPr>
            </p:nvSpPr>
            <p:spPr>
              <a:xfrm>
                <a:off x="417502" y="1838632"/>
                <a:ext cx="11145847" cy="4572000"/>
              </a:xfrm>
              <a:blipFill>
                <a:blip r:embed="rId2"/>
                <a:stretch>
                  <a:fillRect l="-328"/>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E857C801-49E8-CD93-C9EE-7B5C01E7D9E2}"/>
                  </a:ext>
                </a:extLst>
              </p:cNvPr>
              <p:cNvSpPr txBox="1"/>
              <p:nvPr/>
            </p:nvSpPr>
            <p:spPr>
              <a:xfrm>
                <a:off x="768983" y="4379407"/>
                <a:ext cx="10654034" cy="726481"/>
              </a:xfrm>
              <a:prstGeom prst="rect">
                <a:avLst/>
              </a:prstGeom>
              <a:noFill/>
            </p:spPr>
            <p:txBody>
              <a:bodyPr wrap="square" lIns="0" tIns="0" rIns="0" bIns="0" rtlCol="0">
                <a:spAutoFit/>
              </a:bodyPr>
              <a:lstStyle/>
              <a:p>
                <a:pPr algn="ctr"/>
                <a14:m>
                  <m:oMathPara xmlns:m="http://schemas.openxmlformats.org/officeDocument/2006/math">
                    <m:oMath>
                      <m:sSub>
                        <m:sSubPr>
                          <m:ctrlPr>
                            <a:rPr lang="en-GB" sz="2000" b="0" i="1" smtClean="0">
                              <a:latin typeface="Cambria Math" panose="02040503050406030204" pitchFamily="18" charset="0"/>
                            </a:rPr>
                          </m:ctrlPr>
                        </m:sSubPr>
                        <m:e>
                          <m:d>
                            <m:dPr>
                              <m:begChr m:val=""/>
                              <m:endChr m:val="|"/>
                              <m:ctrlPr>
                                <a:rPr lang="en-GB" sz="2000" b="0" i="1" smtClean="0">
                                  <a:latin typeface="Cambria Math" panose="02040503050406030204" pitchFamily="18" charset="0"/>
                                </a:rPr>
                              </m:ctrlPr>
                            </m:dPr>
                            <m:e>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𝑑</m:t>
                                  </m:r>
                                  <m:r>
                                    <a:rPr lang="en-US" sz="2000" i="1">
                                      <a:latin typeface="Cambria Math" panose="02040503050406030204" pitchFamily="18" charset="0"/>
                                    </a:rPr>
                                    <m:t>𝑓</m:t>
                                  </m:r>
                                </m:num>
                                <m:den>
                                  <m:r>
                                    <a:rPr lang="en-GB" sz="2000" b="0" i="1" smtClean="0">
                                      <a:latin typeface="Cambria Math" panose="02040503050406030204" pitchFamily="18" charset="0"/>
                                    </a:rPr>
                                    <m:t>𝑑</m:t>
                                  </m:r>
                                  <m:r>
                                    <a:rPr lang="en-US" sz="2000" i="1">
                                      <a:latin typeface="Cambria Math" panose="02040503050406030204" pitchFamily="18" charset="0"/>
                                    </a:rPr>
                                    <m:t>𝑥</m:t>
                                  </m:r>
                                </m:den>
                              </m:f>
                            </m:e>
                          </m:d>
                        </m:e>
                        <m:sub>
                          <m:r>
                            <a:rPr lang="en-US" sz="2000" i="1">
                              <a:latin typeface="Cambria Math" panose="02040503050406030204" pitchFamily="18" charset="0"/>
                            </a:rPr>
                            <m:t>𝑥</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𝑥</m:t>
                              </m:r>
                            </m:e>
                          </m:d>
                        </m:num>
                        <m:den>
                          <m:r>
                            <a:rPr lang="en-US" sz="2000" b="0" i="0" smtClean="0">
                              <a:latin typeface="Cambria Math" panose="02040503050406030204" pitchFamily="18" charset="0"/>
                            </a:rPr>
                            <m:t>2</m:t>
                          </m:r>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𝑥</m:t>
                          </m:r>
                        </m:den>
                      </m:f>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𝒪</m:t>
                      </m:r>
                      <m:d>
                        <m:dPr>
                          <m:ctrlPr>
                            <a:rPr lang="en-US" sz="2000" b="0" i="0" smtClean="0">
                              <a:latin typeface="Cambria Math" panose="02040503050406030204" pitchFamily="18" charset="0"/>
                              <a:ea typeface="Cambria Math" panose="02040503050406030204" pitchFamily="18" charset="0"/>
                            </a:rPr>
                          </m:ctrlPr>
                        </m:dPr>
                        <m:e>
                          <m:r>
                            <m:rPr>
                              <m:sty m:val="p"/>
                            </m:rPr>
                            <a:rPr lang="en-US" sz="2000" b="0" i="0" smtClean="0">
                              <a:latin typeface="Cambria Math" panose="02040503050406030204" pitchFamily="18" charset="0"/>
                              <a:ea typeface="Cambria Math" panose="02040503050406030204" pitchFamily="18" charset="0"/>
                            </a:rPr>
                            <m:t>Δ</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𝑥</m:t>
                              </m:r>
                            </m:e>
                            <m:sup>
                              <m:r>
                                <a:rPr lang="en-US" sz="2000" b="0" i="1" smtClean="0">
                                  <a:latin typeface="Cambria Math" panose="02040503050406030204" pitchFamily="18" charset="0"/>
                                  <a:ea typeface="Cambria Math" panose="02040503050406030204" pitchFamily="18" charset="0"/>
                                </a:rPr>
                                <m:t>2</m:t>
                              </m:r>
                            </m:sup>
                          </m:sSup>
                        </m:e>
                      </m:d>
                    </m:oMath>
                  </m:oMathPara>
                </a14:m>
                <a:endParaRPr lang="en-GB" sz="2000" dirty="0"/>
              </a:p>
            </p:txBody>
          </p:sp>
        </mc:Choice>
        <mc:Fallback>
          <p:sp>
            <p:nvSpPr>
              <p:cNvPr id="4" name="TextBox 3">
                <a:extLst>
                  <a:ext uri="{FF2B5EF4-FFF2-40B4-BE49-F238E27FC236}">
                    <a16:creationId xmlns:a16="http://schemas.microsoft.com/office/drawing/2014/main" id="{E857C801-49E8-CD93-C9EE-7B5C01E7D9E2}"/>
                  </a:ext>
                </a:extLst>
              </p:cNvPr>
              <p:cNvSpPr txBox="1">
                <a:spLocks noRot="1" noChangeAspect="1" noMove="1" noResize="1" noEditPoints="1" noAdjustHandles="1" noChangeArrowheads="1" noChangeShapeType="1" noTextEdit="1"/>
              </p:cNvSpPr>
              <p:nvPr/>
            </p:nvSpPr>
            <p:spPr>
              <a:xfrm>
                <a:off x="768983" y="4379407"/>
                <a:ext cx="10654034" cy="726481"/>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93398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1ECFE-37DE-E4A9-499D-51A788C0E4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FB0C41-0186-5CDE-A8A2-4429B62842FA}"/>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Second-order approximation</a:t>
            </a:r>
          </a:p>
        </p:txBody>
      </p:sp>
    </p:spTree>
    <p:extLst>
      <p:ext uri="{BB962C8B-B14F-4D97-AF65-F5344CB8AC3E}">
        <p14:creationId xmlns:p14="http://schemas.microsoft.com/office/powerpoint/2010/main" val="234755339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9462D-1D35-9980-D557-0F943A9AB4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20E011-9611-7457-B453-FAD46336842B}"/>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Second-order approximation</a:t>
            </a:r>
          </a:p>
        </p:txBody>
      </p:sp>
    </p:spTree>
    <p:extLst>
      <p:ext uri="{BB962C8B-B14F-4D97-AF65-F5344CB8AC3E}">
        <p14:creationId xmlns:p14="http://schemas.microsoft.com/office/powerpoint/2010/main" val="104024791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AA913-CE8B-4A58-AEBF-82F6AA943A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FC9358-C0D2-AEA8-D8A7-A34DC61FB166}"/>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Higher derivative approximation</a:t>
            </a:r>
          </a:p>
        </p:txBody>
      </p:sp>
    </p:spTree>
    <p:extLst>
      <p:ext uri="{BB962C8B-B14F-4D97-AF65-F5344CB8AC3E}">
        <p14:creationId xmlns:p14="http://schemas.microsoft.com/office/powerpoint/2010/main" val="333094415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Approximating derivatives</a:t>
            </a:r>
          </a:p>
        </p:txBody>
      </p:sp>
      <p:pic>
        <p:nvPicPr>
          <p:cNvPr id="3" name="Picture 2">
            <a:extLst>
              <a:ext uri="{FF2B5EF4-FFF2-40B4-BE49-F238E27FC236}">
                <a16:creationId xmlns:a16="http://schemas.microsoft.com/office/drawing/2014/main" id="{0104F116-EAA3-3716-5E05-75980BA2641D}"/>
              </a:ext>
            </a:extLst>
          </p:cNvPr>
          <p:cNvPicPr>
            <a:picLocks noChangeAspect="1"/>
          </p:cNvPicPr>
          <p:nvPr/>
        </p:nvPicPr>
        <p:blipFill>
          <a:blip r:embed="rId2"/>
          <a:stretch>
            <a:fillRect/>
          </a:stretch>
        </p:blipFill>
        <p:spPr>
          <a:xfrm>
            <a:off x="623123" y="2118324"/>
            <a:ext cx="10945753" cy="4096322"/>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AB86A9F-7E48-AA23-2072-C4859886B5C1}"/>
                  </a:ext>
                </a:extLst>
              </p:cNvPr>
              <p:cNvSpPr txBox="1"/>
              <p:nvPr/>
            </p:nvSpPr>
            <p:spPr>
              <a:xfrm>
                <a:off x="4736662" y="1071697"/>
                <a:ext cx="7236599" cy="923330"/>
              </a:xfrm>
              <a:prstGeom prst="rect">
                <a:avLst/>
              </a:prstGeom>
              <a:noFill/>
            </p:spPr>
            <p:txBody>
              <a:bodyPr wrap="square" rtlCol="0">
                <a:spAutoFit/>
              </a:bodyPr>
              <a:lstStyle/>
              <a:p>
                <a:r>
                  <a:rPr lang="en-GB" dirty="0"/>
                  <a:t>We can use the first-order (forwards) approximation and the second-order approximation to see how quicky the derivative of </a:t>
                </a:r>
                <a14:m>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4</m:t>
                        </m:r>
                      </m:sup>
                    </m:sSup>
                  </m:oMath>
                </a14:m>
                <a:r>
                  <a:rPr lang="en-GB" dirty="0"/>
                  <a:t> converges at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=1</m:t>
                    </m:r>
                  </m:oMath>
                </a14:m>
                <a:endParaRPr lang="en-GB" dirty="0"/>
              </a:p>
            </p:txBody>
          </p:sp>
        </mc:Choice>
        <mc:Fallback xmlns="">
          <p:sp>
            <p:nvSpPr>
              <p:cNvPr id="4" name="TextBox 3">
                <a:extLst>
                  <a:ext uri="{FF2B5EF4-FFF2-40B4-BE49-F238E27FC236}">
                    <a16:creationId xmlns:a16="http://schemas.microsoft.com/office/drawing/2014/main" id="{7AB86A9F-7E48-AA23-2072-C4859886B5C1}"/>
                  </a:ext>
                </a:extLst>
              </p:cNvPr>
              <p:cNvSpPr txBox="1">
                <a:spLocks noRot="1" noChangeAspect="1" noMove="1" noResize="1" noEditPoints="1" noAdjustHandles="1" noChangeArrowheads="1" noChangeShapeType="1" noTextEdit="1"/>
              </p:cNvSpPr>
              <p:nvPr/>
            </p:nvSpPr>
            <p:spPr>
              <a:xfrm>
                <a:off x="4736662" y="1071697"/>
                <a:ext cx="7236599" cy="923330"/>
              </a:xfrm>
              <a:prstGeom prst="rect">
                <a:avLst/>
              </a:prstGeom>
              <a:blipFill>
                <a:blip r:embed="rId3"/>
                <a:stretch>
                  <a:fillRect l="-674" t="-3311" b="-10596"/>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CAD2945B-FDCF-40AD-A2D0-1E7912158678}"/>
              </a:ext>
            </a:extLst>
          </p:cNvPr>
          <p:cNvPicPr>
            <a:picLocks noChangeAspect="1"/>
          </p:cNvPicPr>
          <p:nvPr/>
        </p:nvPicPr>
        <p:blipFill>
          <a:blip r:embed="rId2"/>
          <a:srcRect r="50748"/>
          <a:stretch>
            <a:fillRect/>
          </a:stretch>
        </p:blipFill>
        <p:spPr>
          <a:xfrm>
            <a:off x="623123" y="2118324"/>
            <a:ext cx="5391052" cy="4096322"/>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E906FE3-48C7-5E5A-B8F4-0F85760AAE7E}"/>
                  </a:ext>
                </a:extLst>
              </p:cNvPr>
              <p:cNvSpPr txBox="1"/>
              <p:nvPr/>
            </p:nvSpPr>
            <p:spPr>
              <a:xfrm>
                <a:off x="4934078" y="6153277"/>
                <a:ext cx="6508966" cy="646331"/>
              </a:xfrm>
              <a:prstGeom prst="rect">
                <a:avLst/>
              </a:prstGeom>
              <a:noFill/>
            </p:spPr>
            <p:txBody>
              <a:bodyPr wrap="square" rtlCol="0">
                <a:spAutoFit/>
              </a:bodyPr>
              <a:lstStyle/>
              <a:p>
                <a:r>
                  <a:rPr lang="en-GB"/>
                  <a:t>By </a:t>
                </a:r>
                <a14:m>
                  <m:oMath xmlns:m="http://schemas.openxmlformats.org/officeDocument/2006/math">
                    <m:r>
                      <m:rPr>
                        <m:sty m:val="p"/>
                      </m:rPr>
                      <a:rPr lang="en-GB" b="0" i="0" smtClean="0">
                        <a:latin typeface="Cambria Math" panose="02040503050406030204" pitchFamily="18" charset="0"/>
                      </a:rPr>
                      <m:t>Δ</m:t>
                    </m:r>
                    <m:r>
                      <a:rPr lang="en-GB" b="0" i="1" smtClean="0">
                        <a:latin typeface="Cambria Math" panose="02040503050406030204" pitchFamily="18" charset="0"/>
                      </a:rPr>
                      <m:t>𝑥</m:t>
                    </m:r>
                    <m:r>
                      <a:rPr lang="en-GB" b="0" i="1" smtClean="0">
                        <a:latin typeface="Cambria Math" panose="02040503050406030204" pitchFamily="18" charset="0"/>
                      </a:rPr>
                      <m:t>=0.1</m:t>
                    </m:r>
                  </m:oMath>
                </a14:m>
                <a:r>
                  <a:rPr lang="en-GB"/>
                  <a:t> the second-order approximation is so accurate we can’t actually see the difference in this plot</a:t>
                </a:r>
              </a:p>
            </p:txBody>
          </p:sp>
        </mc:Choice>
        <mc:Fallback xmlns="">
          <p:sp>
            <p:nvSpPr>
              <p:cNvPr id="9" name="TextBox 8">
                <a:extLst>
                  <a:ext uri="{FF2B5EF4-FFF2-40B4-BE49-F238E27FC236}">
                    <a16:creationId xmlns:a16="http://schemas.microsoft.com/office/drawing/2014/main" id="{9E906FE3-48C7-5E5A-B8F4-0F85760AAE7E}"/>
                  </a:ext>
                </a:extLst>
              </p:cNvPr>
              <p:cNvSpPr txBox="1">
                <a:spLocks noRot="1" noChangeAspect="1" noMove="1" noResize="1" noEditPoints="1" noAdjustHandles="1" noChangeArrowheads="1" noChangeShapeType="1" noTextEdit="1"/>
              </p:cNvSpPr>
              <p:nvPr/>
            </p:nvSpPr>
            <p:spPr>
              <a:xfrm>
                <a:off x="4934078" y="6153277"/>
                <a:ext cx="6508966" cy="646331"/>
              </a:xfrm>
              <a:prstGeom prst="rect">
                <a:avLst/>
              </a:prstGeom>
              <a:blipFill>
                <a:blip r:embed="rId4"/>
                <a:stretch>
                  <a:fillRect l="-749" t="-3774" b="-15094"/>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69CA5-0CA0-1BED-28D4-5E7042FDFD6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6BCBBC-6D79-813B-46D6-CBD3D4E97E97}"/>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Finding the order</a:t>
            </a:r>
          </a:p>
        </p:txBody>
      </p:sp>
    </p:spTree>
    <p:extLst>
      <p:ext uri="{BB962C8B-B14F-4D97-AF65-F5344CB8AC3E}">
        <p14:creationId xmlns:p14="http://schemas.microsoft.com/office/powerpoint/2010/main" val="279392757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Quantifying order of accuracy</a:t>
            </a:r>
          </a:p>
        </p:txBody>
      </p:sp>
      <mc:AlternateContent xmlns:mc="http://schemas.openxmlformats.org/markup-compatibility/2006" xmlns:a14="http://schemas.microsoft.com/office/drawing/2010/main">
        <mc:Choice Requires="a14">
          <p:sp>
            <p:nvSpPr>
              <p:cNvPr id="10" name="Content Placeholder 4">
                <a:extLst>
                  <a:ext uri="{FF2B5EF4-FFF2-40B4-BE49-F238E27FC236}">
                    <a16:creationId xmlns:a16="http://schemas.microsoft.com/office/drawing/2014/main" id="{35131AEB-5F56-E6B4-A3C2-13429DF541ED}"/>
                  </a:ext>
                </a:extLst>
              </p:cNvPr>
              <p:cNvSpPr>
                <a:spLocks noGrp="1"/>
              </p:cNvSpPr>
              <p:nvPr>
                <p:ph sz="half" idx="10"/>
              </p:nvPr>
            </p:nvSpPr>
            <p:spPr>
              <a:xfrm>
                <a:off x="417502" y="1838632"/>
                <a:ext cx="11145847" cy="4572000"/>
              </a:xfrm>
            </p:spPr>
            <p:txBody>
              <a:bodyPr>
                <a:normAutofit/>
              </a:bodyPr>
              <a:lstStyle/>
              <a:p>
                <a:r>
                  <a:rPr lang="en-GB" sz="1800" dirty="0"/>
                  <a:t>When approximating the derivative, we could consider that we know the true derivative, </a:t>
                </a:r>
                <a14:m>
                  <m:oMath xmlns:m="http://schemas.openxmlformats.org/officeDocument/2006/math">
                    <m:r>
                      <a:rPr lang="en-GB" sz="1800" i="1" dirty="0" smtClean="0">
                        <a:latin typeface="Cambria Math" panose="02040503050406030204" pitchFamily="18" charset="0"/>
                      </a:rPr>
                      <m:t>𝑔</m:t>
                    </m:r>
                    <m:r>
                      <a:rPr lang="en-GB" sz="1800" i="1" dirty="0" smtClean="0">
                        <a:latin typeface="Cambria Math" panose="02040503050406030204" pitchFamily="18" charset="0"/>
                      </a:rPr>
                      <m:t>(</m:t>
                    </m:r>
                    <m:r>
                      <a:rPr lang="en-GB" sz="1800" i="1" dirty="0" smtClean="0">
                        <a:latin typeface="Cambria Math" panose="02040503050406030204" pitchFamily="18" charset="0"/>
                      </a:rPr>
                      <m:t>𝑥</m:t>
                    </m:r>
                    <m:r>
                      <a:rPr lang="en-GB" sz="1800" i="1" dirty="0" smtClean="0">
                        <a:latin typeface="Cambria Math" panose="02040503050406030204" pitchFamily="18" charset="0"/>
                      </a:rPr>
                      <m:t>)=</m:t>
                    </m:r>
                    <m:f>
                      <m:fPr>
                        <m:ctrlPr>
                          <a:rPr lang="en-GB" sz="1800" i="1" dirty="0" smtClean="0">
                            <a:latin typeface="Cambria Math" panose="02040503050406030204" pitchFamily="18" charset="0"/>
                          </a:rPr>
                        </m:ctrlPr>
                      </m:fPr>
                      <m:num>
                        <m:r>
                          <a:rPr lang="en-GB" sz="1800" i="1" dirty="0" smtClean="0">
                            <a:latin typeface="Cambria Math" panose="02040503050406030204" pitchFamily="18" charset="0"/>
                          </a:rPr>
                          <m:t>𝜕</m:t>
                        </m:r>
                        <m:r>
                          <a:rPr lang="en-GB" sz="1800" i="1" dirty="0" smtClean="0">
                            <a:latin typeface="Cambria Math" panose="02040503050406030204" pitchFamily="18" charset="0"/>
                          </a:rPr>
                          <m:t>𝑓</m:t>
                        </m:r>
                      </m:num>
                      <m:den>
                        <m:r>
                          <a:rPr lang="en-GB" sz="1800" i="1" dirty="0" smtClean="0">
                            <a:latin typeface="Cambria Math" panose="02040503050406030204" pitchFamily="18" charset="0"/>
                          </a:rPr>
                          <m:t>𝜕</m:t>
                        </m:r>
                        <m:r>
                          <a:rPr lang="en-GB" sz="1800" i="1" dirty="0">
                            <a:latin typeface="Cambria Math" panose="02040503050406030204" pitchFamily="18" charset="0"/>
                          </a:rPr>
                          <m:t>𝑥</m:t>
                        </m:r>
                      </m:den>
                    </m:f>
                  </m:oMath>
                </a14:m>
                <a:r>
                  <a:rPr lang="en-GB" sz="1800" dirty="0"/>
                  <a:t> , and an approximate value, </a:t>
                </a:r>
                <a14:m>
                  <m:oMath xmlns:m="http://schemas.openxmlformats.org/officeDocument/2006/math">
                    <m:acc>
                      <m:accPr>
                        <m:chr m:val="̂"/>
                        <m:ctrlPr>
                          <a:rPr lang="en-US" sz="1800" b="0" i="1" dirty="0" smtClean="0">
                            <a:latin typeface="Cambria Math" panose="02040503050406030204" pitchFamily="18" charset="0"/>
                          </a:rPr>
                        </m:ctrlPr>
                      </m:accPr>
                      <m:e>
                        <m:r>
                          <a:rPr lang="en-US" sz="1800" b="0" i="1" dirty="0" smtClean="0">
                            <a:latin typeface="Cambria Math" panose="02040503050406030204" pitchFamily="18" charset="0"/>
                          </a:rPr>
                          <m:t>𝑔</m:t>
                        </m:r>
                      </m:e>
                    </m:acc>
                    <m:r>
                      <a:rPr lang="en-GB" sz="1800" i="1" dirty="0" smtClean="0">
                        <a:latin typeface="Cambria Math" panose="02040503050406030204" pitchFamily="18" charset="0"/>
                      </a:rPr>
                      <m:t>(</m:t>
                    </m:r>
                    <m:r>
                      <a:rPr lang="en-GB" sz="1800" i="1" dirty="0" smtClean="0">
                        <a:latin typeface="Cambria Math" panose="02040503050406030204" pitchFamily="18" charset="0"/>
                      </a:rPr>
                      <m:t>𝑥</m:t>
                    </m:r>
                    <m:r>
                      <a:rPr lang="en-US" sz="1800" b="0" i="1" dirty="0" smtClean="0">
                        <a:latin typeface="Cambria Math" panose="02040503050406030204" pitchFamily="18" charset="0"/>
                      </a:rPr>
                      <m:t>;</m:t>
                    </m:r>
                    <m:r>
                      <a:rPr lang="en-GB" sz="1800" i="1" dirty="0" smtClean="0">
                        <a:latin typeface="Cambria Math" panose="02040503050406030204" pitchFamily="18" charset="0"/>
                      </a:rPr>
                      <m:t>∆</m:t>
                    </m:r>
                    <m:r>
                      <a:rPr lang="en-GB" sz="1800" i="1" dirty="0" smtClean="0">
                        <a:latin typeface="Cambria Math" panose="02040503050406030204" pitchFamily="18" charset="0"/>
                      </a:rPr>
                      <m:t>𝑥</m:t>
                    </m:r>
                    <m:r>
                      <a:rPr lang="en-GB" sz="1800" i="1" dirty="0" smtClean="0">
                        <a:latin typeface="Cambria Math" panose="02040503050406030204" pitchFamily="18" charset="0"/>
                      </a:rPr>
                      <m:t>)</m:t>
                    </m:r>
                  </m:oMath>
                </a14:m>
                <a:endParaRPr lang="en-GB" sz="1800" dirty="0"/>
              </a:p>
              <a:p>
                <a:r>
                  <a:rPr lang="en-GB" sz="1800" dirty="0"/>
                  <a:t>If we choose the value of </a:t>
                </a:r>
                <a14:m>
                  <m:oMath xmlns:m="http://schemas.openxmlformats.org/officeDocument/2006/math">
                    <m:r>
                      <a:rPr lang="en-GB" sz="1800" i="1" dirty="0" smtClean="0">
                        <a:latin typeface="Cambria Math" panose="02040503050406030204" pitchFamily="18" charset="0"/>
                      </a:rPr>
                      <m:t>𝑥</m:t>
                    </m:r>
                  </m:oMath>
                </a14:m>
                <a:r>
                  <a:rPr lang="en-GB" sz="1800" dirty="0"/>
                  <a:t>, e.g. </a:t>
                </a:r>
                <a14:m>
                  <m:oMath xmlns:m="http://schemas.openxmlformats.org/officeDocument/2006/math">
                    <m:r>
                      <a:rPr lang="en-GB" sz="1800" i="1" dirty="0" smtClean="0">
                        <a:latin typeface="Cambria Math" panose="02040503050406030204" pitchFamily="18" charset="0"/>
                      </a:rPr>
                      <m:t>𝑥</m:t>
                    </m:r>
                    <m:r>
                      <a:rPr lang="en-GB" sz="1800" i="1" dirty="0" smtClean="0">
                        <a:latin typeface="Cambria Math" panose="02040503050406030204" pitchFamily="18" charset="0"/>
                      </a:rPr>
                      <m:t>=1 </m:t>
                    </m:r>
                  </m:oMath>
                </a14:m>
                <a:r>
                  <a:rPr lang="en-GB" sz="1800" dirty="0"/>
                  <a:t>in the previous slide, then we can compute the </a:t>
                </a:r>
                <a:r>
                  <a:rPr lang="en-GB" sz="1800" b="1" dirty="0"/>
                  <a:t>error</a:t>
                </a:r>
                <a:r>
                  <a:rPr lang="en-GB" sz="1800" dirty="0"/>
                  <a:t> in our approximation,</a:t>
                </a:r>
              </a:p>
              <a:p>
                <a:r>
                  <a:rPr lang="en-GB" sz="1800" dirty="0"/>
                  <a:t>If our approximation, </a:t>
                </a:r>
                <a14:m>
                  <m:oMath xmlns:m="http://schemas.openxmlformats.org/officeDocument/2006/math">
                    <m:acc>
                      <m:accPr>
                        <m:chr m:val="̂"/>
                        <m:ctrlPr>
                          <a:rPr lang="en-GB" sz="1800" b="0" i="1" dirty="0" smtClean="0">
                            <a:latin typeface="Cambria Math" panose="02040503050406030204" pitchFamily="18" charset="0"/>
                          </a:rPr>
                        </m:ctrlPr>
                      </m:accPr>
                      <m:e>
                        <m:r>
                          <a:rPr lang="en-GB" sz="1800" b="0" i="1" dirty="0" smtClean="0">
                            <a:latin typeface="Cambria Math" panose="02040503050406030204" pitchFamily="18" charset="0"/>
                          </a:rPr>
                          <m:t>𝑔</m:t>
                        </m:r>
                      </m:e>
                    </m:acc>
                  </m:oMath>
                </a14:m>
                <a:r>
                  <a:rPr lang="en-GB" sz="1800" dirty="0"/>
                  <a:t>, has order of accuracy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𝑛</m:t>
                        </m:r>
                      </m:e>
                      <m:sub>
                        <m:r>
                          <a:rPr lang="en-GB" sz="1800" i="1" dirty="0" smtClean="0">
                            <a:latin typeface="Cambria Math" panose="02040503050406030204" pitchFamily="18" charset="0"/>
                            <a:ea typeface="Cambria Math" panose="02040503050406030204" pitchFamily="18" charset="0"/>
                          </a:rPr>
                          <m:t>𝒪</m:t>
                        </m:r>
                      </m:sub>
                    </m:sSub>
                  </m:oMath>
                </a14:m>
                <a:r>
                  <a:rPr lang="en-GB" sz="1800" dirty="0"/>
                  <a:t> , then the error obeys</a:t>
                </a:r>
              </a:p>
              <a:p>
                <a:endParaRPr lang="en-GB" sz="1800" dirty="0"/>
              </a:p>
              <a:p>
                <a:r>
                  <a:rPr lang="en-GB" sz="1800" dirty="0"/>
                  <a:t>Or, if we don’t want to try and find a constant, </a:t>
                </a:r>
                <a14:m>
                  <m:oMath xmlns:m="http://schemas.openxmlformats.org/officeDocument/2006/math">
                    <m:r>
                      <a:rPr lang="en-GB" sz="1800" i="1" dirty="0" smtClean="0">
                        <a:latin typeface="Cambria Math" panose="02040503050406030204" pitchFamily="18" charset="0"/>
                      </a:rPr>
                      <m:t>𝐶</m:t>
                    </m:r>
                  </m:oMath>
                </a14:m>
                <a:r>
                  <a:rPr lang="en-GB" sz="1800" dirty="0"/>
                  <a:t>,</a:t>
                </a:r>
              </a:p>
            </p:txBody>
          </p:sp>
        </mc:Choice>
        <mc:Fallback xmlns="">
          <p:sp>
            <p:nvSpPr>
              <p:cNvPr id="10" name="Content Placeholder 4">
                <a:extLst>
                  <a:ext uri="{FF2B5EF4-FFF2-40B4-BE49-F238E27FC236}">
                    <a16:creationId xmlns:a16="http://schemas.microsoft.com/office/drawing/2014/main" id="{35131AEB-5F56-E6B4-A3C2-13429DF541ED}"/>
                  </a:ext>
                </a:extLst>
              </p:cNvPr>
              <p:cNvSpPr>
                <a:spLocks noGrp="1" noRot="1" noChangeAspect="1" noMove="1" noResize="1" noEditPoints="1" noAdjustHandles="1" noChangeArrowheads="1" noChangeShapeType="1" noTextEdit="1"/>
              </p:cNvSpPr>
              <p:nvPr>
                <p:ph sz="half" idx="10"/>
              </p:nvPr>
            </p:nvSpPr>
            <p:spPr>
              <a:xfrm>
                <a:off x="417502" y="1838632"/>
                <a:ext cx="11145847" cy="4572000"/>
              </a:xfrm>
              <a:blipFill>
                <a:blip r:embed="rId2"/>
                <a:stretch>
                  <a:fillRect l="-3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0C4399D-9432-5C3F-CC87-A0906E86A8F2}"/>
                  </a:ext>
                </a:extLst>
              </p:cNvPr>
              <p:cNvSpPr txBox="1"/>
              <p:nvPr/>
            </p:nvSpPr>
            <p:spPr>
              <a:xfrm>
                <a:off x="628651" y="3537472"/>
                <a:ext cx="10654034" cy="307777"/>
              </a:xfrm>
              <a:prstGeom prst="rect">
                <a:avLst/>
              </a:prstGeom>
              <a:noFill/>
            </p:spPr>
            <p:txBody>
              <a:bodyPr wrap="square" lIns="0" tIns="0" rIns="0" bIns="0" rtlCol="0">
                <a:spAutoFit/>
              </a:bodyPr>
              <a:lstStyle/>
              <a:p>
                <a:pPr algn="ctr"/>
                <a14:m>
                  <m:oMathPara xmlns:m="http://schemas.openxmlformats.org/officeDocument/2006/math">
                    <m:oMath>
                      <m:r>
                        <a:rPr lang="en-US" sz="2000" b="0" i="1" smtClean="0">
                          <a:latin typeface="Cambria Math" panose="02040503050406030204" pitchFamily="18" charset="0"/>
                        </a:rPr>
                        <m:t>𝐸</m:t>
                      </m:r>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𝑥</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𝑔</m:t>
                          </m:r>
                          <m:r>
                            <a:rPr lang="en-GB" sz="2000" b="0" i="1" smtClean="0">
                              <a:latin typeface="Cambria Math" panose="02040503050406030204" pitchFamily="18" charset="0"/>
                            </a:rPr>
                            <m:t>(1)−</m:t>
                          </m:r>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𝑔</m:t>
                              </m:r>
                            </m:e>
                          </m:acc>
                          <m:d>
                            <m:dPr>
                              <m:ctrlPr>
                                <a:rPr lang="en-GB" sz="2000" b="0" i="1" dirty="0" smtClean="0">
                                  <a:latin typeface="Cambria Math" panose="02040503050406030204" pitchFamily="18" charset="0"/>
                                </a:rPr>
                              </m:ctrlPr>
                            </m:dPr>
                            <m:e>
                              <m:r>
                                <a:rPr lang="en-GB" sz="2000" b="0" i="1" dirty="0" smtClean="0">
                                  <a:latin typeface="Cambria Math" panose="02040503050406030204" pitchFamily="18" charset="0"/>
                                </a:rPr>
                                <m:t>1</m:t>
                              </m:r>
                              <m:r>
                                <a:rPr lang="en-US" sz="2000" b="0" i="1" dirty="0" smtClean="0">
                                  <a:latin typeface="Cambria Math" panose="02040503050406030204" pitchFamily="18" charset="0"/>
                                </a:rPr>
                                <m:t>;</m:t>
                              </m:r>
                              <m:r>
                                <a:rPr lang="en-GB" sz="2000" i="1" dirty="0">
                                  <a:latin typeface="Cambria Math" panose="02040503050406030204" pitchFamily="18" charset="0"/>
                                </a:rPr>
                                <m:t>∆</m:t>
                              </m:r>
                              <m:r>
                                <a:rPr lang="en-GB" sz="2000" i="1" dirty="0">
                                  <a:latin typeface="Cambria Math" panose="02040503050406030204" pitchFamily="18" charset="0"/>
                                </a:rPr>
                                <m:t>𝑥</m:t>
                              </m:r>
                            </m:e>
                          </m:d>
                        </m:e>
                      </m:d>
                    </m:oMath>
                  </m:oMathPara>
                </a14:m>
                <a:endParaRPr lang="en-GB" sz="2000" dirty="0"/>
              </a:p>
            </p:txBody>
          </p:sp>
        </mc:Choice>
        <mc:Fallback xmlns="">
          <p:sp>
            <p:nvSpPr>
              <p:cNvPr id="11" name="TextBox 10">
                <a:extLst>
                  <a:ext uri="{FF2B5EF4-FFF2-40B4-BE49-F238E27FC236}">
                    <a16:creationId xmlns:a16="http://schemas.microsoft.com/office/drawing/2014/main" id="{C0C4399D-9432-5C3F-CC87-A0906E86A8F2}"/>
                  </a:ext>
                </a:extLst>
              </p:cNvPr>
              <p:cNvSpPr txBox="1">
                <a:spLocks noRot="1" noChangeAspect="1" noMove="1" noResize="1" noEditPoints="1" noAdjustHandles="1" noChangeArrowheads="1" noChangeShapeType="1" noTextEdit="1"/>
              </p:cNvSpPr>
              <p:nvPr/>
            </p:nvSpPr>
            <p:spPr>
              <a:xfrm>
                <a:off x="628651" y="3537472"/>
                <a:ext cx="10654034" cy="307777"/>
              </a:xfrm>
              <a:prstGeom prst="rect">
                <a:avLst/>
              </a:prstGeom>
              <a:blipFill>
                <a:blip r:embed="rId3"/>
                <a:stretch>
                  <a:fillRect t="-21569" b="-33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7DC0BEB-B2B5-5E4D-E515-7F86D57FFF1D}"/>
                  </a:ext>
                </a:extLst>
              </p:cNvPr>
              <p:cNvSpPr txBox="1"/>
              <p:nvPr/>
            </p:nvSpPr>
            <p:spPr>
              <a:xfrm>
                <a:off x="768983" y="4539164"/>
                <a:ext cx="10654034" cy="307777"/>
              </a:xfrm>
              <a:prstGeom prst="rect">
                <a:avLst/>
              </a:prstGeom>
              <a:noFill/>
            </p:spPr>
            <p:txBody>
              <a:bodyPr wrap="square" lIns="0" tIns="0" rIns="0" bIns="0" rtlCol="0">
                <a:spAutoFit/>
              </a:bodyPr>
              <a:lstStyle/>
              <a:p>
                <a:pPr algn="ctr"/>
                <a14:m>
                  <m:oMathPara xmlns:m="http://schemas.openxmlformats.org/officeDocument/2006/math">
                    <m:oMath>
                      <m:r>
                        <a:rPr lang="en-US" sz="2000" b="0" i="1" smtClean="0">
                          <a:latin typeface="Cambria Math" panose="02040503050406030204" pitchFamily="18" charset="0"/>
                        </a:rPr>
                        <m:t>𝐸</m:t>
                      </m:r>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𝑥</m:t>
                          </m:r>
                        </m:e>
                      </m:d>
                      <m:r>
                        <a:rPr lang="en-GB" sz="2000" b="0" i="1" smtClean="0">
                          <a:latin typeface="Cambria Math" panose="02040503050406030204" pitchFamily="18" charset="0"/>
                        </a:rPr>
                        <m:t>→</m:t>
                      </m:r>
                      <m:r>
                        <a:rPr lang="en-US" sz="2000" b="0" i="1" smtClean="0">
                          <a:latin typeface="Cambria Math" panose="02040503050406030204" pitchFamily="18" charset="0"/>
                        </a:rPr>
                        <m:t>𝐶</m:t>
                      </m:r>
                      <m:sSup>
                        <m:sSupPr>
                          <m:ctrlPr>
                            <a:rPr lang="en-US" sz="2000" b="0" i="1" smtClean="0">
                              <a:latin typeface="Cambria Math" panose="02040503050406030204" pitchFamily="18" charset="0"/>
                            </a:rPr>
                          </m:ctrlPr>
                        </m:sSupPr>
                        <m:e>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𝑥</m:t>
                              </m:r>
                            </m:e>
                          </m:d>
                        </m:e>
                        <m:sup>
                          <m:sSub>
                            <m:sSubPr>
                              <m:ctrlPr>
                                <a:rPr lang="en-GB" sz="2000" i="1" dirty="0">
                                  <a:latin typeface="Cambria Math" panose="02040503050406030204" pitchFamily="18" charset="0"/>
                                </a:rPr>
                              </m:ctrlPr>
                            </m:sSubPr>
                            <m:e>
                              <m:r>
                                <a:rPr lang="en-GB" sz="2000" i="1" dirty="0">
                                  <a:latin typeface="Cambria Math" panose="02040503050406030204" pitchFamily="18" charset="0"/>
                                </a:rPr>
                                <m:t>𝑛</m:t>
                              </m:r>
                            </m:e>
                            <m:sub>
                              <m:r>
                                <a:rPr lang="en-GB" sz="2000" i="1" dirty="0">
                                  <a:latin typeface="Cambria Math" panose="02040503050406030204" pitchFamily="18" charset="0"/>
                                  <a:ea typeface="Cambria Math" panose="02040503050406030204" pitchFamily="18" charset="0"/>
                                </a:rPr>
                                <m:t>𝒪</m:t>
                              </m:r>
                            </m:sub>
                          </m:sSub>
                        </m:sup>
                      </m:sSup>
                      <m:r>
                        <a:rPr lang="en-GB" sz="2000" b="0" i="1" dirty="0" smtClean="0">
                          <a:latin typeface="Cambria Math" panose="02040503050406030204" pitchFamily="18" charset="0"/>
                          <a:ea typeface="Cambria Math" panose="02040503050406030204" pitchFamily="18" charset="0"/>
                        </a:rPr>
                        <m:t> </m:t>
                      </m:r>
                      <m:r>
                        <m:rPr>
                          <m:sty m:val="p"/>
                        </m:rPr>
                        <a:rPr lang="en-GB" sz="2000" b="0" i="0" dirty="0" smtClean="0">
                          <a:latin typeface="Cambria Math" panose="02040503050406030204" pitchFamily="18" charset="0"/>
                          <a:ea typeface="Cambria Math" panose="02040503050406030204" pitchFamily="18" charset="0"/>
                        </a:rPr>
                        <m:t>as</m:t>
                      </m:r>
                      <m:r>
                        <a:rPr lang="en-GB" sz="2000" b="0" i="1" dirty="0" smtClean="0">
                          <a:latin typeface="Cambria Math" panose="02040503050406030204" pitchFamily="18" charset="0"/>
                          <a:ea typeface="Cambria Math" panose="02040503050406030204" pitchFamily="18" charset="0"/>
                        </a:rPr>
                        <m:t> </m:t>
                      </m:r>
                      <m:r>
                        <m:rPr>
                          <m:sty m:val="p"/>
                        </m:rPr>
                        <a:rPr lang="en-GB" sz="2000" b="0" i="0" dirty="0" smtClean="0">
                          <a:latin typeface="Cambria Math" panose="02040503050406030204" pitchFamily="18" charset="0"/>
                          <a:ea typeface="Cambria Math" panose="02040503050406030204" pitchFamily="18" charset="0"/>
                        </a:rPr>
                        <m:t>Δ</m:t>
                      </m:r>
                      <m:r>
                        <a:rPr lang="en-GB" sz="2000" b="0" i="1" dirty="0" smtClean="0">
                          <a:latin typeface="Cambria Math" panose="02040503050406030204" pitchFamily="18" charset="0"/>
                          <a:ea typeface="Cambria Math" panose="02040503050406030204" pitchFamily="18" charset="0"/>
                        </a:rPr>
                        <m:t>𝑥</m:t>
                      </m:r>
                      <m:r>
                        <a:rPr lang="en-GB" sz="2000" b="0" i="1" dirty="0" smtClean="0">
                          <a:latin typeface="Cambria Math" panose="02040503050406030204" pitchFamily="18" charset="0"/>
                          <a:ea typeface="Cambria Math" panose="02040503050406030204" pitchFamily="18" charset="0"/>
                        </a:rPr>
                        <m:t>→0</m:t>
                      </m:r>
                    </m:oMath>
                  </m:oMathPara>
                </a14:m>
                <a:endParaRPr lang="en-GB" sz="2000" dirty="0"/>
              </a:p>
            </p:txBody>
          </p:sp>
        </mc:Choice>
        <mc:Fallback xmlns="">
          <p:sp>
            <p:nvSpPr>
              <p:cNvPr id="12" name="TextBox 11">
                <a:extLst>
                  <a:ext uri="{FF2B5EF4-FFF2-40B4-BE49-F238E27FC236}">
                    <a16:creationId xmlns:a16="http://schemas.microsoft.com/office/drawing/2014/main" id="{27DC0BEB-B2B5-5E4D-E515-7F86D57FFF1D}"/>
                  </a:ext>
                </a:extLst>
              </p:cNvPr>
              <p:cNvSpPr txBox="1">
                <a:spLocks noRot="1" noChangeAspect="1" noMove="1" noResize="1" noEditPoints="1" noAdjustHandles="1" noChangeArrowheads="1" noChangeShapeType="1" noTextEdit="1"/>
              </p:cNvSpPr>
              <p:nvPr/>
            </p:nvSpPr>
            <p:spPr>
              <a:xfrm>
                <a:off x="768983" y="4539164"/>
                <a:ext cx="10654034" cy="307777"/>
              </a:xfrm>
              <a:prstGeom prst="rect">
                <a:avLst/>
              </a:prstGeom>
              <a:blipFill>
                <a:blip r:embed="rId4"/>
                <a:stretch>
                  <a:fillRect b="-6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7D44374-2382-7747-E33B-B8D8B4881C36}"/>
                  </a:ext>
                </a:extLst>
              </p:cNvPr>
              <p:cNvSpPr txBox="1"/>
              <p:nvPr/>
            </p:nvSpPr>
            <p:spPr>
              <a:xfrm>
                <a:off x="4599432" y="2656891"/>
                <a:ext cx="7412738" cy="369332"/>
              </a:xfrm>
              <a:prstGeom prst="rect">
                <a:avLst/>
              </a:prstGeom>
              <a:noFill/>
              <a:ln>
                <a:solidFill>
                  <a:schemeClr val="accent1"/>
                </a:solidFill>
              </a:ln>
            </p:spPr>
            <p:txBody>
              <a:bodyPr wrap="square" rtlCol="0">
                <a:spAutoFit/>
              </a:bodyPr>
              <a:lstStyle/>
              <a:p>
                <a:r>
                  <a:rPr lang="en-GB"/>
                  <a:t>NOTATION: This means we create a function of </a:t>
                </a:r>
                <a14:m>
                  <m:oMath xmlns:m="http://schemas.openxmlformats.org/officeDocument/2006/math">
                    <m:r>
                      <a:rPr lang="en-GB" b="0" i="1" smtClean="0">
                        <a:latin typeface="Cambria Math" panose="02040503050406030204" pitchFamily="18" charset="0"/>
                      </a:rPr>
                      <m:t>𝑥</m:t>
                    </m:r>
                  </m:oMath>
                </a14:m>
                <a:r>
                  <a:rPr lang="en-GB"/>
                  <a:t> using a parameter </a:t>
                </a:r>
                <a14:m>
                  <m:oMath xmlns:m="http://schemas.openxmlformats.org/officeDocument/2006/math">
                    <m:r>
                      <m:rPr>
                        <m:sty m:val="p"/>
                      </m:rPr>
                      <a:rPr lang="en-GB" b="0" i="0" smtClean="0">
                        <a:latin typeface="Cambria Math" panose="02040503050406030204" pitchFamily="18" charset="0"/>
                      </a:rPr>
                      <m:t>Δ</m:t>
                    </m:r>
                    <m:r>
                      <a:rPr lang="en-GB" b="0" i="1" smtClean="0">
                        <a:latin typeface="Cambria Math" panose="02040503050406030204" pitchFamily="18" charset="0"/>
                      </a:rPr>
                      <m:t>𝑥</m:t>
                    </m:r>
                  </m:oMath>
                </a14:m>
                <a:endParaRPr lang="en-GB"/>
              </a:p>
            </p:txBody>
          </p:sp>
        </mc:Choice>
        <mc:Fallback xmlns="">
          <p:sp>
            <p:nvSpPr>
              <p:cNvPr id="13" name="TextBox 12">
                <a:extLst>
                  <a:ext uri="{FF2B5EF4-FFF2-40B4-BE49-F238E27FC236}">
                    <a16:creationId xmlns:a16="http://schemas.microsoft.com/office/drawing/2014/main" id="{E7D44374-2382-7747-E33B-B8D8B4881C36}"/>
                  </a:ext>
                </a:extLst>
              </p:cNvPr>
              <p:cNvSpPr txBox="1">
                <a:spLocks noRot="1" noChangeAspect="1" noMove="1" noResize="1" noEditPoints="1" noAdjustHandles="1" noChangeArrowheads="1" noChangeShapeType="1" noTextEdit="1"/>
              </p:cNvSpPr>
              <p:nvPr/>
            </p:nvSpPr>
            <p:spPr>
              <a:xfrm>
                <a:off x="4599432" y="2656891"/>
                <a:ext cx="7412738" cy="369332"/>
              </a:xfrm>
              <a:prstGeom prst="rect">
                <a:avLst/>
              </a:prstGeom>
              <a:blipFill>
                <a:blip r:embed="rId5"/>
                <a:stretch>
                  <a:fillRect l="-657" t="-6452" b="-25806"/>
                </a:stretch>
              </a:blipFill>
              <a:ln>
                <a:solidFill>
                  <a:schemeClr val="accent1"/>
                </a:solidFill>
              </a:ln>
            </p:spPr>
            <p:txBody>
              <a:bodyPr/>
              <a:lstStyle/>
              <a:p>
                <a:r>
                  <a:rPr lang="en-GB">
                    <a:noFill/>
                  </a:rPr>
                  <a:t> </a:t>
                </a:r>
              </a:p>
            </p:txBody>
          </p:sp>
        </mc:Fallback>
      </mc:AlternateContent>
      <p:cxnSp>
        <p:nvCxnSpPr>
          <p:cNvPr id="14" name="Straight Arrow Connector 13">
            <a:extLst>
              <a:ext uri="{FF2B5EF4-FFF2-40B4-BE49-F238E27FC236}">
                <a16:creationId xmlns:a16="http://schemas.microsoft.com/office/drawing/2014/main" id="{1A277B12-AEAA-C65A-612E-2FCF0AA9BFC7}"/>
              </a:ext>
            </a:extLst>
          </p:cNvPr>
          <p:cNvCxnSpPr>
            <a:cxnSpLocks/>
          </p:cNvCxnSpPr>
          <p:nvPr/>
        </p:nvCxnSpPr>
        <p:spPr>
          <a:xfrm flipH="1" flipV="1">
            <a:off x="3921162" y="2748576"/>
            <a:ext cx="650838" cy="9498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515BF60-26A2-8EF4-9452-7EC59CAF4EBB}"/>
              </a:ext>
            </a:extLst>
          </p:cNvPr>
          <p:cNvSpPr txBox="1"/>
          <p:nvPr/>
        </p:nvSpPr>
        <p:spPr>
          <a:xfrm>
            <a:off x="8597961" y="3652344"/>
            <a:ext cx="3355230" cy="1200329"/>
          </a:xfrm>
          <a:prstGeom prst="rect">
            <a:avLst/>
          </a:prstGeom>
          <a:noFill/>
          <a:ln>
            <a:solidFill>
              <a:schemeClr val="accent1"/>
            </a:solidFill>
          </a:ln>
        </p:spPr>
        <p:txBody>
          <a:bodyPr wrap="square" rtlCol="0">
            <a:spAutoFit/>
          </a:bodyPr>
          <a:lstStyle/>
          <a:p>
            <a:r>
              <a:rPr lang="en-GB" dirty="0"/>
              <a:t>When we consider error, it is always the </a:t>
            </a:r>
            <a:r>
              <a:rPr lang="en-GB" b="1" dirty="0"/>
              <a:t>magnitude</a:t>
            </a:r>
            <a:r>
              <a:rPr lang="en-GB" dirty="0"/>
              <a:t> (the absolute value) that is important</a:t>
            </a:r>
          </a:p>
        </p:txBody>
      </p:sp>
      <p:cxnSp>
        <p:nvCxnSpPr>
          <p:cNvPr id="16" name="Straight Arrow Connector 15">
            <a:extLst>
              <a:ext uri="{FF2B5EF4-FFF2-40B4-BE49-F238E27FC236}">
                <a16:creationId xmlns:a16="http://schemas.microsoft.com/office/drawing/2014/main" id="{1B218DC8-1959-D961-885C-886EE9CFEDE6}"/>
              </a:ext>
            </a:extLst>
          </p:cNvPr>
          <p:cNvCxnSpPr>
            <a:cxnSpLocks/>
          </p:cNvCxnSpPr>
          <p:nvPr/>
        </p:nvCxnSpPr>
        <p:spPr>
          <a:xfrm flipH="1" flipV="1">
            <a:off x="7509824" y="3720138"/>
            <a:ext cx="1088136" cy="1188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59C1F9F-0676-30D7-351A-C1920D62C7F8}"/>
                  </a:ext>
                </a:extLst>
              </p:cNvPr>
              <p:cNvSpPr txBox="1"/>
              <p:nvPr/>
            </p:nvSpPr>
            <p:spPr>
              <a:xfrm>
                <a:off x="768983" y="5645411"/>
                <a:ext cx="10654034" cy="1035092"/>
              </a:xfrm>
              <a:prstGeom prst="rect">
                <a:avLst/>
              </a:prstGeom>
              <a:noFill/>
            </p:spPr>
            <p:txBody>
              <a:bodyPr wrap="square" lIns="0" tIns="0" rIns="0" bIns="0" rtlCol="0">
                <a:spAutoFit/>
              </a:bodyPr>
              <a:lstStyle/>
              <a:p>
                <a:pPr algn="ctr"/>
                <a14:m>
                  <m:oMathPara xmlns:m="http://schemas.openxmlformats.org/officeDocument/2006/math">
                    <m:oMath>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𝐸</m:t>
                      </m:r>
                      <m:r>
                        <a:rPr lang="en-GB"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𝐸</m:t>
                          </m:r>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e>
                          </m:d>
                        </m:num>
                        <m:den>
                          <m:r>
                            <a:rPr lang="en-US" sz="2000" b="0" i="1" smtClean="0">
                              <a:latin typeface="Cambria Math" panose="02040503050406030204" pitchFamily="18" charset="0"/>
                            </a:rPr>
                            <m:t>𝐸</m:t>
                          </m:r>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e>
                          </m:d>
                        </m:den>
                      </m:f>
                      <m:r>
                        <a:rPr lang="en-GB"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𝐶</m:t>
                          </m:r>
                          <m:sSup>
                            <m:sSupPr>
                              <m:ctrlPr>
                                <a:rPr lang="en-US" sz="2000" b="0" i="1" smtClean="0">
                                  <a:latin typeface="Cambria Math" panose="02040503050406030204" pitchFamily="18" charset="0"/>
                                </a:rPr>
                              </m:ctrlPr>
                            </m:sSupPr>
                            <m:e>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e>
                              </m:d>
                            </m:e>
                            <m:sup>
                              <m:sSub>
                                <m:sSubPr>
                                  <m:ctrlPr>
                                    <a:rPr lang="en-GB" sz="2000" i="1" dirty="0">
                                      <a:latin typeface="Cambria Math" panose="02040503050406030204" pitchFamily="18" charset="0"/>
                                    </a:rPr>
                                  </m:ctrlPr>
                                </m:sSubPr>
                                <m:e>
                                  <m:r>
                                    <a:rPr lang="en-GB" sz="2000" i="1" dirty="0">
                                      <a:latin typeface="Cambria Math" panose="02040503050406030204" pitchFamily="18" charset="0"/>
                                    </a:rPr>
                                    <m:t>𝑛</m:t>
                                  </m:r>
                                </m:e>
                                <m:sub>
                                  <m:r>
                                    <a:rPr lang="en-GB" sz="2000" i="1" dirty="0">
                                      <a:latin typeface="Cambria Math" panose="02040503050406030204" pitchFamily="18" charset="0"/>
                                      <a:ea typeface="Cambria Math" panose="02040503050406030204" pitchFamily="18" charset="0"/>
                                    </a:rPr>
                                    <m:t>𝒪</m:t>
                                  </m:r>
                                </m:sub>
                              </m:sSub>
                            </m:sup>
                          </m:sSup>
                        </m:num>
                        <m:den>
                          <m:r>
                            <a:rPr lang="en-US" sz="2000" i="1">
                              <a:latin typeface="Cambria Math" panose="02040503050406030204" pitchFamily="18" charset="0"/>
                            </a:rPr>
                            <m:t>𝐶</m:t>
                          </m:r>
                          <m:sSup>
                            <m:sSupPr>
                              <m:ctrlPr>
                                <a:rPr lang="en-US" sz="2000" i="1">
                                  <a:latin typeface="Cambria Math" panose="02040503050406030204" pitchFamily="18" charset="0"/>
                                </a:rPr>
                              </m:ctrlPr>
                            </m:sSupPr>
                            <m:e>
                              <m:d>
                                <m:dPr>
                                  <m:ctrlPr>
                                    <a:rPr lang="en-US" sz="2000">
                                      <a:latin typeface="Cambria Math" panose="02040503050406030204" pitchFamily="18" charset="0"/>
                                    </a:rPr>
                                  </m:ctrlPr>
                                </m:dPr>
                                <m:e>
                                  <m:r>
                                    <m:rPr>
                                      <m:sty m:val="p"/>
                                    </m:rPr>
                                    <a:rPr lang="en-US" sz="2000">
                                      <a:latin typeface="Cambria Math" panose="02040503050406030204" pitchFamily="18" charset="0"/>
                                    </a:rPr>
                                    <m:t>Δ</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e>
                              </m:d>
                            </m:e>
                            <m:sup>
                              <m:sSub>
                                <m:sSubPr>
                                  <m:ctrlPr>
                                    <a:rPr lang="en-GB" sz="2000" i="1" dirty="0">
                                      <a:latin typeface="Cambria Math" panose="02040503050406030204" pitchFamily="18" charset="0"/>
                                    </a:rPr>
                                  </m:ctrlPr>
                                </m:sSubPr>
                                <m:e>
                                  <m:r>
                                    <a:rPr lang="en-GB" sz="2000" i="1" dirty="0">
                                      <a:latin typeface="Cambria Math" panose="02040503050406030204" pitchFamily="18" charset="0"/>
                                    </a:rPr>
                                    <m:t>𝑛</m:t>
                                  </m:r>
                                </m:e>
                                <m:sub>
                                  <m:r>
                                    <a:rPr lang="en-GB" sz="2000" i="1" dirty="0">
                                      <a:latin typeface="Cambria Math" panose="02040503050406030204" pitchFamily="18" charset="0"/>
                                      <a:ea typeface="Cambria Math" panose="02040503050406030204" pitchFamily="18" charset="0"/>
                                    </a:rPr>
                                    <m:t>𝒪</m:t>
                                  </m:r>
                                </m:sub>
                              </m:sSub>
                            </m:sup>
                          </m:sSup>
                        </m:den>
                      </m:f>
                      <m:r>
                        <a:rPr lang="en-US" sz="2000" b="0" i="1" dirty="0" smtClean="0">
                          <a:latin typeface="Cambria Math" panose="02040503050406030204" pitchFamily="18" charset="0"/>
                          <a:ea typeface="Cambria Math" panose="02040503050406030204" pitchFamily="18" charset="0"/>
                        </a:rPr>
                        <m:t>=</m:t>
                      </m:r>
                      <m:sSup>
                        <m:sSupPr>
                          <m:ctrlPr>
                            <a:rPr lang="en-US" sz="2000" b="0" i="1" dirty="0" smtClean="0">
                              <a:latin typeface="Cambria Math" panose="02040503050406030204" pitchFamily="18" charset="0"/>
                              <a:ea typeface="Cambria Math" panose="02040503050406030204" pitchFamily="18" charset="0"/>
                            </a:rPr>
                          </m:ctrlPr>
                        </m:sSupPr>
                        <m:e>
                          <m:d>
                            <m:dPr>
                              <m:ctrlPr>
                                <a:rPr lang="en-US" sz="2000" b="0" i="1" dirty="0" smtClean="0">
                                  <a:latin typeface="Cambria Math" panose="02040503050406030204" pitchFamily="18" charset="0"/>
                                  <a:ea typeface="Cambria Math" panose="02040503050406030204" pitchFamily="18" charset="0"/>
                                </a:rPr>
                              </m:ctrlPr>
                            </m:dPr>
                            <m:e>
                              <m:f>
                                <m:fPr>
                                  <m:ctrlPr>
                                    <a:rPr lang="en-US" sz="2000" b="0" i="0" dirty="0" smtClean="0">
                                      <a:latin typeface="Cambria Math" panose="02040503050406030204" pitchFamily="18" charset="0"/>
                                      <a:ea typeface="Cambria Math" panose="02040503050406030204" pitchFamily="18" charset="0"/>
                                    </a:rPr>
                                  </m:ctrlPr>
                                </m:fPr>
                                <m:num>
                                  <m:r>
                                    <m:rPr>
                                      <m:sty m:val="p"/>
                                    </m:rPr>
                                    <a:rPr lang="en-US" sz="2000" b="0" i="0" dirty="0" smtClean="0">
                                      <a:latin typeface="Cambria Math" panose="02040503050406030204" pitchFamily="18" charset="0"/>
                                      <a:ea typeface="Cambria Math" panose="02040503050406030204" pitchFamily="18" charset="0"/>
                                    </a:rPr>
                                    <m:t>Δ</m:t>
                                  </m:r>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𝑥</m:t>
                                      </m:r>
                                    </m:e>
                                    <m:sub>
                                      <m:r>
                                        <a:rPr lang="en-US" sz="2000" b="0" i="1" dirty="0" smtClean="0">
                                          <a:latin typeface="Cambria Math" panose="02040503050406030204" pitchFamily="18" charset="0"/>
                                          <a:ea typeface="Cambria Math" panose="02040503050406030204" pitchFamily="18" charset="0"/>
                                        </a:rPr>
                                        <m:t>1</m:t>
                                      </m:r>
                                    </m:sub>
                                  </m:sSub>
                                </m:num>
                                <m:den>
                                  <m:r>
                                    <m:rPr>
                                      <m:sty m:val="p"/>
                                    </m:rPr>
                                    <a:rPr lang="en-US" sz="2000" b="0" i="0" dirty="0" smtClean="0">
                                      <a:latin typeface="Cambria Math" panose="02040503050406030204" pitchFamily="18" charset="0"/>
                                      <a:ea typeface="Cambria Math" panose="02040503050406030204" pitchFamily="18" charset="0"/>
                                    </a:rPr>
                                    <m:t>Δ</m:t>
                                  </m:r>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𝑥</m:t>
                                      </m:r>
                                    </m:e>
                                    <m:sub>
                                      <m:r>
                                        <a:rPr lang="en-US" sz="2000" b="0" i="1" dirty="0" smtClean="0">
                                          <a:latin typeface="Cambria Math" panose="02040503050406030204" pitchFamily="18" charset="0"/>
                                          <a:ea typeface="Cambria Math" panose="02040503050406030204" pitchFamily="18" charset="0"/>
                                        </a:rPr>
                                        <m:t>2</m:t>
                                      </m:r>
                                    </m:sub>
                                  </m:sSub>
                                </m:den>
                              </m:f>
                            </m:e>
                          </m:d>
                        </m:e>
                        <m:sup>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𝑛</m:t>
                              </m:r>
                            </m:e>
                            <m:sub>
                              <m:r>
                                <a:rPr lang="en-US" sz="2000" b="0" i="1" dirty="0" smtClean="0">
                                  <a:latin typeface="Cambria Math" panose="02040503050406030204" pitchFamily="18" charset="0"/>
                                  <a:ea typeface="Cambria Math" panose="02040503050406030204" pitchFamily="18" charset="0"/>
                                </a:rPr>
                                <m:t>𝒪</m:t>
                              </m:r>
                            </m:sub>
                          </m:sSub>
                        </m:sup>
                      </m:sSup>
                      <m:r>
                        <m:rPr>
                          <m:sty m:val="p"/>
                        </m:rPr>
                        <a:rPr lang="en-GB" sz="2000" dirty="0">
                          <a:latin typeface="Cambria Math" panose="02040503050406030204" pitchFamily="18" charset="0"/>
                          <a:ea typeface="Cambria Math" panose="02040503050406030204" pitchFamily="18" charset="0"/>
                        </a:rPr>
                        <m:t>as</m:t>
                      </m:r>
                      <m:r>
                        <a:rPr lang="en-GB" sz="2000" i="1" dirty="0">
                          <a:latin typeface="Cambria Math" panose="02040503050406030204" pitchFamily="18" charset="0"/>
                          <a:ea typeface="Cambria Math" panose="02040503050406030204" pitchFamily="18" charset="0"/>
                        </a:rPr>
                        <m:t> </m:t>
                      </m:r>
                      <m:r>
                        <m:rPr>
                          <m:sty m:val="p"/>
                        </m:rPr>
                        <a:rPr lang="en-GB" sz="2000" dirty="0">
                          <a:latin typeface="Cambria Math" panose="02040503050406030204" pitchFamily="18" charset="0"/>
                          <a:ea typeface="Cambria Math" panose="02040503050406030204" pitchFamily="18" charset="0"/>
                        </a:rPr>
                        <m:t>Δ</m:t>
                      </m:r>
                      <m:r>
                        <a:rPr lang="en-GB" sz="2000" i="1" dirty="0">
                          <a:latin typeface="Cambria Math" panose="02040503050406030204" pitchFamily="18" charset="0"/>
                          <a:ea typeface="Cambria Math" panose="02040503050406030204" pitchFamily="18" charset="0"/>
                        </a:rPr>
                        <m:t>𝑥</m:t>
                      </m:r>
                      <m:r>
                        <a:rPr lang="en-GB" sz="2000" i="1" dirty="0">
                          <a:latin typeface="Cambria Math" panose="02040503050406030204" pitchFamily="18" charset="0"/>
                          <a:ea typeface="Cambria Math" panose="02040503050406030204" pitchFamily="18" charset="0"/>
                        </a:rPr>
                        <m:t>→0</m:t>
                      </m:r>
                    </m:oMath>
                  </m:oMathPara>
                </a14:m>
                <a:endParaRPr lang="en-GB" sz="2000" i="1" dirty="0"/>
              </a:p>
              <a:p>
                <a:pPr algn="ctr"/>
                <a:endParaRPr lang="en-GB" sz="2000" dirty="0"/>
              </a:p>
            </p:txBody>
          </p:sp>
        </mc:Choice>
        <mc:Fallback xmlns="">
          <p:sp>
            <p:nvSpPr>
              <p:cNvPr id="20" name="TextBox 19">
                <a:extLst>
                  <a:ext uri="{FF2B5EF4-FFF2-40B4-BE49-F238E27FC236}">
                    <a16:creationId xmlns:a16="http://schemas.microsoft.com/office/drawing/2014/main" id="{D59C1F9F-0676-30D7-351A-C1920D62C7F8}"/>
                  </a:ext>
                </a:extLst>
              </p:cNvPr>
              <p:cNvSpPr txBox="1">
                <a:spLocks noRot="1" noChangeAspect="1" noMove="1" noResize="1" noEditPoints="1" noAdjustHandles="1" noChangeArrowheads="1" noChangeShapeType="1" noTextEdit="1"/>
              </p:cNvSpPr>
              <p:nvPr/>
            </p:nvSpPr>
            <p:spPr>
              <a:xfrm>
                <a:off x="768983" y="5645411"/>
                <a:ext cx="10654034" cy="1035092"/>
              </a:xfrm>
              <a:prstGeom prst="rect">
                <a:avLst/>
              </a:prstGeom>
              <a:blipFill>
                <a:blip r:embed="rId6"/>
                <a:stretch>
                  <a:fillRect/>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xEl>
                                              <p:pRg st="2" end="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xEl>
                                              <p:pRg st="4" end="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1" grpId="0"/>
      <p:bldP spid="12" grpId="0"/>
      <p:bldP spid="13" grpId="0" animBg="1"/>
      <p:bldP spid="15" grpId="0" animBg="1"/>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Order of accuracy</a:t>
            </a:r>
          </a:p>
        </p:txBody>
      </p:sp>
      <mc:AlternateContent xmlns:mc="http://schemas.openxmlformats.org/markup-compatibility/2006" xmlns:a14="http://schemas.microsoft.com/office/drawing/2010/main">
        <mc:Choice Requires="a14">
          <p:sp>
            <p:nvSpPr>
              <p:cNvPr id="10" name="Content Placeholder 4">
                <a:extLst>
                  <a:ext uri="{FF2B5EF4-FFF2-40B4-BE49-F238E27FC236}">
                    <a16:creationId xmlns:a16="http://schemas.microsoft.com/office/drawing/2014/main" id="{073DD4C7-CB0A-058C-4ED0-E84B78B4C99C}"/>
                  </a:ext>
                </a:extLst>
              </p:cNvPr>
              <p:cNvSpPr>
                <a:spLocks noGrp="1"/>
              </p:cNvSpPr>
              <p:nvPr>
                <p:ph sz="half" idx="10"/>
              </p:nvPr>
            </p:nvSpPr>
            <p:spPr>
              <a:xfrm>
                <a:off x="417505" y="1672354"/>
                <a:ext cx="11145847" cy="4572000"/>
              </a:xfrm>
            </p:spPr>
            <p:txBody>
              <a:bodyPr>
                <a:normAutofit/>
              </a:bodyPr>
              <a:lstStyle/>
              <a:p>
                <a:endParaRPr lang="en-GB" sz="1800" dirty="0"/>
              </a:p>
              <a:p>
                <a:endParaRPr lang="en-GB" sz="1800" dirty="0"/>
              </a:p>
              <a:p>
                <a:r>
                  <a:rPr lang="en-GB" sz="1800" dirty="0"/>
                  <a:t>From this, we have</a:t>
                </a:r>
              </a:p>
              <a:p>
                <a:endParaRPr lang="en-GB" sz="1800" dirty="0"/>
              </a:p>
              <a:p>
                <a:r>
                  <a:rPr lang="en-GB" sz="1800" dirty="0"/>
                  <a:t>Typically, we would choose </a:t>
                </a:r>
                <a14:m>
                  <m:oMath xmlns:m="http://schemas.openxmlformats.org/officeDocument/2006/math">
                    <m:r>
                      <a:rPr lang="en-GB" sz="1800" i="1" dirty="0" smtClean="0">
                        <a:latin typeface="Cambria Math" panose="02040503050406030204" pitchFamily="18" charset="0"/>
                      </a:rPr>
                      <m:t>∆</m:t>
                    </m:r>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𝑥</m:t>
                        </m:r>
                      </m:e>
                      <m:sub>
                        <m:r>
                          <a:rPr lang="en-GB" sz="1800" i="1" dirty="0" smtClean="0">
                            <a:latin typeface="Cambria Math" panose="02040503050406030204" pitchFamily="18" charset="0"/>
                          </a:rPr>
                          <m:t>2</m:t>
                        </m:r>
                      </m:sub>
                    </m:sSub>
                    <m:r>
                      <a:rPr lang="en-GB" sz="1800" i="1" dirty="0" smtClean="0">
                        <a:latin typeface="Cambria Math" panose="02040503050406030204" pitchFamily="18" charset="0"/>
                      </a:rPr>
                      <m:t>=2∆</m:t>
                    </m:r>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𝑥</m:t>
                        </m:r>
                      </m:e>
                      <m:sub>
                        <m:r>
                          <a:rPr lang="en-GB" sz="1800" i="1" dirty="0" smtClean="0">
                            <a:latin typeface="Cambria Math" panose="02040503050406030204" pitchFamily="18" charset="0"/>
                          </a:rPr>
                          <m:t>1</m:t>
                        </m:r>
                      </m:sub>
                    </m:sSub>
                  </m:oMath>
                </a14:m>
                <a:r>
                  <a:rPr lang="en-GB" sz="1800" dirty="0"/>
                  <a:t>, meaning</a:t>
                </a:r>
              </a:p>
              <a:p>
                <a:r>
                  <a:rPr lang="en-GB" sz="1800" dirty="0"/>
                  <a:t>We can try this for our derivative example, where we have</a:t>
                </a:r>
              </a:p>
            </p:txBody>
          </p:sp>
        </mc:Choice>
        <mc:Fallback xmlns="">
          <p:sp>
            <p:nvSpPr>
              <p:cNvPr id="10" name="Content Placeholder 4">
                <a:extLst>
                  <a:ext uri="{FF2B5EF4-FFF2-40B4-BE49-F238E27FC236}">
                    <a16:creationId xmlns:a16="http://schemas.microsoft.com/office/drawing/2014/main" id="{073DD4C7-CB0A-058C-4ED0-E84B78B4C99C}"/>
                  </a:ext>
                </a:extLst>
              </p:cNvPr>
              <p:cNvSpPr>
                <a:spLocks noGrp="1" noRot="1" noChangeAspect="1" noMove="1" noResize="1" noEditPoints="1" noAdjustHandles="1" noChangeArrowheads="1" noChangeShapeType="1" noTextEdit="1"/>
              </p:cNvSpPr>
              <p:nvPr>
                <p:ph sz="half" idx="10"/>
              </p:nvPr>
            </p:nvSpPr>
            <p:spPr>
              <a:xfrm>
                <a:off x="417505" y="1672354"/>
                <a:ext cx="11145847" cy="4572000"/>
              </a:xfrm>
              <a:blipFill>
                <a:blip r:embed="rId2"/>
                <a:stretch>
                  <a:fillRect l="-3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BCC3265-5519-1359-EE06-6C5782186F2A}"/>
                  </a:ext>
                </a:extLst>
              </p:cNvPr>
              <p:cNvSpPr txBox="1"/>
              <p:nvPr/>
            </p:nvSpPr>
            <p:spPr>
              <a:xfrm>
                <a:off x="1004957" y="2019048"/>
                <a:ext cx="10654034" cy="1035092"/>
              </a:xfrm>
              <a:prstGeom prst="rect">
                <a:avLst/>
              </a:prstGeom>
              <a:noFill/>
            </p:spPr>
            <p:txBody>
              <a:bodyPr wrap="square" lIns="0" tIns="0" rIns="0" bIns="0" rtlCol="0">
                <a:spAutoFit/>
              </a:bodyPr>
              <a:lstStyle/>
              <a:p>
                <a:pPr algn="ctr"/>
                <a14:m>
                  <m:oMathPara xmlns:m="http://schemas.openxmlformats.org/officeDocument/2006/math">
                    <m:oMath>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𝐸</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𝐸</m:t>
                          </m:r>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e>
                          </m:d>
                        </m:num>
                        <m:den>
                          <m:r>
                            <a:rPr lang="en-US" sz="2000" b="0" i="1" smtClean="0">
                              <a:latin typeface="Cambria Math" panose="02040503050406030204" pitchFamily="18" charset="0"/>
                            </a:rPr>
                            <m:t>𝐸</m:t>
                          </m:r>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e>
                          </m:d>
                        </m:den>
                      </m:f>
                      <m:r>
                        <a:rPr lang="en-GB"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𝐶</m:t>
                          </m:r>
                          <m:sSup>
                            <m:sSupPr>
                              <m:ctrlPr>
                                <a:rPr lang="en-US" sz="2000" b="0" i="1" smtClean="0">
                                  <a:latin typeface="Cambria Math" panose="02040503050406030204" pitchFamily="18" charset="0"/>
                                </a:rPr>
                              </m:ctrlPr>
                            </m:sSupPr>
                            <m:e>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e>
                              </m:d>
                            </m:e>
                            <m:sup>
                              <m:sSub>
                                <m:sSubPr>
                                  <m:ctrlPr>
                                    <a:rPr lang="en-GB" sz="2000" i="1" dirty="0">
                                      <a:latin typeface="Cambria Math" panose="02040503050406030204" pitchFamily="18" charset="0"/>
                                    </a:rPr>
                                  </m:ctrlPr>
                                </m:sSubPr>
                                <m:e>
                                  <m:r>
                                    <a:rPr lang="en-GB" sz="2000" i="1" dirty="0">
                                      <a:latin typeface="Cambria Math" panose="02040503050406030204" pitchFamily="18" charset="0"/>
                                    </a:rPr>
                                    <m:t>𝑛</m:t>
                                  </m:r>
                                </m:e>
                                <m:sub>
                                  <m:r>
                                    <a:rPr lang="en-GB" sz="2000" i="1" dirty="0">
                                      <a:latin typeface="Cambria Math" panose="02040503050406030204" pitchFamily="18" charset="0"/>
                                      <a:ea typeface="Cambria Math" panose="02040503050406030204" pitchFamily="18" charset="0"/>
                                    </a:rPr>
                                    <m:t>𝒪</m:t>
                                  </m:r>
                                </m:sub>
                              </m:sSub>
                            </m:sup>
                          </m:sSup>
                        </m:num>
                        <m:den>
                          <m:r>
                            <a:rPr lang="en-US" sz="2000" i="1">
                              <a:latin typeface="Cambria Math" panose="02040503050406030204" pitchFamily="18" charset="0"/>
                            </a:rPr>
                            <m:t>𝐶</m:t>
                          </m:r>
                          <m:sSup>
                            <m:sSupPr>
                              <m:ctrlPr>
                                <a:rPr lang="en-US" sz="2000" i="1">
                                  <a:latin typeface="Cambria Math" panose="02040503050406030204" pitchFamily="18" charset="0"/>
                                </a:rPr>
                              </m:ctrlPr>
                            </m:sSupPr>
                            <m:e>
                              <m:d>
                                <m:dPr>
                                  <m:ctrlPr>
                                    <a:rPr lang="en-US" sz="2000">
                                      <a:latin typeface="Cambria Math" panose="02040503050406030204" pitchFamily="18" charset="0"/>
                                    </a:rPr>
                                  </m:ctrlPr>
                                </m:dPr>
                                <m:e>
                                  <m:r>
                                    <m:rPr>
                                      <m:sty m:val="p"/>
                                    </m:rPr>
                                    <a:rPr lang="en-US" sz="2000">
                                      <a:latin typeface="Cambria Math" panose="02040503050406030204" pitchFamily="18" charset="0"/>
                                    </a:rPr>
                                    <m:t>Δ</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e>
                              </m:d>
                            </m:e>
                            <m:sup>
                              <m:sSub>
                                <m:sSubPr>
                                  <m:ctrlPr>
                                    <a:rPr lang="en-GB" sz="2000" i="1" dirty="0">
                                      <a:latin typeface="Cambria Math" panose="02040503050406030204" pitchFamily="18" charset="0"/>
                                    </a:rPr>
                                  </m:ctrlPr>
                                </m:sSubPr>
                                <m:e>
                                  <m:r>
                                    <a:rPr lang="en-GB" sz="2000" i="1" dirty="0">
                                      <a:latin typeface="Cambria Math" panose="02040503050406030204" pitchFamily="18" charset="0"/>
                                    </a:rPr>
                                    <m:t>𝑛</m:t>
                                  </m:r>
                                </m:e>
                                <m:sub>
                                  <m:r>
                                    <a:rPr lang="en-GB" sz="2000" i="1" dirty="0">
                                      <a:latin typeface="Cambria Math" panose="02040503050406030204" pitchFamily="18" charset="0"/>
                                      <a:ea typeface="Cambria Math" panose="02040503050406030204" pitchFamily="18" charset="0"/>
                                    </a:rPr>
                                    <m:t>𝒪</m:t>
                                  </m:r>
                                </m:sub>
                              </m:sSub>
                            </m:sup>
                          </m:sSup>
                        </m:den>
                      </m:f>
                      <m:r>
                        <a:rPr lang="en-US" sz="2000" b="0" i="1" dirty="0" smtClean="0">
                          <a:latin typeface="Cambria Math" panose="02040503050406030204" pitchFamily="18" charset="0"/>
                          <a:ea typeface="Cambria Math" panose="02040503050406030204" pitchFamily="18" charset="0"/>
                        </a:rPr>
                        <m:t>=</m:t>
                      </m:r>
                      <m:sSup>
                        <m:sSupPr>
                          <m:ctrlPr>
                            <a:rPr lang="en-US" sz="2000" b="0" i="1" dirty="0" smtClean="0">
                              <a:latin typeface="Cambria Math" panose="02040503050406030204" pitchFamily="18" charset="0"/>
                              <a:ea typeface="Cambria Math" panose="02040503050406030204" pitchFamily="18" charset="0"/>
                            </a:rPr>
                          </m:ctrlPr>
                        </m:sSupPr>
                        <m:e>
                          <m:d>
                            <m:dPr>
                              <m:ctrlPr>
                                <a:rPr lang="en-US" sz="2000" b="0" i="1" dirty="0" smtClean="0">
                                  <a:latin typeface="Cambria Math" panose="02040503050406030204" pitchFamily="18" charset="0"/>
                                  <a:ea typeface="Cambria Math" panose="02040503050406030204" pitchFamily="18" charset="0"/>
                                </a:rPr>
                              </m:ctrlPr>
                            </m:dPr>
                            <m:e>
                              <m:f>
                                <m:fPr>
                                  <m:ctrlPr>
                                    <a:rPr lang="en-US" sz="2000" b="0" i="0" dirty="0" smtClean="0">
                                      <a:latin typeface="Cambria Math" panose="02040503050406030204" pitchFamily="18" charset="0"/>
                                      <a:ea typeface="Cambria Math" panose="02040503050406030204" pitchFamily="18" charset="0"/>
                                    </a:rPr>
                                  </m:ctrlPr>
                                </m:fPr>
                                <m:num>
                                  <m:r>
                                    <m:rPr>
                                      <m:sty m:val="p"/>
                                    </m:rPr>
                                    <a:rPr lang="en-US" sz="2000" b="0" i="0" dirty="0" smtClean="0">
                                      <a:latin typeface="Cambria Math" panose="02040503050406030204" pitchFamily="18" charset="0"/>
                                      <a:ea typeface="Cambria Math" panose="02040503050406030204" pitchFamily="18" charset="0"/>
                                    </a:rPr>
                                    <m:t>Δ</m:t>
                                  </m:r>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𝑥</m:t>
                                      </m:r>
                                    </m:e>
                                    <m:sub>
                                      <m:r>
                                        <a:rPr lang="en-US" sz="2000" b="0" i="1" dirty="0" smtClean="0">
                                          <a:latin typeface="Cambria Math" panose="02040503050406030204" pitchFamily="18" charset="0"/>
                                          <a:ea typeface="Cambria Math" panose="02040503050406030204" pitchFamily="18" charset="0"/>
                                        </a:rPr>
                                        <m:t>1</m:t>
                                      </m:r>
                                    </m:sub>
                                  </m:sSub>
                                </m:num>
                                <m:den>
                                  <m:r>
                                    <m:rPr>
                                      <m:sty m:val="p"/>
                                    </m:rPr>
                                    <a:rPr lang="en-US" sz="2000" b="0" i="0" dirty="0" smtClean="0">
                                      <a:latin typeface="Cambria Math" panose="02040503050406030204" pitchFamily="18" charset="0"/>
                                      <a:ea typeface="Cambria Math" panose="02040503050406030204" pitchFamily="18" charset="0"/>
                                    </a:rPr>
                                    <m:t>Δ</m:t>
                                  </m:r>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𝑥</m:t>
                                      </m:r>
                                    </m:e>
                                    <m:sub>
                                      <m:r>
                                        <a:rPr lang="en-US" sz="2000" b="0" i="1" dirty="0" smtClean="0">
                                          <a:latin typeface="Cambria Math" panose="02040503050406030204" pitchFamily="18" charset="0"/>
                                          <a:ea typeface="Cambria Math" panose="02040503050406030204" pitchFamily="18" charset="0"/>
                                        </a:rPr>
                                        <m:t>2</m:t>
                                      </m:r>
                                    </m:sub>
                                  </m:sSub>
                                </m:den>
                              </m:f>
                            </m:e>
                          </m:d>
                        </m:e>
                        <m:sup>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𝑛</m:t>
                              </m:r>
                            </m:e>
                            <m:sub>
                              <m:r>
                                <a:rPr lang="en-US" sz="2000" b="0" i="1" dirty="0" smtClean="0">
                                  <a:latin typeface="Cambria Math" panose="02040503050406030204" pitchFamily="18" charset="0"/>
                                  <a:ea typeface="Cambria Math" panose="02040503050406030204" pitchFamily="18" charset="0"/>
                                </a:rPr>
                                <m:t>𝒪</m:t>
                              </m:r>
                            </m:sub>
                          </m:sSub>
                        </m:sup>
                      </m:sSup>
                    </m:oMath>
                  </m:oMathPara>
                </a14:m>
                <a:endParaRPr lang="en-GB" sz="2000" i="1"/>
              </a:p>
              <a:p>
                <a:pPr algn="ctr"/>
                <a:endParaRPr lang="en-GB" sz="2000"/>
              </a:p>
            </p:txBody>
          </p:sp>
        </mc:Choice>
        <mc:Fallback xmlns="">
          <p:sp>
            <p:nvSpPr>
              <p:cNvPr id="11" name="TextBox 10">
                <a:extLst>
                  <a:ext uri="{FF2B5EF4-FFF2-40B4-BE49-F238E27FC236}">
                    <a16:creationId xmlns:a16="http://schemas.microsoft.com/office/drawing/2014/main" id="{9BCC3265-5519-1359-EE06-6C5782186F2A}"/>
                  </a:ext>
                </a:extLst>
              </p:cNvPr>
              <p:cNvSpPr txBox="1">
                <a:spLocks noRot="1" noChangeAspect="1" noMove="1" noResize="1" noEditPoints="1" noAdjustHandles="1" noChangeArrowheads="1" noChangeShapeType="1" noTextEdit="1"/>
              </p:cNvSpPr>
              <p:nvPr/>
            </p:nvSpPr>
            <p:spPr>
              <a:xfrm>
                <a:off x="1004957" y="2019048"/>
                <a:ext cx="10654034" cy="103509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F0BC29C-6520-31CD-574C-498A57E82EB1}"/>
                  </a:ext>
                </a:extLst>
              </p:cNvPr>
              <p:cNvSpPr txBox="1"/>
              <p:nvPr/>
            </p:nvSpPr>
            <p:spPr>
              <a:xfrm>
                <a:off x="3018503" y="2815723"/>
                <a:ext cx="1489447" cy="809389"/>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𝒪</m:t>
                          </m:r>
                        </m:sub>
                      </m:sSub>
                      <m:r>
                        <a:rPr lang="en-GB"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ln</m:t>
                              </m:r>
                            </m:fName>
                            <m:e>
                              <m:d>
                                <m:dPr>
                                  <m:ctrlPr>
                                    <a:rPr lang="en-US" b="0" i="0" smtClean="0">
                                      <a:latin typeface="Cambria Math" panose="02040503050406030204" pitchFamily="18" charset="0"/>
                                      <a:ea typeface="Cambria Math" panose="02040503050406030204" pitchFamily="18" charset="0"/>
                                    </a:rPr>
                                  </m:ctrlPr>
                                </m:dPr>
                                <m:e>
                                  <m:r>
                                    <m:rPr>
                                      <m:sty m:val="p"/>
                                    </m:rPr>
                                    <a:rPr lang="en-US" b="0" i="0" smtClean="0">
                                      <a:latin typeface="Cambria Math" panose="02040503050406030204" pitchFamily="18" charset="0"/>
                                      <a:ea typeface="Cambria Math" panose="02040503050406030204" pitchFamily="18" charset="0"/>
                                    </a:rPr>
                                    <m:t>Δ</m:t>
                                  </m:r>
                                  <m:r>
                                    <a:rPr lang="en-US" b="0" i="1" smtClean="0">
                                      <a:latin typeface="Cambria Math" panose="02040503050406030204" pitchFamily="18" charset="0"/>
                                      <a:ea typeface="Cambria Math" panose="02040503050406030204" pitchFamily="18" charset="0"/>
                                    </a:rPr>
                                    <m:t>𝐸</m:t>
                                  </m:r>
                                </m:e>
                              </m:d>
                            </m:e>
                          </m:func>
                        </m:num>
                        <m:den>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ln</m:t>
                              </m:r>
                            </m:fName>
                            <m:e>
                              <m:d>
                                <m:dPr>
                                  <m:ctrlPr>
                                    <a:rPr lang="en-US" i="1" dirty="0">
                                      <a:latin typeface="Cambria Math" panose="02040503050406030204" pitchFamily="18" charset="0"/>
                                      <a:ea typeface="Cambria Math" panose="02040503050406030204" pitchFamily="18" charset="0"/>
                                    </a:rPr>
                                  </m:ctrlPr>
                                </m:dPr>
                                <m:e>
                                  <m:f>
                                    <m:fPr>
                                      <m:ctrlPr>
                                        <a:rPr lang="en-US" dirty="0">
                                          <a:latin typeface="Cambria Math" panose="02040503050406030204" pitchFamily="18" charset="0"/>
                                          <a:ea typeface="Cambria Math" panose="02040503050406030204" pitchFamily="18" charset="0"/>
                                        </a:rPr>
                                      </m:ctrlPr>
                                    </m:fPr>
                                    <m:num>
                                      <m:r>
                                        <m:rPr>
                                          <m:sty m:val="p"/>
                                        </m:rPr>
                                        <a:rPr lang="en-US" dirty="0">
                                          <a:latin typeface="Cambria Math" panose="02040503050406030204" pitchFamily="18" charset="0"/>
                                          <a:ea typeface="Cambria Math" panose="02040503050406030204" pitchFamily="18" charset="0"/>
                                        </a:rPr>
                                        <m:t>Δ</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𝑥</m:t>
                                          </m:r>
                                        </m:e>
                                        <m:sub>
                                          <m:r>
                                            <a:rPr lang="en-US" i="1" dirty="0">
                                              <a:latin typeface="Cambria Math" panose="02040503050406030204" pitchFamily="18" charset="0"/>
                                              <a:ea typeface="Cambria Math" panose="02040503050406030204" pitchFamily="18" charset="0"/>
                                            </a:rPr>
                                            <m:t>1</m:t>
                                          </m:r>
                                        </m:sub>
                                      </m:sSub>
                                    </m:num>
                                    <m:den>
                                      <m:r>
                                        <m:rPr>
                                          <m:sty m:val="p"/>
                                        </m:rPr>
                                        <a:rPr lang="en-US" dirty="0">
                                          <a:latin typeface="Cambria Math" panose="02040503050406030204" pitchFamily="18" charset="0"/>
                                          <a:ea typeface="Cambria Math" panose="02040503050406030204" pitchFamily="18" charset="0"/>
                                        </a:rPr>
                                        <m:t>Δ</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𝑥</m:t>
                                          </m:r>
                                        </m:e>
                                        <m:sub>
                                          <m:r>
                                            <a:rPr lang="en-US" i="1" dirty="0">
                                              <a:latin typeface="Cambria Math" panose="02040503050406030204" pitchFamily="18" charset="0"/>
                                              <a:ea typeface="Cambria Math" panose="02040503050406030204" pitchFamily="18" charset="0"/>
                                            </a:rPr>
                                            <m:t>2</m:t>
                                          </m:r>
                                        </m:sub>
                                      </m:sSub>
                                    </m:den>
                                  </m:f>
                                </m:e>
                              </m:d>
                            </m:e>
                          </m:func>
                        </m:den>
                      </m:f>
                    </m:oMath>
                  </m:oMathPara>
                </a14:m>
                <a:endParaRPr lang="en-GB"/>
              </a:p>
            </p:txBody>
          </p:sp>
        </mc:Choice>
        <mc:Fallback xmlns="">
          <p:sp>
            <p:nvSpPr>
              <p:cNvPr id="12" name="TextBox 11">
                <a:extLst>
                  <a:ext uri="{FF2B5EF4-FFF2-40B4-BE49-F238E27FC236}">
                    <a16:creationId xmlns:a16="http://schemas.microsoft.com/office/drawing/2014/main" id="{CF0BC29C-6520-31CD-574C-498A57E82EB1}"/>
                  </a:ext>
                </a:extLst>
              </p:cNvPr>
              <p:cNvSpPr txBox="1">
                <a:spLocks noRot="1" noChangeAspect="1" noMove="1" noResize="1" noEditPoints="1" noAdjustHandles="1" noChangeArrowheads="1" noChangeShapeType="1" noTextEdit="1"/>
              </p:cNvSpPr>
              <p:nvPr/>
            </p:nvSpPr>
            <p:spPr>
              <a:xfrm>
                <a:off x="3018503" y="2815723"/>
                <a:ext cx="1489447" cy="80938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BB56C6E-307F-D7A2-CDB0-194E2EF43FDB}"/>
                  </a:ext>
                </a:extLst>
              </p:cNvPr>
              <p:cNvSpPr txBox="1"/>
              <p:nvPr/>
            </p:nvSpPr>
            <p:spPr>
              <a:xfrm>
                <a:off x="5885653" y="3821306"/>
                <a:ext cx="1308756" cy="584199"/>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𝒪</m:t>
                          </m:r>
                        </m:sub>
                      </m:sSub>
                      <m:r>
                        <a:rPr lang="en-GB"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ln</m:t>
                              </m:r>
                            </m:fName>
                            <m:e>
                              <m:d>
                                <m:dPr>
                                  <m:ctrlPr>
                                    <a:rPr lang="en-US" b="0" i="0" smtClean="0">
                                      <a:latin typeface="Cambria Math" panose="02040503050406030204" pitchFamily="18" charset="0"/>
                                      <a:ea typeface="Cambria Math" panose="02040503050406030204" pitchFamily="18" charset="0"/>
                                    </a:rPr>
                                  </m:ctrlPr>
                                </m:dPr>
                                <m:e>
                                  <m:r>
                                    <m:rPr>
                                      <m:sty m:val="p"/>
                                    </m:rPr>
                                    <a:rPr lang="en-US" b="0" i="0" smtClean="0">
                                      <a:latin typeface="Cambria Math" panose="02040503050406030204" pitchFamily="18" charset="0"/>
                                      <a:ea typeface="Cambria Math" panose="02040503050406030204" pitchFamily="18" charset="0"/>
                                    </a:rPr>
                                    <m:t>Δ</m:t>
                                  </m:r>
                                  <m:r>
                                    <a:rPr lang="en-US" b="0" i="1" smtClean="0">
                                      <a:latin typeface="Cambria Math" panose="02040503050406030204" pitchFamily="18" charset="0"/>
                                      <a:ea typeface="Cambria Math" panose="02040503050406030204" pitchFamily="18" charset="0"/>
                                    </a:rPr>
                                    <m:t>𝐸</m:t>
                                  </m:r>
                                </m:e>
                              </m:d>
                            </m:e>
                          </m:func>
                        </m:num>
                        <m:den>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ln</m:t>
                              </m:r>
                            </m:fName>
                            <m:e>
                              <m:r>
                                <a:rPr lang="en-GB" b="0" i="1" smtClean="0">
                                  <a:latin typeface="Cambria Math" panose="02040503050406030204" pitchFamily="18" charset="0"/>
                                  <a:ea typeface="Cambria Math" panose="02040503050406030204" pitchFamily="18" charset="0"/>
                                </a:rPr>
                                <m:t>1/</m:t>
                              </m:r>
                              <m:r>
                                <a:rPr lang="en-US" b="0" i="1" dirty="0" smtClean="0">
                                  <a:latin typeface="Cambria Math" panose="02040503050406030204" pitchFamily="18" charset="0"/>
                                  <a:ea typeface="Cambria Math" panose="02040503050406030204" pitchFamily="18" charset="0"/>
                                </a:rPr>
                                <m:t>2</m:t>
                              </m:r>
                            </m:e>
                          </m:func>
                        </m:den>
                      </m:f>
                    </m:oMath>
                  </m:oMathPara>
                </a14:m>
                <a:endParaRPr lang="en-GB" dirty="0"/>
              </a:p>
            </p:txBody>
          </p:sp>
        </mc:Choice>
        <mc:Fallback xmlns="">
          <p:sp>
            <p:nvSpPr>
              <p:cNvPr id="13" name="TextBox 12">
                <a:extLst>
                  <a:ext uri="{FF2B5EF4-FFF2-40B4-BE49-F238E27FC236}">
                    <a16:creationId xmlns:a16="http://schemas.microsoft.com/office/drawing/2014/main" id="{DBB56C6E-307F-D7A2-CDB0-194E2EF43FDB}"/>
                  </a:ext>
                </a:extLst>
              </p:cNvPr>
              <p:cNvSpPr txBox="1">
                <a:spLocks noRot="1" noChangeAspect="1" noMove="1" noResize="1" noEditPoints="1" noAdjustHandles="1" noChangeArrowheads="1" noChangeShapeType="1" noTextEdit="1"/>
              </p:cNvSpPr>
              <p:nvPr/>
            </p:nvSpPr>
            <p:spPr>
              <a:xfrm>
                <a:off x="5885653" y="3821306"/>
                <a:ext cx="1308756" cy="58419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E94787A-F5E8-2A53-6D12-9619A0547F63}"/>
                  </a:ext>
                </a:extLst>
              </p:cNvPr>
              <p:cNvSpPr txBox="1"/>
              <p:nvPr/>
            </p:nvSpPr>
            <p:spPr>
              <a:xfrm>
                <a:off x="7235763" y="4518838"/>
                <a:ext cx="2233240" cy="653833"/>
              </a:xfrm>
              <a:prstGeom prst="rect">
                <a:avLst/>
              </a:prstGeom>
              <a:noFill/>
            </p:spPr>
            <p:txBody>
              <a:bodyPr wrap="none" lIns="0" tIns="0" rIns="0" bIns="0" rtlCol="0">
                <a:spAutoFit/>
              </a:bodyPr>
              <a:lstStyle/>
              <a:p>
                <a:pPr/>
                <a14:m>
                  <m:oMathPara xmlns:m="http://schemas.openxmlformats.org/officeDocument/2006/math">
                    <m:o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f>
                                <m:fPr>
                                  <m:ctrlPr>
                                    <a:rPr lang="en-US">
                                      <a:latin typeface="Cambria Math" panose="02040503050406030204" pitchFamily="18" charset="0"/>
                                    </a:rPr>
                                  </m:ctrlPr>
                                </m:fPr>
                                <m:num>
                                  <m:r>
                                    <m:rPr>
                                      <m:sty m:val="p"/>
                                    </m:rPr>
                                    <a:rPr lang="en-US">
                                      <a:latin typeface="Cambria Math" panose="02040503050406030204" pitchFamily="18" charset="0"/>
                                    </a:rPr>
                                    <m:t>d</m:t>
                                  </m:r>
                                  <m:r>
                                    <a:rPr lang="en-US" i="1">
                                      <a:latin typeface="Cambria Math" panose="02040503050406030204" pitchFamily="18" charset="0"/>
                                    </a:rPr>
                                    <m:t>𝑓</m:t>
                                  </m:r>
                                </m:num>
                                <m:den>
                                  <m:r>
                                    <m:rPr>
                                      <m:sty m:val="p"/>
                                    </m:rPr>
                                    <a:rPr lang="en-US">
                                      <a:latin typeface="Cambria Math" panose="02040503050406030204" pitchFamily="18" charset="0"/>
                                    </a:rPr>
                                    <m:t>d</m:t>
                                  </m:r>
                                  <m:r>
                                    <a:rPr lang="en-US" i="1">
                                      <a:latin typeface="Cambria Math" panose="02040503050406030204" pitchFamily="18" charset="0"/>
                                    </a:rPr>
                                    <m:t>𝑥</m:t>
                                  </m:r>
                                </m:den>
                              </m:f>
                            </m:e>
                          </m:d>
                        </m:e>
                        <m:sub>
                          <m:r>
                            <a:rPr lang="en-US" b="0" i="1" smtClean="0">
                              <a:latin typeface="Cambria Math" panose="02040503050406030204" pitchFamily="18" charset="0"/>
                            </a:rPr>
                            <m:t>𝑥</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panose="02040503050406030204" pitchFamily="18" charset="0"/>
                                </a:rPr>
                                <m:t>4</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3</m:t>
                                  </m:r>
                                </m:sup>
                              </m:sSup>
                            </m:e>
                          </m:d>
                        </m:e>
                        <m:sub>
                          <m:r>
                            <a:rPr lang="en-US" b="0" i="1" smtClean="0">
                              <a:latin typeface="Cambria Math" panose="02040503050406030204" pitchFamily="18" charset="0"/>
                            </a:rPr>
                            <m:t>𝑥</m:t>
                          </m:r>
                          <m:r>
                            <a:rPr lang="en-US" b="0" i="1" smtClean="0">
                              <a:latin typeface="Cambria Math" panose="02040503050406030204" pitchFamily="18" charset="0"/>
                            </a:rPr>
                            <m:t>=1</m:t>
                          </m:r>
                        </m:sub>
                      </m:sSub>
                      <m:r>
                        <a:rPr lang="en-US" b="0" i="1" smtClean="0">
                          <a:latin typeface="Cambria Math" panose="02040503050406030204" pitchFamily="18" charset="0"/>
                        </a:rPr>
                        <m:t>=4</m:t>
                      </m:r>
                    </m:oMath>
                  </m:oMathPara>
                </a14:m>
                <a:endParaRPr lang="en-GB" dirty="0"/>
              </a:p>
            </p:txBody>
          </p:sp>
        </mc:Choice>
        <mc:Fallback xmlns="">
          <p:sp>
            <p:nvSpPr>
              <p:cNvPr id="14" name="TextBox 13">
                <a:extLst>
                  <a:ext uri="{FF2B5EF4-FFF2-40B4-BE49-F238E27FC236}">
                    <a16:creationId xmlns:a16="http://schemas.microsoft.com/office/drawing/2014/main" id="{AE94787A-F5E8-2A53-6D12-9619A0547F63}"/>
                  </a:ext>
                </a:extLst>
              </p:cNvPr>
              <p:cNvSpPr txBox="1">
                <a:spLocks noRot="1" noChangeAspect="1" noMove="1" noResize="1" noEditPoints="1" noAdjustHandles="1" noChangeArrowheads="1" noChangeShapeType="1" noTextEdit="1"/>
              </p:cNvSpPr>
              <p:nvPr/>
            </p:nvSpPr>
            <p:spPr>
              <a:xfrm>
                <a:off x="7235763" y="4518838"/>
                <a:ext cx="2233240" cy="65383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01DA4D6-F520-D0D0-DC95-7BC42D13D36E}"/>
                  </a:ext>
                </a:extLst>
              </p:cNvPr>
              <p:cNvSpPr txBox="1"/>
              <p:nvPr/>
            </p:nvSpPr>
            <p:spPr>
              <a:xfrm>
                <a:off x="2478117" y="5562154"/>
                <a:ext cx="2958951" cy="755976"/>
              </a:xfrm>
              <a:prstGeom prst="rect">
                <a:avLst/>
              </a:prstGeom>
              <a:noFill/>
            </p:spPr>
            <p:txBody>
              <a:bodyPr wrap="none" lIns="0" tIns="0" rIns="0" bIns="0" rtlCol="0">
                <a:spAutoFit/>
              </a:bodyPr>
              <a:lstStyle/>
              <a:p>
                <a:pPr/>
                <a14:m>
                  <m:oMathPara xmlns:m="http://schemas.openxmlformats.org/officeDocument/2006/math">
                    <m:o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f>
                                <m:fPr>
                                  <m:ctrlPr>
                                    <a:rPr lang="en-US">
                                      <a:latin typeface="Cambria Math" panose="02040503050406030204" pitchFamily="18" charset="0"/>
                                    </a:rPr>
                                  </m:ctrlPr>
                                </m:fPr>
                                <m:num>
                                  <m:r>
                                    <m:rPr>
                                      <m:sty m:val="p"/>
                                    </m:rPr>
                                    <a:rPr lang="en-US">
                                      <a:latin typeface="Cambria Math" panose="02040503050406030204" pitchFamily="18" charset="0"/>
                                    </a:rPr>
                                    <m:t>d</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1</m:t>
                                          </m:r>
                                        </m:sub>
                                      </m:sSub>
                                    </m:e>
                                  </m:acc>
                                </m:num>
                                <m:den>
                                  <m:r>
                                    <m:rPr>
                                      <m:sty m:val="p"/>
                                    </m:rPr>
                                    <a:rPr lang="en-US">
                                      <a:latin typeface="Cambria Math" panose="02040503050406030204" pitchFamily="18" charset="0"/>
                                    </a:rPr>
                                    <m:t>d</m:t>
                                  </m:r>
                                  <m:r>
                                    <a:rPr lang="en-US" i="1">
                                      <a:latin typeface="Cambria Math" panose="02040503050406030204" pitchFamily="18" charset="0"/>
                                    </a:rPr>
                                    <m:t>𝑥</m:t>
                                  </m:r>
                                </m:den>
                              </m:f>
                            </m:e>
                          </m:d>
                        </m:e>
                        <m:sub>
                          <m:r>
                            <a:rPr lang="en-US" b="0" i="1" smtClean="0">
                              <a:latin typeface="Cambria Math" panose="02040503050406030204" pitchFamily="18" charset="0"/>
                            </a:rPr>
                            <m:t>𝑥</m:t>
                          </m:r>
                          <m:r>
                            <a:rPr lang="en-US" b="0" i="1" smtClean="0">
                              <a:latin typeface="Cambria Math" panose="02040503050406030204" pitchFamily="18" charset="0"/>
                            </a:rPr>
                            <m:t>=1</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𝑥</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m:rPr>
                                      <m:sty m:val="p"/>
                                    </m:rPr>
                                    <a:rPr lang="en-US" b="0" i="0" smtClean="0">
                                      <a:latin typeface="Cambria Math" panose="02040503050406030204" pitchFamily="18" charset="0"/>
                                    </a:rPr>
                                    <m:t>Δ</m:t>
                                  </m:r>
                                  <m:r>
                                    <a:rPr lang="en-US" b="0" i="1" smtClean="0">
                                      <a:latin typeface="Cambria Math" panose="02040503050406030204" pitchFamily="18" charset="0"/>
                                    </a:rPr>
                                    <m:t>𝑥</m:t>
                                  </m:r>
                                </m:e>
                              </m:d>
                            </m:e>
                            <m:sup>
                              <m:r>
                                <a:rPr lang="en-US" b="0" i="1" smtClean="0">
                                  <a:latin typeface="Cambria Math" panose="02040503050406030204" pitchFamily="18" charset="0"/>
                                </a:rPr>
                                <m:t>4</m:t>
                              </m:r>
                            </m:sup>
                          </m:sSup>
                          <m:r>
                            <a:rPr lang="en-US" b="0" i="1" smtClean="0">
                              <a:latin typeface="Cambria Math" panose="02040503050406030204" pitchFamily="18" charset="0"/>
                            </a:rPr>
                            <m:t>−1</m:t>
                          </m:r>
                        </m:num>
                        <m:den>
                          <m:r>
                            <m:rPr>
                              <m:sty m:val="p"/>
                            </m:rPr>
                            <a:rPr lang="en-US" b="0" i="0" smtClean="0">
                              <a:latin typeface="Cambria Math" panose="02040503050406030204" pitchFamily="18" charset="0"/>
                            </a:rPr>
                            <m:t>Δ</m:t>
                          </m:r>
                          <m:r>
                            <a:rPr lang="en-US" b="0" i="1" smtClean="0">
                              <a:latin typeface="Cambria Math" panose="02040503050406030204" pitchFamily="18" charset="0"/>
                            </a:rPr>
                            <m:t>𝑥</m:t>
                          </m:r>
                        </m:den>
                      </m:f>
                    </m:oMath>
                  </m:oMathPara>
                </a14:m>
                <a:endParaRPr lang="en-GB"/>
              </a:p>
            </p:txBody>
          </p:sp>
        </mc:Choice>
        <mc:Fallback xmlns="">
          <p:sp>
            <p:nvSpPr>
              <p:cNvPr id="15" name="TextBox 14">
                <a:extLst>
                  <a:ext uri="{FF2B5EF4-FFF2-40B4-BE49-F238E27FC236}">
                    <a16:creationId xmlns:a16="http://schemas.microsoft.com/office/drawing/2014/main" id="{D01DA4D6-F520-D0D0-DC95-7BC42D13D36E}"/>
                  </a:ext>
                </a:extLst>
              </p:cNvPr>
              <p:cNvSpPr txBox="1">
                <a:spLocks noRot="1" noChangeAspect="1" noMove="1" noResize="1" noEditPoints="1" noAdjustHandles="1" noChangeArrowheads="1" noChangeShapeType="1" noTextEdit="1"/>
              </p:cNvSpPr>
              <p:nvPr/>
            </p:nvSpPr>
            <p:spPr>
              <a:xfrm>
                <a:off x="2478117" y="5562154"/>
                <a:ext cx="2958951" cy="755976"/>
              </a:xfrm>
              <a:prstGeom prst="rect">
                <a:avLst/>
              </a:prstGeom>
              <a:blipFill>
                <a:blip r:embed="rId7"/>
                <a:stretch>
                  <a:fillRect b="-8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CBCF19C-B225-FA0F-5E06-8F2E0290A532}"/>
                  </a:ext>
                </a:extLst>
              </p:cNvPr>
              <p:cNvSpPr txBox="1"/>
              <p:nvPr/>
            </p:nvSpPr>
            <p:spPr>
              <a:xfrm>
                <a:off x="6730154" y="5519138"/>
                <a:ext cx="3957109" cy="755976"/>
              </a:xfrm>
              <a:prstGeom prst="rect">
                <a:avLst/>
              </a:prstGeom>
              <a:noFill/>
            </p:spPr>
            <p:txBody>
              <a:bodyPr wrap="none" lIns="0" tIns="0" rIns="0" bIns="0" rtlCol="0">
                <a:spAutoFit/>
              </a:bodyPr>
              <a:lstStyle/>
              <a:p>
                <a:pPr/>
                <a14:m>
                  <m:oMathPara xmlns:m="http://schemas.openxmlformats.org/officeDocument/2006/math">
                    <m:o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f>
                                <m:fPr>
                                  <m:ctrlPr>
                                    <a:rPr lang="en-US">
                                      <a:latin typeface="Cambria Math" panose="02040503050406030204" pitchFamily="18" charset="0"/>
                                    </a:rPr>
                                  </m:ctrlPr>
                                </m:fPr>
                                <m:num>
                                  <m:r>
                                    <m:rPr>
                                      <m:sty m:val="p"/>
                                    </m:rPr>
                                    <a:rPr lang="en-US">
                                      <a:latin typeface="Cambria Math" panose="02040503050406030204" pitchFamily="18" charset="0"/>
                                    </a:rPr>
                                    <m:t>d</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2</m:t>
                                          </m:r>
                                        </m:sub>
                                      </m:sSub>
                                    </m:e>
                                  </m:acc>
                                </m:num>
                                <m:den>
                                  <m:r>
                                    <m:rPr>
                                      <m:sty m:val="p"/>
                                    </m:rPr>
                                    <a:rPr lang="en-US">
                                      <a:latin typeface="Cambria Math" panose="02040503050406030204" pitchFamily="18" charset="0"/>
                                    </a:rPr>
                                    <m:t>d</m:t>
                                  </m:r>
                                  <m:r>
                                    <a:rPr lang="en-US" i="1">
                                      <a:latin typeface="Cambria Math" panose="02040503050406030204" pitchFamily="18" charset="0"/>
                                    </a:rPr>
                                    <m:t>𝑥</m:t>
                                  </m:r>
                                </m:den>
                              </m:f>
                            </m:e>
                          </m:d>
                        </m:e>
                        <m:sub>
                          <m:r>
                            <a:rPr lang="en-US" b="0" i="1" smtClean="0">
                              <a:latin typeface="Cambria Math" panose="02040503050406030204" pitchFamily="18" charset="0"/>
                            </a:rPr>
                            <m:t>𝑥</m:t>
                          </m:r>
                          <m:r>
                            <a:rPr lang="en-US" b="0" i="1" smtClean="0">
                              <a:latin typeface="Cambria Math" panose="02040503050406030204" pitchFamily="18" charset="0"/>
                            </a:rPr>
                            <m:t>=1</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𝑥</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m:rPr>
                                      <m:sty m:val="p"/>
                                    </m:rPr>
                                    <a:rPr lang="en-US" b="0" i="0" smtClean="0">
                                      <a:latin typeface="Cambria Math" panose="02040503050406030204" pitchFamily="18" charset="0"/>
                                    </a:rPr>
                                    <m:t>Δ</m:t>
                                  </m:r>
                                  <m:r>
                                    <a:rPr lang="en-US" b="0" i="1" smtClean="0">
                                      <a:latin typeface="Cambria Math" panose="02040503050406030204" pitchFamily="18" charset="0"/>
                                    </a:rPr>
                                    <m:t>𝑥</m:t>
                                  </m:r>
                                </m:e>
                              </m:d>
                            </m:e>
                            <m:sup>
                              <m:r>
                                <a:rPr lang="en-US" b="0" i="1" smtClean="0">
                                  <a:latin typeface="Cambria Math" panose="02040503050406030204" pitchFamily="18" charset="0"/>
                                </a:rPr>
                                <m:t>4</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m:rPr>
                                      <m:sty m:val="p"/>
                                    </m:rPr>
                                    <a:rPr lang="en-US" b="0" i="0" smtClean="0">
                                      <a:latin typeface="Cambria Math" panose="02040503050406030204" pitchFamily="18" charset="0"/>
                                    </a:rPr>
                                    <m:t>Δ</m:t>
                                  </m:r>
                                  <m:r>
                                    <a:rPr lang="en-US" b="0" i="1" smtClean="0">
                                      <a:latin typeface="Cambria Math" panose="02040503050406030204" pitchFamily="18" charset="0"/>
                                    </a:rPr>
                                    <m:t>𝑥</m:t>
                                  </m:r>
                                </m:e>
                              </m:d>
                            </m:e>
                            <m:sup>
                              <m:r>
                                <a:rPr lang="en-US" b="0" i="1" smtClean="0">
                                  <a:latin typeface="Cambria Math" panose="02040503050406030204" pitchFamily="18" charset="0"/>
                                </a:rPr>
                                <m:t>4</m:t>
                              </m:r>
                            </m:sup>
                          </m:sSup>
                        </m:num>
                        <m:den>
                          <m:r>
                            <a:rPr lang="en-US" b="0" i="0" smtClean="0">
                              <a:latin typeface="Cambria Math" panose="02040503050406030204" pitchFamily="18" charset="0"/>
                            </a:rPr>
                            <m:t>2</m:t>
                          </m:r>
                          <m:r>
                            <m:rPr>
                              <m:sty m:val="p"/>
                            </m:rPr>
                            <a:rPr lang="en-US" b="0" i="0" smtClean="0">
                              <a:latin typeface="Cambria Math" panose="02040503050406030204" pitchFamily="18" charset="0"/>
                            </a:rPr>
                            <m:t>Δ</m:t>
                          </m:r>
                          <m:r>
                            <a:rPr lang="en-US" b="0" i="1" smtClean="0">
                              <a:latin typeface="Cambria Math" panose="02040503050406030204" pitchFamily="18" charset="0"/>
                            </a:rPr>
                            <m:t>𝑥</m:t>
                          </m:r>
                        </m:den>
                      </m:f>
                    </m:oMath>
                  </m:oMathPara>
                </a14:m>
                <a:endParaRPr lang="en-GB"/>
              </a:p>
            </p:txBody>
          </p:sp>
        </mc:Choice>
        <mc:Fallback xmlns="">
          <p:sp>
            <p:nvSpPr>
              <p:cNvPr id="16" name="TextBox 15">
                <a:extLst>
                  <a:ext uri="{FF2B5EF4-FFF2-40B4-BE49-F238E27FC236}">
                    <a16:creationId xmlns:a16="http://schemas.microsoft.com/office/drawing/2014/main" id="{4CBCF19C-B225-FA0F-5E06-8F2E0290A532}"/>
                  </a:ext>
                </a:extLst>
              </p:cNvPr>
              <p:cNvSpPr txBox="1">
                <a:spLocks noRot="1" noChangeAspect="1" noMove="1" noResize="1" noEditPoints="1" noAdjustHandles="1" noChangeArrowheads="1" noChangeShapeType="1" noTextEdit="1"/>
              </p:cNvSpPr>
              <p:nvPr/>
            </p:nvSpPr>
            <p:spPr>
              <a:xfrm>
                <a:off x="6730154" y="5519138"/>
                <a:ext cx="3957109" cy="755976"/>
              </a:xfrm>
              <a:prstGeom prst="rect">
                <a:avLst/>
              </a:prstGeom>
              <a:blipFill>
                <a:blip r:embed="rId8"/>
                <a:stretch>
                  <a:fillRect b="-806"/>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2" grpId="0"/>
      <p:bldP spid="13" grpId="0"/>
      <p:bldP spid="14"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Order of accuracy – example</a:t>
            </a:r>
          </a:p>
        </p:txBody>
      </p:sp>
      <p:sp>
        <p:nvSpPr>
          <p:cNvPr id="6" name="TextBox 5"/>
          <p:cNvSpPr txBox="1"/>
          <p:nvPr/>
        </p:nvSpPr>
        <p:spPr>
          <a:xfrm>
            <a:off x="417578" y="1897267"/>
            <a:ext cx="10936224" cy="338554"/>
          </a:xfrm>
          <a:prstGeom prst="rect">
            <a:avLst/>
          </a:prstGeom>
          <a:noFill/>
        </p:spPr>
        <p:txBody>
          <a:bodyPr wrap="square">
            <a:spAutoFit/>
          </a:bodyPr>
          <a:lstStyle/>
          <a:p>
            <a:r>
              <a:rPr lang="en-GB" sz="1600" dirty="0">
                <a:latin typeface="Arial" panose="020B0604020202020204" pitchFamily="34" charset="0"/>
                <a:cs typeface="Arial" panose="020B0604020202020204" pitchFamily="34" charset="0"/>
              </a:rPr>
              <a:t>With </a:t>
            </a:r>
            <a:r>
              <a:rPr sz="1600" dirty="0">
                <a:latin typeface="Arial" panose="020B0604020202020204" pitchFamily="34" charset="0"/>
                <a:cs typeface="Arial" panose="020B0604020202020204" pitchFamily="34" charset="0"/>
              </a:rPr>
              <a:t>f(x) = x⁴:</a:t>
            </a:r>
          </a:p>
        </p:txBody>
      </p:sp>
      <p:sp>
        <p:nvSpPr>
          <p:cNvPr id="7" name="TextBox 6"/>
          <p:cNvSpPr txBox="1"/>
          <p:nvPr/>
        </p:nvSpPr>
        <p:spPr>
          <a:xfrm>
            <a:off x="417505" y="2403492"/>
            <a:ext cx="5330952" cy="274320"/>
          </a:xfrm>
          <a:prstGeom prst="rect">
            <a:avLst/>
          </a:prstGeom>
          <a:noFill/>
        </p:spPr>
        <p:txBody>
          <a:bodyPr wrap="square">
            <a:spAutoFit/>
          </a:bodyPr>
          <a:lstStyle/>
          <a:p>
            <a:pPr algn="ctr"/>
            <a:r>
              <a:rPr sz="1300" b="1" dirty="0"/>
              <a:t>First-order approximation</a:t>
            </a:r>
          </a:p>
        </p:txBody>
      </p:sp>
      <p:graphicFrame>
        <p:nvGraphicFramePr>
          <p:cNvPr id="8" name="Table 7"/>
          <p:cNvGraphicFramePr>
            <a:graphicFrameLocks noGrp="1"/>
          </p:cNvGraphicFramePr>
          <p:nvPr>
            <p:extLst>
              <p:ext uri="{D42A27DB-BD31-4B8C-83A1-F6EECF244321}">
                <p14:modId xmlns:p14="http://schemas.microsoft.com/office/powerpoint/2010/main" val="552126326"/>
              </p:ext>
            </p:extLst>
          </p:nvPr>
        </p:nvGraphicFramePr>
        <p:xfrm>
          <a:off x="417505" y="2723532"/>
          <a:ext cx="5330952" cy="2148840"/>
        </p:xfrm>
        <a:graphic>
          <a:graphicData uri="http://schemas.openxmlformats.org/drawingml/2006/table">
            <a:tbl>
              <a:tblPr firstRow="1" bandRow="1">
                <a:tableStyleId>{5C22544A-7EE6-4342-B048-85BDC9FD1C3A}</a:tableStyleId>
              </a:tblPr>
              <a:tblGrid>
                <a:gridCol w="1066190">
                  <a:extLst>
                    <a:ext uri="{9D8B030D-6E8A-4147-A177-3AD203B41FA5}">
                      <a16:colId xmlns:a16="http://schemas.microsoft.com/office/drawing/2014/main" val="20000"/>
                    </a:ext>
                  </a:extLst>
                </a:gridCol>
                <a:gridCol w="1066190">
                  <a:extLst>
                    <a:ext uri="{9D8B030D-6E8A-4147-A177-3AD203B41FA5}">
                      <a16:colId xmlns:a16="http://schemas.microsoft.com/office/drawing/2014/main" val="20001"/>
                    </a:ext>
                  </a:extLst>
                </a:gridCol>
                <a:gridCol w="1066190">
                  <a:extLst>
                    <a:ext uri="{9D8B030D-6E8A-4147-A177-3AD203B41FA5}">
                      <a16:colId xmlns:a16="http://schemas.microsoft.com/office/drawing/2014/main" val="20002"/>
                    </a:ext>
                  </a:extLst>
                </a:gridCol>
                <a:gridCol w="1066190">
                  <a:extLst>
                    <a:ext uri="{9D8B030D-6E8A-4147-A177-3AD203B41FA5}">
                      <a16:colId xmlns:a16="http://schemas.microsoft.com/office/drawing/2014/main" val="20003"/>
                    </a:ext>
                  </a:extLst>
                </a:gridCol>
                <a:gridCol w="1066192">
                  <a:extLst>
                    <a:ext uri="{9D8B030D-6E8A-4147-A177-3AD203B41FA5}">
                      <a16:colId xmlns:a16="http://schemas.microsoft.com/office/drawing/2014/main" val="20004"/>
                    </a:ext>
                  </a:extLst>
                </a:gridCol>
              </a:tblGrid>
              <a:tr h="306977">
                <a:tc>
                  <a:txBody>
                    <a:bodyPr/>
                    <a:lstStyle/>
                    <a:p>
                      <a:pPr algn="ctr"/>
                      <a:r>
                        <a:rPr sz="1100" b="1"/>
                        <a:t>Δx</a:t>
                      </a:r>
                    </a:p>
                  </a:txBody>
                  <a:tcPr anchor="ctr"/>
                </a:tc>
                <a:tc>
                  <a:txBody>
                    <a:bodyPr/>
                    <a:lstStyle/>
                    <a:p>
                      <a:pPr algn="ctr"/>
                      <a:r>
                        <a:rPr sz="1100" b="1"/>
                        <a:t>Approx f'(1)</a:t>
                      </a:r>
                    </a:p>
                  </a:txBody>
                  <a:tcPr anchor="ctr"/>
                </a:tc>
                <a:tc>
                  <a:txBody>
                    <a:bodyPr/>
                    <a:lstStyle/>
                    <a:p>
                      <a:pPr algn="ctr"/>
                      <a:r>
                        <a:rPr sz="1100" b="1"/>
                        <a:t>E₁(Δx)</a:t>
                      </a:r>
                    </a:p>
                  </a:txBody>
                  <a:tcPr anchor="ctr"/>
                </a:tc>
                <a:tc>
                  <a:txBody>
                    <a:bodyPr/>
                    <a:lstStyle/>
                    <a:p>
                      <a:pPr algn="ctr"/>
                      <a:r>
                        <a:rPr sz="1100" b="1" dirty="0"/>
                        <a:t>ΔE₁(</a:t>
                      </a:r>
                      <a:r>
                        <a:rPr sz="1100" b="1" dirty="0" err="1"/>
                        <a:t>Δx</a:t>
                      </a:r>
                      <a:r>
                        <a:rPr sz="1100" b="1" dirty="0"/>
                        <a:t>)</a:t>
                      </a:r>
                    </a:p>
                  </a:txBody>
                  <a:tcPr anchor="ctr"/>
                </a:tc>
                <a:tc>
                  <a:txBody>
                    <a:bodyPr/>
                    <a:lstStyle/>
                    <a:p>
                      <a:pPr algn="ctr"/>
                      <a:r>
                        <a:rPr sz="1100" b="1"/>
                        <a:t>n_O</a:t>
                      </a:r>
                    </a:p>
                  </a:txBody>
                  <a:tcPr anchor="ctr"/>
                </a:tc>
                <a:extLst>
                  <a:ext uri="{0D108BD9-81ED-4DB2-BD59-A6C34878D82A}">
                    <a16:rowId xmlns:a16="http://schemas.microsoft.com/office/drawing/2014/main" val="10000"/>
                  </a:ext>
                </a:extLst>
              </a:tr>
              <a:tr h="306977">
                <a:tc>
                  <a:txBody>
                    <a:bodyPr/>
                    <a:lstStyle/>
                    <a:p>
                      <a:pPr algn="ctr"/>
                      <a:r>
                        <a:rPr sz="1100"/>
                        <a:t>0.8</a:t>
                      </a:r>
                    </a:p>
                  </a:txBody>
                  <a:tcPr/>
                </a:tc>
                <a:tc>
                  <a:txBody>
                    <a:bodyPr/>
                    <a:lstStyle/>
                    <a:p>
                      <a:pPr algn="ctr"/>
                      <a:r>
                        <a:rPr sz="1100"/>
                        <a:t>11.872</a:t>
                      </a:r>
                    </a:p>
                  </a:txBody>
                  <a:tcPr/>
                </a:tc>
                <a:tc>
                  <a:txBody>
                    <a:bodyPr/>
                    <a:lstStyle/>
                    <a:p>
                      <a:pPr algn="ctr"/>
                      <a:r>
                        <a:rPr sz="1100"/>
                        <a:t>7.872</a:t>
                      </a:r>
                    </a:p>
                  </a:txBody>
                  <a:tcPr/>
                </a:tc>
                <a:tc>
                  <a:txBody>
                    <a:bodyPr/>
                    <a:lstStyle/>
                    <a:p>
                      <a:pPr algn="ctr"/>
                      <a:r>
                        <a:rPr sz="1100"/>
                        <a:t>–</a:t>
                      </a:r>
                    </a:p>
                  </a:txBody>
                  <a:tcPr/>
                </a:tc>
                <a:tc>
                  <a:txBody>
                    <a:bodyPr/>
                    <a:lstStyle/>
                    <a:p>
                      <a:pPr algn="ctr"/>
                      <a:r>
                        <a:rPr sz="1100"/>
                        <a:t>–</a:t>
                      </a:r>
                    </a:p>
                  </a:txBody>
                  <a:tcPr/>
                </a:tc>
                <a:extLst>
                  <a:ext uri="{0D108BD9-81ED-4DB2-BD59-A6C34878D82A}">
                    <a16:rowId xmlns:a16="http://schemas.microsoft.com/office/drawing/2014/main" val="10001"/>
                  </a:ext>
                </a:extLst>
              </a:tr>
              <a:tr h="306977">
                <a:tc>
                  <a:txBody>
                    <a:bodyPr/>
                    <a:lstStyle/>
                    <a:p>
                      <a:pPr algn="ctr"/>
                      <a:r>
                        <a:rPr sz="1100"/>
                        <a:t>0.4</a:t>
                      </a:r>
                    </a:p>
                  </a:txBody>
                  <a:tcPr/>
                </a:tc>
                <a:tc>
                  <a:txBody>
                    <a:bodyPr/>
                    <a:lstStyle/>
                    <a:p>
                      <a:pPr algn="ctr"/>
                      <a:r>
                        <a:rPr sz="1100"/>
                        <a:t>7.104</a:t>
                      </a:r>
                    </a:p>
                  </a:txBody>
                  <a:tcPr/>
                </a:tc>
                <a:tc>
                  <a:txBody>
                    <a:bodyPr/>
                    <a:lstStyle/>
                    <a:p>
                      <a:pPr algn="ctr"/>
                      <a:r>
                        <a:rPr sz="1100"/>
                        <a:t>3.104</a:t>
                      </a:r>
                    </a:p>
                  </a:txBody>
                  <a:tcPr/>
                </a:tc>
                <a:tc>
                  <a:txBody>
                    <a:bodyPr/>
                    <a:lstStyle/>
                    <a:p>
                      <a:pPr algn="ctr"/>
                      <a:r>
                        <a:rPr sz="1100"/>
                        <a:t>0.3943</a:t>
                      </a:r>
                    </a:p>
                  </a:txBody>
                  <a:tcPr/>
                </a:tc>
                <a:tc>
                  <a:txBody>
                    <a:bodyPr/>
                    <a:lstStyle/>
                    <a:p>
                      <a:pPr algn="ctr"/>
                      <a:r>
                        <a:rPr sz="1100"/>
                        <a:t>1.34</a:t>
                      </a:r>
                    </a:p>
                  </a:txBody>
                  <a:tcPr/>
                </a:tc>
                <a:extLst>
                  <a:ext uri="{0D108BD9-81ED-4DB2-BD59-A6C34878D82A}">
                    <a16:rowId xmlns:a16="http://schemas.microsoft.com/office/drawing/2014/main" val="10002"/>
                  </a:ext>
                </a:extLst>
              </a:tr>
              <a:tr h="306977">
                <a:tc>
                  <a:txBody>
                    <a:bodyPr/>
                    <a:lstStyle/>
                    <a:p>
                      <a:pPr algn="ctr"/>
                      <a:r>
                        <a:rPr sz="1100"/>
                        <a:t>0.2</a:t>
                      </a:r>
                    </a:p>
                  </a:txBody>
                  <a:tcPr/>
                </a:tc>
                <a:tc>
                  <a:txBody>
                    <a:bodyPr/>
                    <a:lstStyle/>
                    <a:p>
                      <a:pPr algn="ctr"/>
                      <a:r>
                        <a:rPr sz="1100"/>
                        <a:t>5.368</a:t>
                      </a:r>
                    </a:p>
                  </a:txBody>
                  <a:tcPr/>
                </a:tc>
                <a:tc>
                  <a:txBody>
                    <a:bodyPr/>
                    <a:lstStyle/>
                    <a:p>
                      <a:pPr algn="ctr"/>
                      <a:r>
                        <a:rPr sz="1100"/>
                        <a:t>1.368</a:t>
                      </a:r>
                    </a:p>
                  </a:txBody>
                  <a:tcPr/>
                </a:tc>
                <a:tc>
                  <a:txBody>
                    <a:bodyPr/>
                    <a:lstStyle/>
                    <a:p>
                      <a:pPr algn="ctr"/>
                      <a:r>
                        <a:rPr sz="1100"/>
                        <a:t>0.4407</a:t>
                      </a:r>
                    </a:p>
                  </a:txBody>
                  <a:tcPr/>
                </a:tc>
                <a:tc>
                  <a:txBody>
                    <a:bodyPr/>
                    <a:lstStyle/>
                    <a:p>
                      <a:pPr algn="ctr"/>
                      <a:r>
                        <a:rPr sz="1100"/>
                        <a:t>1.18</a:t>
                      </a:r>
                    </a:p>
                  </a:txBody>
                  <a:tcPr/>
                </a:tc>
                <a:extLst>
                  <a:ext uri="{0D108BD9-81ED-4DB2-BD59-A6C34878D82A}">
                    <a16:rowId xmlns:a16="http://schemas.microsoft.com/office/drawing/2014/main" val="10003"/>
                  </a:ext>
                </a:extLst>
              </a:tr>
              <a:tr h="306977">
                <a:tc>
                  <a:txBody>
                    <a:bodyPr/>
                    <a:lstStyle/>
                    <a:p>
                      <a:pPr algn="ctr"/>
                      <a:r>
                        <a:rPr sz="1100"/>
                        <a:t>0.1</a:t>
                      </a:r>
                    </a:p>
                  </a:txBody>
                  <a:tcPr/>
                </a:tc>
                <a:tc>
                  <a:txBody>
                    <a:bodyPr/>
                    <a:lstStyle/>
                    <a:p>
                      <a:pPr algn="ctr"/>
                      <a:r>
                        <a:rPr sz="1100"/>
                        <a:t>4.641</a:t>
                      </a:r>
                    </a:p>
                  </a:txBody>
                  <a:tcPr/>
                </a:tc>
                <a:tc>
                  <a:txBody>
                    <a:bodyPr/>
                    <a:lstStyle/>
                    <a:p>
                      <a:pPr algn="ctr"/>
                      <a:r>
                        <a:rPr sz="1100"/>
                        <a:t>0.641</a:t>
                      </a:r>
                    </a:p>
                  </a:txBody>
                  <a:tcPr/>
                </a:tc>
                <a:tc>
                  <a:txBody>
                    <a:bodyPr/>
                    <a:lstStyle/>
                    <a:p>
                      <a:pPr algn="ctr"/>
                      <a:r>
                        <a:rPr sz="1100"/>
                        <a:t>0.4684</a:t>
                      </a:r>
                    </a:p>
                  </a:txBody>
                  <a:tcPr/>
                </a:tc>
                <a:tc>
                  <a:txBody>
                    <a:bodyPr/>
                    <a:lstStyle/>
                    <a:p>
                      <a:pPr algn="ctr"/>
                      <a:r>
                        <a:rPr sz="1100"/>
                        <a:t>1.094</a:t>
                      </a:r>
                    </a:p>
                  </a:txBody>
                  <a:tcPr/>
                </a:tc>
                <a:extLst>
                  <a:ext uri="{0D108BD9-81ED-4DB2-BD59-A6C34878D82A}">
                    <a16:rowId xmlns:a16="http://schemas.microsoft.com/office/drawing/2014/main" val="10004"/>
                  </a:ext>
                </a:extLst>
              </a:tr>
              <a:tr h="306977">
                <a:tc>
                  <a:txBody>
                    <a:bodyPr/>
                    <a:lstStyle/>
                    <a:p>
                      <a:pPr algn="ctr"/>
                      <a:r>
                        <a:rPr sz="1100"/>
                        <a:t>0.05</a:t>
                      </a:r>
                    </a:p>
                  </a:txBody>
                  <a:tcPr/>
                </a:tc>
                <a:tc>
                  <a:txBody>
                    <a:bodyPr/>
                    <a:lstStyle/>
                    <a:p>
                      <a:pPr algn="ctr"/>
                      <a:r>
                        <a:rPr sz="1100"/>
                        <a:t>4.310125</a:t>
                      </a:r>
                    </a:p>
                  </a:txBody>
                  <a:tcPr/>
                </a:tc>
                <a:tc>
                  <a:txBody>
                    <a:bodyPr/>
                    <a:lstStyle/>
                    <a:p>
                      <a:pPr algn="ctr"/>
                      <a:r>
                        <a:rPr sz="1100"/>
                        <a:t>0.310125</a:t>
                      </a:r>
                    </a:p>
                  </a:txBody>
                  <a:tcPr/>
                </a:tc>
                <a:tc>
                  <a:txBody>
                    <a:bodyPr/>
                    <a:lstStyle/>
                    <a:p>
                      <a:pPr algn="ctr"/>
                      <a:r>
                        <a:rPr sz="1100"/>
                        <a:t>0.4838</a:t>
                      </a:r>
                    </a:p>
                  </a:txBody>
                  <a:tcPr/>
                </a:tc>
                <a:tc>
                  <a:txBody>
                    <a:bodyPr/>
                    <a:lstStyle/>
                    <a:p>
                      <a:pPr algn="ctr"/>
                      <a:r>
                        <a:rPr sz="1100"/>
                        <a:t>1.047</a:t>
                      </a:r>
                    </a:p>
                  </a:txBody>
                  <a:tcPr/>
                </a:tc>
                <a:extLst>
                  <a:ext uri="{0D108BD9-81ED-4DB2-BD59-A6C34878D82A}">
                    <a16:rowId xmlns:a16="http://schemas.microsoft.com/office/drawing/2014/main" val="10005"/>
                  </a:ext>
                </a:extLst>
              </a:tr>
              <a:tr h="306978">
                <a:tc>
                  <a:txBody>
                    <a:bodyPr/>
                    <a:lstStyle/>
                    <a:p>
                      <a:pPr algn="ctr"/>
                      <a:r>
                        <a:rPr sz="1100"/>
                        <a:t>0.025</a:t>
                      </a:r>
                    </a:p>
                  </a:txBody>
                  <a:tcPr/>
                </a:tc>
                <a:tc>
                  <a:txBody>
                    <a:bodyPr/>
                    <a:lstStyle/>
                    <a:p>
                      <a:pPr algn="ctr"/>
                      <a:r>
                        <a:rPr sz="1100"/>
                        <a:t>4.1525</a:t>
                      </a:r>
                    </a:p>
                  </a:txBody>
                  <a:tcPr/>
                </a:tc>
                <a:tc>
                  <a:txBody>
                    <a:bodyPr/>
                    <a:lstStyle/>
                    <a:p>
                      <a:pPr algn="ctr"/>
                      <a:r>
                        <a:rPr sz="1100" dirty="0"/>
                        <a:t>0.1525</a:t>
                      </a:r>
                    </a:p>
                  </a:txBody>
                  <a:tcPr/>
                </a:tc>
                <a:tc>
                  <a:txBody>
                    <a:bodyPr/>
                    <a:lstStyle/>
                    <a:p>
                      <a:pPr algn="ctr"/>
                      <a:r>
                        <a:rPr sz="1100"/>
                        <a:t>0.4918</a:t>
                      </a:r>
                    </a:p>
                  </a:txBody>
                  <a:tcPr/>
                </a:tc>
                <a:tc>
                  <a:txBody>
                    <a:bodyPr/>
                    <a:lstStyle/>
                    <a:p>
                      <a:pPr algn="ctr"/>
                      <a:r>
                        <a:rPr sz="1100" dirty="0"/>
                        <a:t>1.024</a:t>
                      </a:r>
                    </a:p>
                  </a:txBody>
                  <a:tcPr/>
                </a:tc>
                <a:extLst>
                  <a:ext uri="{0D108BD9-81ED-4DB2-BD59-A6C34878D82A}">
                    <a16:rowId xmlns:a16="http://schemas.microsoft.com/office/drawing/2014/main" val="10006"/>
                  </a:ext>
                </a:extLst>
              </a:tr>
            </a:tbl>
          </a:graphicData>
        </a:graphic>
      </p:graphicFrame>
      <p:sp>
        <p:nvSpPr>
          <p:cNvPr id="9" name="TextBox 8"/>
          <p:cNvSpPr txBox="1"/>
          <p:nvPr/>
        </p:nvSpPr>
        <p:spPr>
          <a:xfrm>
            <a:off x="6022850" y="2390045"/>
            <a:ext cx="5330952" cy="274320"/>
          </a:xfrm>
          <a:prstGeom prst="rect">
            <a:avLst/>
          </a:prstGeom>
          <a:noFill/>
        </p:spPr>
        <p:txBody>
          <a:bodyPr wrap="square">
            <a:spAutoFit/>
          </a:bodyPr>
          <a:lstStyle/>
          <a:p>
            <a:pPr algn="ctr"/>
            <a:r>
              <a:rPr sz="1300" b="1" dirty="0"/>
              <a:t>Second-order approximation</a:t>
            </a:r>
          </a:p>
        </p:txBody>
      </p:sp>
      <p:graphicFrame>
        <p:nvGraphicFramePr>
          <p:cNvPr id="10" name="Table 9"/>
          <p:cNvGraphicFramePr>
            <a:graphicFrameLocks noGrp="1"/>
          </p:cNvGraphicFramePr>
          <p:nvPr>
            <p:extLst>
              <p:ext uri="{D42A27DB-BD31-4B8C-83A1-F6EECF244321}">
                <p14:modId xmlns:p14="http://schemas.microsoft.com/office/powerpoint/2010/main" val="1155995944"/>
              </p:ext>
            </p:extLst>
          </p:nvPr>
        </p:nvGraphicFramePr>
        <p:xfrm>
          <a:off x="6022850" y="2710085"/>
          <a:ext cx="5330952" cy="2148840"/>
        </p:xfrm>
        <a:graphic>
          <a:graphicData uri="http://schemas.openxmlformats.org/drawingml/2006/table">
            <a:tbl>
              <a:tblPr firstRow="1" bandRow="1">
                <a:tableStyleId>{5C22544A-7EE6-4342-B048-85BDC9FD1C3A}</a:tableStyleId>
              </a:tblPr>
              <a:tblGrid>
                <a:gridCol w="1066190">
                  <a:extLst>
                    <a:ext uri="{9D8B030D-6E8A-4147-A177-3AD203B41FA5}">
                      <a16:colId xmlns:a16="http://schemas.microsoft.com/office/drawing/2014/main" val="20000"/>
                    </a:ext>
                  </a:extLst>
                </a:gridCol>
                <a:gridCol w="1066190">
                  <a:extLst>
                    <a:ext uri="{9D8B030D-6E8A-4147-A177-3AD203B41FA5}">
                      <a16:colId xmlns:a16="http://schemas.microsoft.com/office/drawing/2014/main" val="20001"/>
                    </a:ext>
                  </a:extLst>
                </a:gridCol>
                <a:gridCol w="1066190">
                  <a:extLst>
                    <a:ext uri="{9D8B030D-6E8A-4147-A177-3AD203B41FA5}">
                      <a16:colId xmlns:a16="http://schemas.microsoft.com/office/drawing/2014/main" val="20002"/>
                    </a:ext>
                  </a:extLst>
                </a:gridCol>
                <a:gridCol w="1066190">
                  <a:extLst>
                    <a:ext uri="{9D8B030D-6E8A-4147-A177-3AD203B41FA5}">
                      <a16:colId xmlns:a16="http://schemas.microsoft.com/office/drawing/2014/main" val="20003"/>
                    </a:ext>
                  </a:extLst>
                </a:gridCol>
                <a:gridCol w="1066192">
                  <a:extLst>
                    <a:ext uri="{9D8B030D-6E8A-4147-A177-3AD203B41FA5}">
                      <a16:colId xmlns:a16="http://schemas.microsoft.com/office/drawing/2014/main" val="20004"/>
                    </a:ext>
                  </a:extLst>
                </a:gridCol>
              </a:tblGrid>
              <a:tr h="306977">
                <a:tc>
                  <a:txBody>
                    <a:bodyPr/>
                    <a:lstStyle/>
                    <a:p>
                      <a:pPr algn="ctr"/>
                      <a:r>
                        <a:rPr sz="1100" b="1"/>
                        <a:t>Δx</a:t>
                      </a:r>
                    </a:p>
                  </a:txBody>
                  <a:tcPr anchor="ctr"/>
                </a:tc>
                <a:tc>
                  <a:txBody>
                    <a:bodyPr/>
                    <a:lstStyle/>
                    <a:p>
                      <a:pPr algn="ctr"/>
                      <a:r>
                        <a:rPr sz="1100" b="1"/>
                        <a:t>Approx f'(1)</a:t>
                      </a:r>
                    </a:p>
                  </a:txBody>
                  <a:tcPr anchor="ctr"/>
                </a:tc>
                <a:tc>
                  <a:txBody>
                    <a:bodyPr/>
                    <a:lstStyle/>
                    <a:p>
                      <a:pPr algn="ctr"/>
                      <a:r>
                        <a:rPr sz="1100" b="1"/>
                        <a:t>E₂(Δx)</a:t>
                      </a:r>
                    </a:p>
                  </a:txBody>
                  <a:tcPr anchor="ctr"/>
                </a:tc>
                <a:tc>
                  <a:txBody>
                    <a:bodyPr/>
                    <a:lstStyle/>
                    <a:p>
                      <a:pPr algn="ctr"/>
                      <a:r>
                        <a:rPr sz="1100" b="1"/>
                        <a:t>ΔE₂(Δx)</a:t>
                      </a:r>
                    </a:p>
                  </a:txBody>
                  <a:tcPr anchor="ctr"/>
                </a:tc>
                <a:tc>
                  <a:txBody>
                    <a:bodyPr/>
                    <a:lstStyle/>
                    <a:p>
                      <a:pPr algn="ctr"/>
                      <a:r>
                        <a:rPr sz="1100" b="1"/>
                        <a:t>n_O</a:t>
                      </a:r>
                    </a:p>
                  </a:txBody>
                  <a:tcPr anchor="ctr"/>
                </a:tc>
                <a:extLst>
                  <a:ext uri="{0D108BD9-81ED-4DB2-BD59-A6C34878D82A}">
                    <a16:rowId xmlns:a16="http://schemas.microsoft.com/office/drawing/2014/main" val="10000"/>
                  </a:ext>
                </a:extLst>
              </a:tr>
              <a:tr h="306977">
                <a:tc>
                  <a:txBody>
                    <a:bodyPr/>
                    <a:lstStyle/>
                    <a:p>
                      <a:pPr algn="ctr"/>
                      <a:r>
                        <a:rPr sz="1100"/>
                        <a:t>0.8</a:t>
                      </a:r>
                    </a:p>
                  </a:txBody>
                  <a:tcPr/>
                </a:tc>
                <a:tc>
                  <a:txBody>
                    <a:bodyPr/>
                    <a:lstStyle/>
                    <a:p>
                      <a:pPr algn="ctr"/>
                      <a:r>
                        <a:rPr sz="1100"/>
                        <a:t>6.56</a:t>
                      </a:r>
                    </a:p>
                  </a:txBody>
                  <a:tcPr/>
                </a:tc>
                <a:tc>
                  <a:txBody>
                    <a:bodyPr/>
                    <a:lstStyle/>
                    <a:p>
                      <a:pPr algn="ctr"/>
                      <a:r>
                        <a:rPr sz="1100"/>
                        <a:t>2.56</a:t>
                      </a:r>
                    </a:p>
                  </a:txBody>
                  <a:tcPr/>
                </a:tc>
                <a:tc>
                  <a:txBody>
                    <a:bodyPr/>
                    <a:lstStyle/>
                    <a:p>
                      <a:pPr algn="ctr"/>
                      <a:r>
                        <a:rPr sz="1100"/>
                        <a:t>–</a:t>
                      </a:r>
                    </a:p>
                  </a:txBody>
                  <a:tcPr/>
                </a:tc>
                <a:tc>
                  <a:txBody>
                    <a:bodyPr/>
                    <a:lstStyle/>
                    <a:p>
                      <a:pPr algn="ctr"/>
                      <a:r>
                        <a:rPr sz="1100"/>
                        <a:t>–</a:t>
                      </a:r>
                    </a:p>
                  </a:txBody>
                  <a:tcPr/>
                </a:tc>
                <a:extLst>
                  <a:ext uri="{0D108BD9-81ED-4DB2-BD59-A6C34878D82A}">
                    <a16:rowId xmlns:a16="http://schemas.microsoft.com/office/drawing/2014/main" val="10001"/>
                  </a:ext>
                </a:extLst>
              </a:tr>
              <a:tr h="306977">
                <a:tc>
                  <a:txBody>
                    <a:bodyPr/>
                    <a:lstStyle/>
                    <a:p>
                      <a:pPr algn="ctr"/>
                      <a:r>
                        <a:rPr sz="1100"/>
                        <a:t>0.4</a:t>
                      </a:r>
                    </a:p>
                  </a:txBody>
                  <a:tcPr/>
                </a:tc>
                <a:tc>
                  <a:txBody>
                    <a:bodyPr/>
                    <a:lstStyle/>
                    <a:p>
                      <a:pPr algn="ctr"/>
                      <a:r>
                        <a:rPr sz="1100"/>
                        <a:t>4.64</a:t>
                      </a:r>
                    </a:p>
                  </a:txBody>
                  <a:tcPr/>
                </a:tc>
                <a:tc>
                  <a:txBody>
                    <a:bodyPr/>
                    <a:lstStyle/>
                    <a:p>
                      <a:pPr algn="ctr"/>
                      <a:r>
                        <a:rPr sz="1100"/>
                        <a:t>0.64</a:t>
                      </a:r>
                    </a:p>
                  </a:txBody>
                  <a:tcPr/>
                </a:tc>
                <a:tc>
                  <a:txBody>
                    <a:bodyPr/>
                    <a:lstStyle/>
                    <a:p>
                      <a:pPr algn="ctr"/>
                      <a:r>
                        <a:rPr sz="1100"/>
                        <a:t>0.25</a:t>
                      </a:r>
                    </a:p>
                  </a:txBody>
                  <a:tcPr/>
                </a:tc>
                <a:tc>
                  <a:txBody>
                    <a:bodyPr/>
                    <a:lstStyle/>
                    <a:p>
                      <a:pPr algn="ctr"/>
                      <a:r>
                        <a:rPr sz="1100"/>
                        <a:t>2</a:t>
                      </a:r>
                    </a:p>
                  </a:txBody>
                  <a:tcPr/>
                </a:tc>
                <a:extLst>
                  <a:ext uri="{0D108BD9-81ED-4DB2-BD59-A6C34878D82A}">
                    <a16:rowId xmlns:a16="http://schemas.microsoft.com/office/drawing/2014/main" val="10002"/>
                  </a:ext>
                </a:extLst>
              </a:tr>
              <a:tr h="306977">
                <a:tc>
                  <a:txBody>
                    <a:bodyPr/>
                    <a:lstStyle/>
                    <a:p>
                      <a:pPr algn="ctr"/>
                      <a:r>
                        <a:rPr sz="1100"/>
                        <a:t>0.2</a:t>
                      </a:r>
                    </a:p>
                  </a:txBody>
                  <a:tcPr/>
                </a:tc>
                <a:tc>
                  <a:txBody>
                    <a:bodyPr/>
                    <a:lstStyle/>
                    <a:p>
                      <a:pPr algn="ctr"/>
                      <a:r>
                        <a:rPr sz="1100"/>
                        <a:t>4.16</a:t>
                      </a:r>
                    </a:p>
                  </a:txBody>
                  <a:tcPr/>
                </a:tc>
                <a:tc>
                  <a:txBody>
                    <a:bodyPr/>
                    <a:lstStyle/>
                    <a:p>
                      <a:pPr algn="ctr"/>
                      <a:r>
                        <a:rPr sz="1100"/>
                        <a:t>0.16</a:t>
                      </a:r>
                    </a:p>
                  </a:txBody>
                  <a:tcPr/>
                </a:tc>
                <a:tc>
                  <a:txBody>
                    <a:bodyPr/>
                    <a:lstStyle/>
                    <a:p>
                      <a:pPr algn="ctr"/>
                      <a:r>
                        <a:rPr sz="1100"/>
                        <a:t>0.25</a:t>
                      </a:r>
                    </a:p>
                  </a:txBody>
                  <a:tcPr/>
                </a:tc>
                <a:tc>
                  <a:txBody>
                    <a:bodyPr/>
                    <a:lstStyle/>
                    <a:p>
                      <a:pPr algn="ctr"/>
                      <a:r>
                        <a:rPr sz="1100"/>
                        <a:t>2</a:t>
                      </a:r>
                    </a:p>
                  </a:txBody>
                  <a:tcPr/>
                </a:tc>
                <a:extLst>
                  <a:ext uri="{0D108BD9-81ED-4DB2-BD59-A6C34878D82A}">
                    <a16:rowId xmlns:a16="http://schemas.microsoft.com/office/drawing/2014/main" val="10003"/>
                  </a:ext>
                </a:extLst>
              </a:tr>
              <a:tr h="306977">
                <a:tc>
                  <a:txBody>
                    <a:bodyPr/>
                    <a:lstStyle/>
                    <a:p>
                      <a:pPr algn="ctr"/>
                      <a:r>
                        <a:rPr sz="1100"/>
                        <a:t>0.1</a:t>
                      </a:r>
                    </a:p>
                  </a:txBody>
                  <a:tcPr/>
                </a:tc>
                <a:tc>
                  <a:txBody>
                    <a:bodyPr/>
                    <a:lstStyle/>
                    <a:p>
                      <a:pPr algn="ctr"/>
                      <a:r>
                        <a:rPr sz="1100"/>
                        <a:t>4.04</a:t>
                      </a:r>
                    </a:p>
                  </a:txBody>
                  <a:tcPr/>
                </a:tc>
                <a:tc>
                  <a:txBody>
                    <a:bodyPr/>
                    <a:lstStyle/>
                    <a:p>
                      <a:pPr algn="ctr"/>
                      <a:r>
                        <a:rPr sz="1100"/>
                        <a:t>0.04</a:t>
                      </a:r>
                    </a:p>
                  </a:txBody>
                  <a:tcPr/>
                </a:tc>
                <a:tc>
                  <a:txBody>
                    <a:bodyPr/>
                    <a:lstStyle/>
                    <a:p>
                      <a:pPr algn="ctr"/>
                      <a:r>
                        <a:rPr sz="1100"/>
                        <a:t>0.25</a:t>
                      </a:r>
                    </a:p>
                  </a:txBody>
                  <a:tcPr/>
                </a:tc>
                <a:tc>
                  <a:txBody>
                    <a:bodyPr/>
                    <a:lstStyle/>
                    <a:p>
                      <a:pPr algn="ctr"/>
                      <a:r>
                        <a:rPr sz="1100"/>
                        <a:t>2</a:t>
                      </a:r>
                    </a:p>
                  </a:txBody>
                  <a:tcPr/>
                </a:tc>
                <a:extLst>
                  <a:ext uri="{0D108BD9-81ED-4DB2-BD59-A6C34878D82A}">
                    <a16:rowId xmlns:a16="http://schemas.microsoft.com/office/drawing/2014/main" val="10004"/>
                  </a:ext>
                </a:extLst>
              </a:tr>
              <a:tr h="306977">
                <a:tc>
                  <a:txBody>
                    <a:bodyPr/>
                    <a:lstStyle/>
                    <a:p>
                      <a:pPr algn="ctr"/>
                      <a:r>
                        <a:rPr sz="1100"/>
                        <a:t>0.05</a:t>
                      </a:r>
                    </a:p>
                  </a:txBody>
                  <a:tcPr/>
                </a:tc>
                <a:tc>
                  <a:txBody>
                    <a:bodyPr/>
                    <a:lstStyle/>
                    <a:p>
                      <a:pPr algn="ctr"/>
                      <a:r>
                        <a:rPr sz="1100"/>
                        <a:t>4.01</a:t>
                      </a:r>
                    </a:p>
                  </a:txBody>
                  <a:tcPr/>
                </a:tc>
                <a:tc>
                  <a:txBody>
                    <a:bodyPr/>
                    <a:lstStyle/>
                    <a:p>
                      <a:pPr algn="ctr"/>
                      <a:r>
                        <a:rPr sz="1100"/>
                        <a:t>0.01</a:t>
                      </a:r>
                    </a:p>
                  </a:txBody>
                  <a:tcPr/>
                </a:tc>
                <a:tc>
                  <a:txBody>
                    <a:bodyPr/>
                    <a:lstStyle/>
                    <a:p>
                      <a:pPr algn="ctr"/>
                      <a:r>
                        <a:rPr sz="1100"/>
                        <a:t>0.25</a:t>
                      </a:r>
                    </a:p>
                  </a:txBody>
                  <a:tcPr/>
                </a:tc>
                <a:tc>
                  <a:txBody>
                    <a:bodyPr/>
                    <a:lstStyle/>
                    <a:p>
                      <a:pPr algn="ctr"/>
                      <a:r>
                        <a:rPr sz="1100"/>
                        <a:t>2</a:t>
                      </a:r>
                    </a:p>
                  </a:txBody>
                  <a:tcPr/>
                </a:tc>
                <a:extLst>
                  <a:ext uri="{0D108BD9-81ED-4DB2-BD59-A6C34878D82A}">
                    <a16:rowId xmlns:a16="http://schemas.microsoft.com/office/drawing/2014/main" val="10005"/>
                  </a:ext>
                </a:extLst>
              </a:tr>
              <a:tr h="306978">
                <a:tc>
                  <a:txBody>
                    <a:bodyPr/>
                    <a:lstStyle/>
                    <a:p>
                      <a:pPr algn="ctr"/>
                      <a:r>
                        <a:rPr sz="1100"/>
                        <a:t>0.025</a:t>
                      </a:r>
                    </a:p>
                  </a:txBody>
                  <a:tcPr/>
                </a:tc>
                <a:tc>
                  <a:txBody>
                    <a:bodyPr/>
                    <a:lstStyle/>
                    <a:p>
                      <a:pPr algn="ctr"/>
                      <a:r>
                        <a:rPr sz="1100"/>
                        <a:t>4.0025</a:t>
                      </a:r>
                    </a:p>
                  </a:txBody>
                  <a:tcPr/>
                </a:tc>
                <a:tc>
                  <a:txBody>
                    <a:bodyPr/>
                    <a:lstStyle/>
                    <a:p>
                      <a:pPr algn="ctr"/>
                      <a:r>
                        <a:rPr sz="1100"/>
                        <a:t>0.0025</a:t>
                      </a:r>
                    </a:p>
                  </a:txBody>
                  <a:tcPr/>
                </a:tc>
                <a:tc>
                  <a:txBody>
                    <a:bodyPr/>
                    <a:lstStyle/>
                    <a:p>
                      <a:pPr algn="ctr"/>
                      <a:r>
                        <a:rPr sz="1100"/>
                        <a:t>0.25</a:t>
                      </a:r>
                    </a:p>
                  </a:txBody>
                  <a:tcPr/>
                </a:tc>
                <a:tc>
                  <a:txBody>
                    <a:bodyPr/>
                    <a:lstStyle/>
                    <a:p>
                      <a:pPr algn="ctr"/>
                      <a:r>
                        <a:rPr sz="1100" dirty="0"/>
                        <a:t>2</a:t>
                      </a:r>
                    </a:p>
                  </a:txBody>
                  <a:tcPr/>
                </a:tc>
                <a:extLst>
                  <a:ext uri="{0D108BD9-81ED-4DB2-BD59-A6C34878D82A}">
                    <a16:rowId xmlns:a16="http://schemas.microsoft.com/office/drawing/2014/main" val="10006"/>
                  </a:ext>
                </a:extLst>
              </a:tr>
            </a:tbl>
          </a:graphicData>
        </a:graphic>
      </p:graphicFrame>
      <p:sp>
        <p:nvSpPr>
          <p:cNvPr id="11" name="TextBox 10"/>
          <p:cNvSpPr txBox="1"/>
          <p:nvPr/>
        </p:nvSpPr>
        <p:spPr>
          <a:xfrm>
            <a:off x="417505" y="5233931"/>
            <a:ext cx="10936224" cy="785343"/>
          </a:xfrm>
          <a:prstGeom prst="rect">
            <a:avLst/>
          </a:prstGeom>
          <a:noFill/>
        </p:spPr>
        <p:txBody>
          <a:bodyPr wrap="square">
            <a:spAutoFit/>
          </a:bodyPr>
          <a:lstStyle/>
          <a:p>
            <a:pPr marL="171450" indent="-171450">
              <a:lnSpc>
                <a:spcPct val="150000"/>
              </a:lnSpc>
              <a:buFont typeface="Arial" panose="020B0604020202020204" pitchFamily="34" charset="0"/>
              <a:buChar char="•"/>
            </a:pPr>
            <a:r>
              <a:rPr sz="1600" dirty="0">
                <a:latin typeface="Arial" panose="020B0604020202020204" pitchFamily="34" charset="0"/>
                <a:cs typeface="Arial" panose="020B0604020202020204" pitchFamily="34" charset="0"/>
              </a:rPr>
              <a:t>The first-order case may see regions where </a:t>
            </a:r>
            <a:r>
              <a:rPr sz="1600" dirty="0" err="1">
                <a:latin typeface="Arial" panose="020B0604020202020204" pitchFamily="34" charset="0"/>
                <a:cs typeface="Arial" panose="020B0604020202020204" pitchFamily="34" charset="0"/>
              </a:rPr>
              <a:t>n_O</a:t>
            </a:r>
            <a:r>
              <a:rPr sz="1600" dirty="0">
                <a:latin typeface="Arial" panose="020B0604020202020204" pitchFamily="34" charset="0"/>
                <a:cs typeface="Arial" panose="020B0604020202020204" pitchFamily="34" charset="0"/>
              </a:rPr>
              <a:t> &gt; 1, but overall it is bounded by </a:t>
            </a:r>
            <a:r>
              <a:rPr sz="1600" dirty="0" err="1">
                <a:latin typeface="Arial" panose="020B0604020202020204" pitchFamily="34" charset="0"/>
                <a:cs typeface="Arial" panose="020B0604020202020204" pitchFamily="34" charset="0"/>
              </a:rPr>
              <a:t>n_O</a:t>
            </a:r>
            <a:r>
              <a:rPr sz="1600" dirty="0">
                <a:latin typeface="Arial" panose="020B0604020202020204" pitchFamily="34" charset="0"/>
                <a:cs typeface="Arial" panose="020B0604020202020204" pitchFamily="34" charset="0"/>
              </a:rPr>
              <a:t> = 1; </a:t>
            </a:r>
            <a:endParaRPr lang="en-GB" sz="1600" dirty="0">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a:t>
            </a:r>
            <a:r>
              <a:rPr sz="1600" dirty="0">
                <a:latin typeface="Arial" panose="020B0604020202020204" pitchFamily="34" charset="0"/>
                <a:cs typeface="Arial" panose="020B0604020202020204" pitchFamily="34" charset="0"/>
              </a:rPr>
              <a:t>he second-order case shows effectively perfect convergence.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61EF2-5359-D84A-2761-B5081A8530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86AFFC-515B-6DC6-694C-E7B81B33B896}"/>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Additional errors</a:t>
            </a:r>
          </a:p>
        </p:txBody>
      </p:sp>
    </p:spTree>
    <p:extLst>
      <p:ext uri="{BB962C8B-B14F-4D97-AF65-F5344CB8AC3E}">
        <p14:creationId xmlns:p14="http://schemas.microsoft.com/office/powerpoint/2010/main" val="380478735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Order of accuracy – example</a:t>
            </a:r>
          </a:p>
        </p:txBody>
      </p:sp>
      <mc:AlternateContent xmlns:mc="http://schemas.openxmlformats.org/markup-compatibility/2006">
        <mc:Choice xmlns:a14="http://schemas.microsoft.com/office/drawing/2010/main" Requires="a14">
          <p:sp>
            <p:nvSpPr>
              <p:cNvPr id="10" name="Content Placeholder 4">
                <a:extLst>
                  <a:ext uri="{FF2B5EF4-FFF2-40B4-BE49-F238E27FC236}">
                    <a16:creationId xmlns:a16="http://schemas.microsoft.com/office/drawing/2014/main" id="{6D3D3B4E-984F-C2B6-E394-1166F5440A89}"/>
                  </a:ext>
                </a:extLst>
              </p:cNvPr>
              <p:cNvSpPr>
                <a:spLocks noGrp="1"/>
              </p:cNvSpPr>
              <p:nvPr>
                <p:ph sz="half" idx="10"/>
              </p:nvPr>
            </p:nvSpPr>
            <p:spPr>
              <a:xfrm>
                <a:off x="417502" y="1838632"/>
                <a:ext cx="11145847" cy="4572000"/>
              </a:xfrm>
            </p:spPr>
            <p:txBody>
              <a:bodyPr>
                <a:normAutofit/>
              </a:bodyPr>
              <a:lstStyle/>
              <a:p>
                <a:r>
                  <a:rPr lang="en-GB" sz="1800" dirty="0"/>
                  <a:t>Or we can plot this graphically</a:t>
                </a:r>
              </a:p>
              <a:p>
                <a:r>
                  <a:rPr lang="en-GB" sz="1800" dirty="0"/>
                  <a:t>Since </a:t>
                </a:r>
                <a14:m>
                  <m:oMath xmlns:m="http://schemas.openxmlformats.org/officeDocument/2006/math">
                    <m:func>
                      <m:funcPr>
                        <m:ctrlPr>
                          <a:rPr lang="en-GB" sz="1800" b="0" i="0" smtClean="0">
                            <a:latin typeface="Cambria Math" panose="02040503050406030204" pitchFamily="18" charset="0"/>
                          </a:rPr>
                        </m:ctrlPr>
                      </m:funcPr>
                      <m:fName>
                        <m:r>
                          <m:rPr>
                            <m:sty m:val="p"/>
                          </m:rPr>
                          <a:rPr lang="en-GB" sz="1800" b="0" i="0" smtClean="0">
                            <a:latin typeface="Cambria Math" panose="02040503050406030204" pitchFamily="18" charset="0"/>
                          </a:rPr>
                          <m:t>ln</m:t>
                        </m:r>
                      </m:fName>
                      <m:e>
                        <m:d>
                          <m:dPr>
                            <m:ctrlPr>
                              <a:rPr lang="en-GB" sz="1800" b="0" i="0" smtClean="0">
                                <a:latin typeface="Cambria Math" panose="02040503050406030204" pitchFamily="18" charset="0"/>
                              </a:rPr>
                            </m:ctrlPr>
                          </m:dPr>
                          <m:e>
                            <m:r>
                              <m:rPr>
                                <m:sty m:val="p"/>
                              </m:rPr>
                              <a:rPr lang="en-GB" sz="1800" b="0" i="0" smtClean="0">
                                <a:latin typeface="Cambria Math" panose="02040503050406030204" pitchFamily="18" charset="0"/>
                              </a:rPr>
                              <m:t>Δ</m:t>
                            </m:r>
                            <m:r>
                              <a:rPr lang="en-GB" sz="1800" b="0" i="1" smtClean="0">
                                <a:latin typeface="Cambria Math" panose="02040503050406030204" pitchFamily="18" charset="0"/>
                              </a:rPr>
                              <m:t>𝐸</m:t>
                            </m:r>
                          </m:e>
                        </m:d>
                      </m:e>
                    </m:func>
                    <m:r>
                      <a:rPr lang="en-GB" sz="1800" b="0" i="1" smtClean="0">
                        <a:latin typeface="Cambria Math" panose="02040503050406030204" pitchFamily="18" charset="0"/>
                      </a:rPr>
                      <m:t>=</m:t>
                    </m:r>
                    <m:sSub>
                      <m:sSubPr>
                        <m:ctrlPr>
                          <a:rPr lang="en-GB" sz="1800" b="0" i="1" smtClean="0">
                            <a:latin typeface="Cambria Math" panose="02040503050406030204" pitchFamily="18" charset="0"/>
                          </a:rPr>
                        </m:ctrlPr>
                      </m:sSubPr>
                      <m:e>
                        <m:r>
                          <a:rPr lang="en-GB" sz="1800" b="0" i="1" smtClean="0">
                            <a:latin typeface="Cambria Math" panose="02040503050406030204" pitchFamily="18" charset="0"/>
                          </a:rPr>
                          <m:t>𝑛</m:t>
                        </m:r>
                      </m:e>
                      <m:sub>
                        <m:r>
                          <a:rPr lang="en-GB" sz="1800" b="0" i="1" smtClean="0">
                            <a:latin typeface="Cambria Math" panose="02040503050406030204" pitchFamily="18" charset="0"/>
                            <a:ea typeface="Cambria Math" panose="02040503050406030204" pitchFamily="18" charset="0"/>
                          </a:rPr>
                          <m:t>𝒪</m:t>
                        </m:r>
                      </m:sub>
                    </m:sSub>
                    <m:func>
                      <m:funcPr>
                        <m:ctrlPr>
                          <a:rPr lang="en-GB" sz="1800" b="0" i="0" smtClean="0">
                            <a:latin typeface="Cambria Math" panose="02040503050406030204" pitchFamily="18" charset="0"/>
                            <a:ea typeface="Cambria Math" panose="02040503050406030204" pitchFamily="18" charset="0"/>
                          </a:rPr>
                        </m:ctrlPr>
                      </m:funcPr>
                      <m:fName>
                        <m:r>
                          <m:rPr>
                            <m:sty m:val="p"/>
                          </m:rPr>
                          <a:rPr lang="en-GB" sz="1800" b="0" i="0" smtClean="0">
                            <a:latin typeface="Cambria Math" panose="02040503050406030204" pitchFamily="18" charset="0"/>
                            <a:ea typeface="Cambria Math" panose="02040503050406030204" pitchFamily="18" charset="0"/>
                          </a:rPr>
                          <m:t>ln</m:t>
                        </m:r>
                      </m:fName>
                      <m:e>
                        <m:d>
                          <m:dPr>
                            <m:ctrlPr>
                              <a:rPr lang="en-GB" sz="1800" b="0" i="1" smtClean="0">
                                <a:latin typeface="Cambria Math" panose="02040503050406030204" pitchFamily="18" charset="0"/>
                                <a:ea typeface="Cambria Math" panose="02040503050406030204" pitchFamily="18" charset="0"/>
                              </a:rPr>
                            </m:ctrlPr>
                          </m:dPr>
                          <m:e>
                            <m:f>
                              <m:fPr>
                                <m:ctrlPr>
                                  <a:rPr lang="en-GB" sz="1800" b="0" i="0" smtClean="0">
                                    <a:latin typeface="Cambria Math" panose="02040503050406030204" pitchFamily="18" charset="0"/>
                                    <a:ea typeface="Cambria Math" panose="02040503050406030204" pitchFamily="18" charset="0"/>
                                  </a:rPr>
                                </m:ctrlPr>
                              </m:fPr>
                              <m:num>
                                <m:r>
                                  <m:rPr>
                                    <m:sty m:val="p"/>
                                  </m:rPr>
                                  <a:rPr lang="en-GB" sz="1800" b="0" i="0" smtClean="0">
                                    <a:latin typeface="Cambria Math" panose="02040503050406030204" pitchFamily="18" charset="0"/>
                                    <a:ea typeface="Cambria Math" panose="02040503050406030204" pitchFamily="18" charset="0"/>
                                  </a:rPr>
                                  <m:t>Δ</m:t>
                                </m:r>
                                <m:sSub>
                                  <m:sSubPr>
                                    <m:ctrlPr>
                                      <a:rPr lang="en-GB" sz="1800" b="0" i="1" smtClean="0">
                                        <a:latin typeface="Cambria Math" panose="02040503050406030204" pitchFamily="18" charset="0"/>
                                        <a:ea typeface="Cambria Math" panose="02040503050406030204" pitchFamily="18" charset="0"/>
                                      </a:rPr>
                                    </m:ctrlPr>
                                  </m:sSubPr>
                                  <m:e>
                                    <m:r>
                                      <a:rPr lang="en-GB" sz="1800" b="0" i="1" smtClean="0">
                                        <a:latin typeface="Cambria Math" panose="02040503050406030204" pitchFamily="18" charset="0"/>
                                        <a:ea typeface="Cambria Math" panose="02040503050406030204" pitchFamily="18" charset="0"/>
                                      </a:rPr>
                                      <m:t>𝑥</m:t>
                                    </m:r>
                                  </m:e>
                                  <m:sub>
                                    <m:r>
                                      <a:rPr lang="en-GB" sz="1800" b="0" i="1" smtClean="0">
                                        <a:latin typeface="Cambria Math" panose="02040503050406030204" pitchFamily="18" charset="0"/>
                                        <a:ea typeface="Cambria Math" panose="02040503050406030204" pitchFamily="18" charset="0"/>
                                      </a:rPr>
                                      <m:t>1</m:t>
                                    </m:r>
                                  </m:sub>
                                </m:sSub>
                              </m:num>
                              <m:den>
                                <m:r>
                                  <m:rPr>
                                    <m:sty m:val="p"/>
                                  </m:rPr>
                                  <a:rPr lang="en-GB" sz="1800" b="0" i="0" smtClean="0">
                                    <a:latin typeface="Cambria Math" panose="02040503050406030204" pitchFamily="18" charset="0"/>
                                    <a:ea typeface="Cambria Math" panose="02040503050406030204" pitchFamily="18" charset="0"/>
                                  </a:rPr>
                                  <m:t>Δ</m:t>
                                </m:r>
                                <m:sSub>
                                  <m:sSubPr>
                                    <m:ctrlPr>
                                      <a:rPr lang="en-GB" sz="1800" b="0" i="1" smtClean="0">
                                        <a:latin typeface="Cambria Math" panose="02040503050406030204" pitchFamily="18" charset="0"/>
                                        <a:ea typeface="Cambria Math" panose="02040503050406030204" pitchFamily="18" charset="0"/>
                                      </a:rPr>
                                    </m:ctrlPr>
                                  </m:sSubPr>
                                  <m:e>
                                    <m:r>
                                      <a:rPr lang="en-GB" sz="1800" b="0" i="1" smtClean="0">
                                        <a:latin typeface="Cambria Math" panose="02040503050406030204" pitchFamily="18" charset="0"/>
                                        <a:ea typeface="Cambria Math" panose="02040503050406030204" pitchFamily="18" charset="0"/>
                                      </a:rPr>
                                      <m:t>𝑥</m:t>
                                    </m:r>
                                  </m:e>
                                  <m:sub>
                                    <m:r>
                                      <a:rPr lang="en-GB" sz="1800" b="0" i="1" smtClean="0">
                                        <a:latin typeface="Cambria Math" panose="02040503050406030204" pitchFamily="18" charset="0"/>
                                        <a:ea typeface="Cambria Math" panose="02040503050406030204" pitchFamily="18" charset="0"/>
                                      </a:rPr>
                                      <m:t>2</m:t>
                                    </m:r>
                                  </m:sub>
                                </m:sSub>
                              </m:den>
                            </m:f>
                          </m:e>
                        </m:d>
                      </m:e>
                    </m:func>
                  </m:oMath>
                </a14:m>
                <a:r>
                  <a:rPr lang="en-GB" sz="1800" dirty="0"/>
                  <a:t>, if we </a:t>
                </a:r>
                <a:br>
                  <a:rPr lang="en-GB" sz="1800" dirty="0"/>
                </a:br>
                <a:r>
                  <a:rPr lang="en-GB" sz="1800" dirty="0"/>
                  <a:t>plot </a:t>
                </a:r>
                <a14:m>
                  <m:oMath xmlns:m="http://schemas.openxmlformats.org/officeDocument/2006/math">
                    <m:r>
                      <m:rPr>
                        <m:sty m:val="p"/>
                      </m:rPr>
                      <a:rPr lang="en-GB" sz="1800" b="0" i="0" smtClean="0">
                        <a:latin typeface="Cambria Math" panose="02040503050406030204" pitchFamily="18" charset="0"/>
                      </a:rPr>
                      <m:t>ln</m:t>
                    </m:r>
                    <m:r>
                      <a:rPr lang="en-GB" sz="1800" b="0" i="1" smtClean="0">
                        <a:latin typeface="Cambria Math" panose="02040503050406030204" pitchFamily="18" charset="0"/>
                      </a:rPr>
                      <m:t>⁡(</m:t>
                    </m:r>
                    <m:r>
                      <m:rPr>
                        <m:sty m:val="p"/>
                      </m:rPr>
                      <a:rPr lang="en-GB" sz="1800" b="0" i="0" smtClean="0">
                        <a:latin typeface="Cambria Math" panose="02040503050406030204" pitchFamily="18" charset="0"/>
                      </a:rPr>
                      <m:t>Δ</m:t>
                    </m:r>
                    <m:r>
                      <a:rPr lang="en-GB" sz="1800" b="0" i="1" smtClean="0">
                        <a:latin typeface="Cambria Math" panose="02040503050406030204" pitchFamily="18" charset="0"/>
                      </a:rPr>
                      <m:t>𝐸</m:t>
                    </m:r>
                    <m:r>
                      <a:rPr lang="en-GB" sz="1800" b="0" i="1" smtClean="0">
                        <a:latin typeface="Cambria Math" panose="02040503050406030204" pitchFamily="18" charset="0"/>
                      </a:rPr>
                      <m:t>)</m:t>
                    </m:r>
                  </m:oMath>
                </a14:m>
                <a:r>
                  <a:rPr lang="en-GB" sz="1800" dirty="0"/>
                  <a:t> against </a:t>
                </a:r>
                <a14:m>
                  <m:oMath xmlns:m="http://schemas.openxmlformats.org/officeDocument/2006/math">
                    <m:func>
                      <m:funcPr>
                        <m:ctrlPr>
                          <a:rPr lang="en-GB" sz="1800">
                            <a:latin typeface="Cambria Math" panose="02040503050406030204" pitchFamily="18" charset="0"/>
                            <a:ea typeface="Cambria Math" panose="02040503050406030204" pitchFamily="18" charset="0"/>
                          </a:rPr>
                        </m:ctrlPr>
                      </m:funcPr>
                      <m:fName>
                        <m:r>
                          <m:rPr>
                            <m:sty m:val="p"/>
                          </m:rPr>
                          <a:rPr lang="en-GB" sz="1800">
                            <a:latin typeface="Cambria Math" panose="02040503050406030204" pitchFamily="18" charset="0"/>
                            <a:ea typeface="Cambria Math" panose="02040503050406030204" pitchFamily="18" charset="0"/>
                          </a:rPr>
                          <m:t>ln</m:t>
                        </m:r>
                      </m:fName>
                      <m:e>
                        <m:d>
                          <m:dPr>
                            <m:ctrlPr>
                              <a:rPr lang="en-GB" sz="1800" i="1">
                                <a:latin typeface="Cambria Math" panose="02040503050406030204" pitchFamily="18" charset="0"/>
                                <a:ea typeface="Cambria Math" panose="02040503050406030204" pitchFamily="18" charset="0"/>
                              </a:rPr>
                            </m:ctrlPr>
                          </m:dPr>
                          <m:e>
                            <m:f>
                              <m:fPr>
                                <m:ctrlPr>
                                  <a:rPr lang="en-GB" sz="1800">
                                    <a:latin typeface="Cambria Math" panose="02040503050406030204" pitchFamily="18" charset="0"/>
                                    <a:ea typeface="Cambria Math" panose="02040503050406030204" pitchFamily="18" charset="0"/>
                                  </a:rPr>
                                </m:ctrlPr>
                              </m:fPr>
                              <m:num>
                                <m:r>
                                  <m:rPr>
                                    <m:sty m:val="p"/>
                                  </m:rPr>
                                  <a:rPr lang="en-GB" sz="1800">
                                    <a:latin typeface="Cambria Math" panose="02040503050406030204" pitchFamily="18" charset="0"/>
                                    <a:ea typeface="Cambria Math" panose="02040503050406030204" pitchFamily="18" charset="0"/>
                                  </a:rPr>
                                  <m:t>Δ</m:t>
                                </m:r>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𝑥</m:t>
                                    </m:r>
                                  </m:e>
                                  <m:sub>
                                    <m:r>
                                      <a:rPr lang="en-GB" sz="1800" i="1">
                                        <a:latin typeface="Cambria Math" panose="02040503050406030204" pitchFamily="18" charset="0"/>
                                        <a:ea typeface="Cambria Math" panose="02040503050406030204" pitchFamily="18" charset="0"/>
                                      </a:rPr>
                                      <m:t>1</m:t>
                                    </m:r>
                                  </m:sub>
                                </m:sSub>
                              </m:num>
                              <m:den>
                                <m:r>
                                  <m:rPr>
                                    <m:sty m:val="p"/>
                                  </m:rPr>
                                  <a:rPr lang="en-GB" sz="1800">
                                    <a:latin typeface="Cambria Math" panose="02040503050406030204" pitchFamily="18" charset="0"/>
                                    <a:ea typeface="Cambria Math" panose="02040503050406030204" pitchFamily="18" charset="0"/>
                                  </a:rPr>
                                  <m:t>Δ</m:t>
                                </m:r>
                                <m:sSub>
                                  <m:sSubPr>
                                    <m:ctrlPr>
                                      <a:rPr lang="en-GB" sz="1800" i="1">
                                        <a:latin typeface="Cambria Math" panose="02040503050406030204" pitchFamily="18" charset="0"/>
                                        <a:ea typeface="Cambria Math" panose="02040503050406030204" pitchFamily="18" charset="0"/>
                                      </a:rPr>
                                    </m:ctrlPr>
                                  </m:sSubPr>
                                  <m:e>
                                    <m:r>
                                      <a:rPr lang="en-GB" sz="1800" i="1">
                                        <a:latin typeface="Cambria Math" panose="02040503050406030204" pitchFamily="18" charset="0"/>
                                        <a:ea typeface="Cambria Math" panose="02040503050406030204" pitchFamily="18" charset="0"/>
                                      </a:rPr>
                                      <m:t>𝑥</m:t>
                                    </m:r>
                                  </m:e>
                                  <m:sub>
                                    <m:r>
                                      <a:rPr lang="en-GB" sz="1800" i="1">
                                        <a:latin typeface="Cambria Math" panose="02040503050406030204" pitchFamily="18" charset="0"/>
                                        <a:ea typeface="Cambria Math" panose="02040503050406030204" pitchFamily="18" charset="0"/>
                                      </a:rPr>
                                      <m:t>2</m:t>
                                    </m:r>
                                  </m:sub>
                                </m:sSub>
                              </m:den>
                            </m:f>
                          </m:e>
                        </m:d>
                      </m:e>
                    </m:func>
                  </m:oMath>
                </a14:m>
                <a:r>
                  <a:rPr lang="en-GB" sz="1800" dirty="0"/>
                  <a:t> we</a:t>
                </a:r>
                <a:br>
                  <a:rPr lang="en-GB" sz="1800" dirty="0"/>
                </a:br>
                <a:r>
                  <a:rPr lang="en-GB" sz="1800" dirty="0"/>
                  <a:t>should get a line of slope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𝑛</m:t>
                        </m:r>
                      </m:e>
                      <m:sub>
                        <m:r>
                          <a:rPr lang="en-GB" sz="1800" i="1">
                            <a:latin typeface="Cambria Math" panose="02040503050406030204" pitchFamily="18" charset="0"/>
                            <a:ea typeface="Cambria Math" panose="02040503050406030204" pitchFamily="18" charset="0"/>
                          </a:rPr>
                          <m:t>𝒪</m:t>
                        </m:r>
                      </m:sub>
                    </m:sSub>
                  </m:oMath>
                </a14:m>
                <a:endParaRPr lang="en-GB" sz="1800" dirty="0"/>
              </a:p>
              <a:p>
                <a:r>
                  <a:rPr lang="en-GB" sz="1800" dirty="0"/>
                  <a:t>When making a plot like this, we add </a:t>
                </a:r>
                <a:br>
                  <a:rPr lang="en-GB" sz="1800" dirty="0"/>
                </a:br>
                <a:r>
                  <a:rPr lang="en-GB" sz="1800" dirty="0"/>
                  <a:t>the theoretical lines, and just place </a:t>
                </a:r>
                <a:br>
                  <a:rPr lang="en-GB" sz="1800" dirty="0"/>
                </a:br>
                <a:r>
                  <a:rPr lang="en-GB" sz="1800" dirty="0"/>
                  <a:t>them close to the points to </a:t>
                </a:r>
                <a:br>
                  <a:rPr lang="en-GB" sz="1800" dirty="0"/>
                </a:br>
                <a:r>
                  <a:rPr lang="en-GB" sz="1800" dirty="0"/>
                  <a:t>demonstrate whether we get the </a:t>
                </a:r>
                <a:br>
                  <a:rPr lang="en-GB" sz="1800" dirty="0"/>
                </a:br>
                <a:r>
                  <a:rPr lang="en-GB" sz="1800" dirty="0"/>
                  <a:t>correct slope</a:t>
                </a:r>
              </a:p>
            </p:txBody>
          </p:sp>
        </mc:Choice>
        <mc:Fallback>
          <p:sp>
            <p:nvSpPr>
              <p:cNvPr id="10" name="Content Placeholder 4">
                <a:extLst>
                  <a:ext uri="{FF2B5EF4-FFF2-40B4-BE49-F238E27FC236}">
                    <a16:creationId xmlns:a16="http://schemas.microsoft.com/office/drawing/2014/main" id="{6D3D3B4E-984F-C2B6-E394-1166F5440A89}"/>
                  </a:ext>
                </a:extLst>
              </p:cNvPr>
              <p:cNvSpPr>
                <a:spLocks noGrp="1" noRot="1" noChangeAspect="1" noMove="1" noResize="1" noEditPoints="1" noAdjustHandles="1" noChangeArrowheads="1" noChangeShapeType="1" noTextEdit="1"/>
              </p:cNvSpPr>
              <p:nvPr>
                <p:ph sz="half" idx="10"/>
              </p:nvPr>
            </p:nvSpPr>
            <p:spPr>
              <a:xfrm>
                <a:off x="417502" y="1838632"/>
                <a:ext cx="11145847" cy="4572000"/>
              </a:xfrm>
              <a:blipFill>
                <a:blip r:embed="rId2"/>
                <a:stretch>
                  <a:fillRect l="-328" b="-267"/>
                </a:stretch>
              </a:blipFill>
            </p:spPr>
            <p:txBody>
              <a:bodyPr/>
              <a:lstStyle/>
              <a:p>
                <a:r>
                  <a:rPr lang="en-GB">
                    <a:noFill/>
                  </a:rPr>
                  <a:t> </a:t>
                </a:r>
              </a:p>
            </p:txBody>
          </p:sp>
        </mc:Fallback>
      </mc:AlternateContent>
      <p:pic>
        <p:nvPicPr>
          <p:cNvPr id="11" name="Picture 10">
            <a:extLst>
              <a:ext uri="{FF2B5EF4-FFF2-40B4-BE49-F238E27FC236}">
                <a16:creationId xmlns:a16="http://schemas.microsoft.com/office/drawing/2014/main" id="{2BD33ADA-FDD9-FADA-40C5-2815F35D41BC}"/>
              </a:ext>
            </a:extLst>
          </p:cNvPr>
          <p:cNvPicPr>
            <a:picLocks noChangeAspect="1"/>
          </p:cNvPicPr>
          <p:nvPr/>
        </p:nvPicPr>
        <p:blipFill>
          <a:blip r:embed="rId3"/>
          <a:stretch>
            <a:fillRect/>
          </a:stretch>
        </p:blipFill>
        <p:spPr>
          <a:xfrm>
            <a:off x="4544568" y="1838632"/>
            <a:ext cx="6304321" cy="44846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Quantifying order of accuracy</a:t>
            </a:r>
          </a:p>
        </p:txBody>
      </p:sp>
      <mc:AlternateContent xmlns:mc="http://schemas.openxmlformats.org/markup-compatibility/2006" xmlns:a14="http://schemas.microsoft.com/office/drawing/2010/main">
        <mc:Choice Requires="a14">
          <p:sp>
            <p:nvSpPr>
              <p:cNvPr id="7" name="Content Placeholder 4">
                <a:extLst>
                  <a:ext uri="{FF2B5EF4-FFF2-40B4-BE49-F238E27FC236}">
                    <a16:creationId xmlns:a16="http://schemas.microsoft.com/office/drawing/2014/main" id="{04EAA6AA-53D8-C3C8-6FB8-9FAD03AA36C2}"/>
                  </a:ext>
                </a:extLst>
              </p:cNvPr>
              <p:cNvSpPr>
                <a:spLocks noGrp="1"/>
              </p:cNvSpPr>
              <p:nvPr>
                <p:ph sz="half" idx="10"/>
              </p:nvPr>
            </p:nvSpPr>
            <p:spPr>
              <a:xfrm>
                <a:off x="417502" y="1838632"/>
                <a:ext cx="11145847" cy="4718154"/>
              </a:xfrm>
            </p:spPr>
            <p:txBody>
              <a:bodyPr>
                <a:normAutofit lnSpcReduction="10000"/>
              </a:bodyPr>
              <a:lstStyle/>
              <a:p>
                <a:r>
                  <a:rPr lang="en-GB" sz="1600" dirty="0"/>
                  <a:t>How can we compute the accuracy of a PDE solution</a:t>
                </a:r>
              </a:p>
              <a:p>
                <a:r>
                  <a:rPr lang="en-GB" sz="1600" dirty="0"/>
                  <a:t>The same principle applies as in the simple derivative case; we need to know how quickly we approach the true solution</a:t>
                </a:r>
              </a:p>
              <a:p>
                <a:r>
                  <a:rPr lang="en-GB" sz="1600" dirty="0"/>
                  <a:t>And numerical methods for solving these equations do not always give you the answer you expect, this might be because:</a:t>
                </a:r>
              </a:p>
              <a:p>
                <a:pPr marL="1028700" lvl="2" indent="-342900">
                  <a:buFont typeface="+mj-lt"/>
                  <a:buAutoNum type="arabicPeriod"/>
                </a:pPr>
                <a:r>
                  <a:rPr lang="en-GB" sz="1600" dirty="0"/>
                  <a:t>The errors from one derivative approximation dominate over others</a:t>
                </a:r>
              </a:p>
              <a:p>
                <a:pPr marL="1028700" lvl="2" indent="-342900">
                  <a:buFont typeface="+mj-lt"/>
                  <a:buAutoNum type="arabicPeriod"/>
                </a:pPr>
                <a:r>
                  <a:rPr lang="en-GB" sz="1600" dirty="0"/>
                  <a:t>The method does not </a:t>
                </a:r>
                <a:r>
                  <a:rPr lang="en-GB" sz="1600" b="1" dirty="0"/>
                  <a:t>converge</a:t>
                </a:r>
                <a:r>
                  <a:rPr lang="en-GB" sz="1600" dirty="0"/>
                  <a:t> to a solution - it is unstable</a:t>
                </a:r>
              </a:p>
              <a:p>
                <a:pPr marL="1028700" lvl="2" indent="-342900">
                  <a:buFont typeface="+mj-lt"/>
                  <a:buAutoNum type="arabicPeriod"/>
                </a:pPr>
                <a:r>
                  <a:rPr lang="en-GB" sz="1600" dirty="0"/>
                  <a:t>The tests you are using may not be as well behaved as the theory behind the method’s analysis</a:t>
                </a:r>
              </a:p>
              <a:p>
                <a:pPr marL="1028700" lvl="2" indent="-342900">
                  <a:buFont typeface="+mj-lt"/>
                  <a:buAutoNum type="arabicPeriod"/>
                </a:pPr>
                <a:r>
                  <a:rPr lang="en-GB" sz="1600" dirty="0"/>
                  <a:t>There is a bug in the code you are running</a:t>
                </a:r>
              </a:p>
              <a:p>
                <a:pPr marL="1028700" lvl="2" indent="-342900">
                  <a:buFont typeface="+mj-lt"/>
                  <a:buAutoNum type="arabicPeriod"/>
                </a:pPr>
                <a:endParaRPr lang="en-GB" sz="1600" dirty="0"/>
              </a:p>
              <a:p>
                <a:r>
                  <a:rPr lang="en-GB" sz="1600" dirty="0"/>
                  <a:t>In these cases, you want to use your numerical solution to obtain an order of accuracy of your array of solution points, and check that you are seeing the expected behaviour</a:t>
                </a:r>
              </a:p>
              <a:p>
                <a:r>
                  <a:rPr lang="en-GB" sz="1600" dirty="0"/>
                  <a:t>This is commonly done using </a:t>
                </a:r>
                <a14:m>
                  <m:oMath xmlns:m="http://schemas.openxmlformats.org/officeDocument/2006/math">
                    <m:r>
                      <a:rPr lang="en-GB" sz="1600" i="1" dirty="0" smtClean="0">
                        <a:latin typeface="Cambria Math" panose="02040503050406030204" pitchFamily="18" charset="0"/>
                      </a:rPr>
                      <m:t>𝑝</m:t>
                    </m:r>
                  </m:oMath>
                </a14:m>
                <a:r>
                  <a:rPr lang="en-GB" sz="1600" dirty="0"/>
                  <a:t>-norms (or </a:t>
                </a:r>
                <a14:m>
                  <m:oMath xmlns:m="http://schemas.openxmlformats.org/officeDocument/2006/math">
                    <m:sSub>
                      <m:sSubPr>
                        <m:ctrlPr>
                          <a:rPr lang="en-GB" sz="1600" b="0" i="1" dirty="0" smtClean="0">
                            <a:latin typeface="Cambria Math" panose="02040503050406030204" pitchFamily="18" charset="0"/>
                          </a:rPr>
                        </m:ctrlPr>
                      </m:sSubPr>
                      <m:e>
                        <m:r>
                          <a:rPr lang="en-GB" sz="1600" b="0" i="1" dirty="0" smtClean="0">
                            <a:latin typeface="Cambria Math" panose="02040503050406030204" pitchFamily="18" charset="0"/>
                          </a:rPr>
                          <m:t>𝑙</m:t>
                        </m:r>
                      </m:e>
                      <m:sub>
                        <m:r>
                          <a:rPr lang="en-GB" sz="1600" i="1" dirty="0" smtClean="0">
                            <a:latin typeface="Cambria Math" panose="02040503050406030204" pitchFamily="18" charset="0"/>
                          </a:rPr>
                          <m:t>𝑝</m:t>
                        </m:r>
                      </m:sub>
                    </m:sSub>
                  </m:oMath>
                </a14:m>
                <a:r>
                  <a:rPr lang="en-GB" sz="1600" dirty="0"/>
                  <a:t>-norms)</a:t>
                </a:r>
              </a:p>
            </p:txBody>
          </p:sp>
        </mc:Choice>
        <mc:Fallback xmlns="">
          <p:sp>
            <p:nvSpPr>
              <p:cNvPr id="7" name="Content Placeholder 4">
                <a:extLst>
                  <a:ext uri="{FF2B5EF4-FFF2-40B4-BE49-F238E27FC236}">
                    <a16:creationId xmlns:a16="http://schemas.microsoft.com/office/drawing/2014/main" id="{04EAA6AA-53D8-C3C8-6FB8-9FAD03AA36C2}"/>
                  </a:ext>
                </a:extLst>
              </p:cNvPr>
              <p:cNvSpPr>
                <a:spLocks noGrp="1" noRot="1" noChangeAspect="1" noMove="1" noResize="1" noEditPoints="1" noAdjustHandles="1" noChangeArrowheads="1" noChangeShapeType="1" noTextEdit="1"/>
              </p:cNvSpPr>
              <p:nvPr>
                <p:ph sz="half" idx="10"/>
              </p:nvPr>
            </p:nvSpPr>
            <p:spPr>
              <a:xfrm>
                <a:off x="417502" y="1838632"/>
                <a:ext cx="11145847" cy="4718154"/>
              </a:xfrm>
              <a:blipFill>
                <a:blip r:embed="rId2"/>
                <a:stretch>
                  <a:fillRect l="-219"/>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p-norms</a:t>
            </a:r>
          </a:p>
        </p:txBody>
      </p:sp>
      <mc:AlternateContent xmlns:mc="http://schemas.openxmlformats.org/markup-compatibility/2006" xmlns:a14="http://schemas.microsoft.com/office/drawing/2010/main">
        <mc:Choice Requires="a14">
          <p:sp>
            <p:nvSpPr>
              <p:cNvPr id="9" name="Content Placeholder 4">
                <a:extLst>
                  <a:ext uri="{FF2B5EF4-FFF2-40B4-BE49-F238E27FC236}">
                    <a16:creationId xmlns:a16="http://schemas.microsoft.com/office/drawing/2014/main" id="{3D78D724-198D-02ED-B6DA-8CAD5E0ED5B0}"/>
                  </a:ext>
                </a:extLst>
              </p:cNvPr>
              <p:cNvSpPr>
                <a:spLocks noGrp="1"/>
              </p:cNvSpPr>
              <p:nvPr>
                <p:ph sz="half" idx="10"/>
              </p:nvPr>
            </p:nvSpPr>
            <p:spPr>
              <a:xfrm>
                <a:off x="417502" y="1838632"/>
                <a:ext cx="11145847" cy="4572000"/>
              </a:xfrm>
            </p:spPr>
            <p:txBody>
              <a:bodyPr>
                <a:normAutofit/>
              </a:bodyPr>
              <a:lstStyle/>
              <a:p>
                <a:r>
                  <a:rPr lang="en-GB" sz="1600" dirty="0"/>
                  <a:t>Norms are a way of measuring the size of a vector, and are a generalisation of absolute value or magnitude</a:t>
                </a:r>
              </a:p>
              <a:p>
                <a:r>
                  <a:rPr lang="en-GB" sz="1600" dirty="0"/>
                  <a:t>One type of vector norm might be familiar, (the Euclidean norm):</a:t>
                </a:r>
              </a:p>
              <a:p>
                <a:pPr lvl="1"/>
                <a14:m>
                  <m:oMathPara xmlns:m="http://schemas.openxmlformats.org/officeDocument/2006/math">
                    <m:oMath>
                      <m:d>
                        <m:dPr>
                          <m:begChr m:val="|"/>
                          <m:endChr m:val="|"/>
                          <m:ctrlPr>
                            <a:rPr lang="en-GB" sz="1450" b="1" i="0" smtClean="0">
                              <a:latin typeface="Cambria Math" panose="02040503050406030204" pitchFamily="18" charset="0"/>
                            </a:rPr>
                          </m:ctrlPr>
                        </m:dPr>
                        <m:e>
                          <m:r>
                            <a:rPr lang="en-GB" sz="1450" b="1" i="0" smtClean="0">
                              <a:latin typeface="Cambria Math" panose="02040503050406030204" pitchFamily="18" charset="0"/>
                            </a:rPr>
                            <m:t>𝐚</m:t>
                          </m:r>
                        </m:e>
                      </m:d>
                      <m:r>
                        <a:rPr lang="en-GB" sz="1450" b="0" i="1" smtClean="0">
                          <a:latin typeface="Cambria Math" panose="02040503050406030204" pitchFamily="18" charset="0"/>
                        </a:rPr>
                        <m:t>=</m:t>
                      </m:r>
                      <m:sSup>
                        <m:sSupPr>
                          <m:ctrlPr>
                            <a:rPr lang="en-GB" sz="1450" b="1" i="1" smtClean="0">
                              <a:latin typeface="Cambria Math" panose="02040503050406030204" pitchFamily="18" charset="0"/>
                            </a:rPr>
                          </m:ctrlPr>
                        </m:sSupPr>
                        <m:e>
                          <m:d>
                            <m:dPr>
                              <m:ctrlPr>
                                <a:rPr lang="en-GB" sz="1450" b="1" i="0" smtClean="0">
                                  <a:latin typeface="Cambria Math" panose="02040503050406030204" pitchFamily="18" charset="0"/>
                                </a:rPr>
                              </m:ctrlPr>
                            </m:dPr>
                            <m:e>
                              <m:r>
                                <a:rPr lang="en-GB" sz="1450" b="1" i="0" smtClean="0">
                                  <a:latin typeface="Cambria Math" panose="02040503050406030204" pitchFamily="18" charset="0"/>
                                </a:rPr>
                                <m:t>𝐚</m:t>
                              </m:r>
                              <m:r>
                                <a:rPr lang="en-GB" sz="1450" b="1" i="1" smtClean="0">
                                  <a:latin typeface="Cambria Math" panose="02040503050406030204" pitchFamily="18" charset="0"/>
                                </a:rPr>
                                <m:t>⋅</m:t>
                              </m:r>
                              <m:r>
                                <a:rPr lang="en-GB" sz="1450" b="1" i="0" smtClean="0">
                                  <a:latin typeface="Cambria Math" panose="02040503050406030204" pitchFamily="18" charset="0"/>
                                </a:rPr>
                                <m:t>𝐚</m:t>
                              </m:r>
                            </m:e>
                          </m:d>
                        </m:e>
                        <m:sup>
                          <m:r>
                            <a:rPr lang="en-GB" sz="1450" b="0" i="1" smtClean="0">
                              <a:latin typeface="Cambria Math" panose="02040503050406030204" pitchFamily="18" charset="0"/>
                            </a:rPr>
                            <m:t>1/2</m:t>
                          </m:r>
                        </m:sup>
                      </m:sSup>
                      <m:r>
                        <a:rPr lang="en-GB" sz="1450" b="0" i="1" smtClean="0">
                          <a:latin typeface="Cambria Math" panose="02040503050406030204" pitchFamily="18" charset="0"/>
                        </a:rPr>
                        <m:t>=</m:t>
                      </m:r>
                      <m:sSup>
                        <m:sSupPr>
                          <m:ctrlPr>
                            <a:rPr lang="en-GB" sz="1450" b="0" i="1" smtClean="0">
                              <a:latin typeface="Cambria Math" panose="02040503050406030204" pitchFamily="18" charset="0"/>
                            </a:rPr>
                          </m:ctrlPr>
                        </m:sSupPr>
                        <m:e>
                          <m:d>
                            <m:dPr>
                              <m:ctrlPr>
                                <a:rPr lang="en-GB" sz="1450" b="0" i="1" smtClean="0">
                                  <a:latin typeface="Cambria Math" panose="02040503050406030204" pitchFamily="18" charset="0"/>
                                </a:rPr>
                              </m:ctrlPr>
                            </m:dPr>
                            <m:e>
                              <m:sSubSup>
                                <m:sSubSupPr>
                                  <m:ctrlPr>
                                    <a:rPr lang="en-GB" sz="1450" b="0" i="1" smtClean="0">
                                      <a:latin typeface="Cambria Math" panose="02040503050406030204" pitchFamily="18" charset="0"/>
                                    </a:rPr>
                                  </m:ctrlPr>
                                </m:sSubSupPr>
                                <m:e>
                                  <m:r>
                                    <a:rPr lang="en-GB" sz="1450" b="0" i="1" smtClean="0">
                                      <a:latin typeface="Cambria Math" panose="02040503050406030204" pitchFamily="18" charset="0"/>
                                    </a:rPr>
                                    <m:t>𝑎</m:t>
                                  </m:r>
                                </m:e>
                                <m:sub>
                                  <m:r>
                                    <a:rPr lang="en-GB" sz="1450" b="0" i="1" smtClean="0">
                                      <a:latin typeface="Cambria Math" panose="02040503050406030204" pitchFamily="18" charset="0"/>
                                    </a:rPr>
                                    <m:t>1</m:t>
                                  </m:r>
                                </m:sub>
                                <m:sup>
                                  <m:r>
                                    <a:rPr lang="en-GB" sz="1450" b="0" i="1" smtClean="0">
                                      <a:latin typeface="Cambria Math" panose="02040503050406030204" pitchFamily="18" charset="0"/>
                                    </a:rPr>
                                    <m:t>2</m:t>
                                  </m:r>
                                </m:sup>
                              </m:sSubSup>
                              <m:r>
                                <a:rPr lang="en-GB" sz="1450" b="0" i="1" smtClean="0">
                                  <a:latin typeface="Cambria Math" panose="02040503050406030204" pitchFamily="18" charset="0"/>
                                </a:rPr>
                                <m:t>+</m:t>
                              </m:r>
                              <m:sSubSup>
                                <m:sSubSupPr>
                                  <m:ctrlPr>
                                    <a:rPr lang="en-GB" sz="1450" i="1">
                                      <a:latin typeface="Cambria Math" panose="02040503050406030204" pitchFamily="18" charset="0"/>
                                    </a:rPr>
                                  </m:ctrlPr>
                                </m:sSubSupPr>
                                <m:e>
                                  <m:r>
                                    <a:rPr lang="en-GB" sz="1450" i="1">
                                      <a:latin typeface="Cambria Math" panose="02040503050406030204" pitchFamily="18" charset="0"/>
                                    </a:rPr>
                                    <m:t>𝑎</m:t>
                                  </m:r>
                                </m:e>
                                <m:sub>
                                  <m:r>
                                    <a:rPr lang="en-GB" sz="1450" b="0" i="1" smtClean="0">
                                      <a:latin typeface="Cambria Math" panose="02040503050406030204" pitchFamily="18" charset="0"/>
                                    </a:rPr>
                                    <m:t>2</m:t>
                                  </m:r>
                                </m:sub>
                                <m:sup>
                                  <m:r>
                                    <a:rPr lang="en-GB" sz="1450" i="1">
                                      <a:latin typeface="Cambria Math" panose="02040503050406030204" pitchFamily="18" charset="0"/>
                                    </a:rPr>
                                    <m:t>2</m:t>
                                  </m:r>
                                </m:sup>
                              </m:sSubSup>
                              <m:r>
                                <a:rPr lang="en-GB" sz="1450" b="0" i="1" smtClean="0">
                                  <a:latin typeface="Cambria Math" panose="02040503050406030204" pitchFamily="18" charset="0"/>
                                </a:rPr>
                                <m:t>+</m:t>
                              </m:r>
                              <m:sSubSup>
                                <m:sSubSupPr>
                                  <m:ctrlPr>
                                    <a:rPr lang="en-GB" sz="1450" i="1">
                                      <a:latin typeface="Cambria Math" panose="02040503050406030204" pitchFamily="18" charset="0"/>
                                    </a:rPr>
                                  </m:ctrlPr>
                                </m:sSubSupPr>
                                <m:e>
                                  <m:r>
                                    <a:rPr lang="en-GB" sz="1450" i="1">
                                      <a:latin typeface="Cambria Math" panose="02040503050406030204" pitchFamily="18" charset="0"/>
                                    </a:rPr>
                                    <m:t>𝑎</m:t>
                                  </m:r>
                                </m:e>
                                <m:sub>
                                  <m:r>
                                    <a:rPr lang="en-GB" sz="1450" b="0" i="1" smtClean="0">
                                      <a:latin typeface="Cambria Math" panose="02040503050406030204" pitchFamily="18" charset="0"/>
                                    </a:rPr>
                                    <m:t>3</m:t>
                                  </m:r>
                                </m:sub>
                                <m:sup>
                                  <m:r>
                                    <a:rPr lang="en-GB" sz="1450" i="1">
                                      <a:latin typeface="Cambria Math" panose="02040503050406030204" pitchFamily="18" charset="0"/>
                                    </a:rPr>
                                    <m:t>2</m:t>
                                  </m:r>
                                </m:sup>
                              </m:sSubSup>
                            </m:e>
                          </m:d>
                        </m:e>
                        <m:sup>
                          <m:r>
                            <a:rPr lang="en-GB" sz="1450" b="0" i="1" smtClean="0">
                              <a:latin typeface="Cambria Math" panose="02040503050406030204" pitchFamily="18" charset="0"/>
                            </a:rPr>
                            <m:t>1/2</m:t>
                          </m:r>
                        </m:sup>
                      </m:sSup>
                    </m:oMath>
                  </m:oMathPara>
                </a14:m>
                <a:endParaRPr lang="en-GB" sz="1450" dirty="0"/>
              </a:p>
              <a:p>
                <a:r>
                  <a:rPr lang="en-GB" sz="1600" dirty="0"/>
                  <a:t>However, similar expressions exist for any length of vector, and the squaring and then taking the root can also be generalised</a:t>
                </a:r>
              </a:p>
              <a:p>
                <a:r>
                  <a:rPr lang="en-GB" sz="1600" dirty="0"/>
                  <a:t>If </a:t>
                </a:r>
                <a14:m>
                  <m:oMath xmlns:m="http://schemas.openxmlformats.org/officeDocument/2006/math">
                    <m:r>
                      <a:rPr lang="en-GB" sz="1600" b="1" i="0" dirty="0" smtClean="0">
                        <a:latin typeface="Cambria Math" panose="02040503050406030204" pitchFamily="18" charset="0"/>
                      </a:rPr>
                      <m:t>𝐛</m:t>
                    </m:r>
                  </m:oMath>
                </a14:m>
                <a:r>
                  <a:rPr lang="en-GB" sz="1600" dirty="0"/>
                  <a:t> is a vector with </a:t>
                </a:r>
                <a14:m>
                  <m:oMath xmlns:m="http://schemas.openxmlformats.org/officeDocument/2006/math">
                    <m:r>
                      <a:rPr lang="en-GB" sz="1600" i="1" dirty="0" smtClean="0">
                        <a:latin typeface="Cambria Math" panose="02040503050406030204" pitchFamily="18" charset="0"/>
                      </a:rPr>
                      <m:t>𝑁</m:t>
                    </m:r>
                  </m:oMath>
                </a14:m>
                <a:r>
                  <a:rPr lang="en-GB" sz="1600" dirty="0"/>
                  <a:t> components, its </a:t>
                </a:r>
                <a14:m>
                  <m:oMath xmlns:m="http://schemas.openxmlformats.org/officeDocument/2006/math">
                    <m:r>
                      <a:rPr lang="en-GB" sz="1600" i="1" dirty="0" smtClean="0">
                        <a:latin typeface="Cambria Math" panose="02040503050406030204" pitchFamily="18" charset="0"/>
                      </a:rPr>
                      <m:t>𝑝</m:t>
                    </m:r>
                  </m:oMath>
                </a14:m>
                <a:r>
                  <a:rPr lang="en-GB" sz="1600" dirty="0"/>
                  <a:t>-norms are</a:t>
                </a:r>
              </a:p>
              <a:p>
                <a:pPr lvl="1"/>
                <a14:m>
                  <m:oMathPara xmlns:m="http://schemas.openxmlformats.org/officeDocument/2006/math">
                    <m:oMath>
                      <m:sSub>
                        <m:sSubPr>
                          <m:ctrlPr>
                            <a:rPr lang="en-GB" sz="1450" i="1" dirty="0" smtClean="0">
                              <a:latin typeface="Cambria Math" panose="02040503050406030204" pitchFamily="18" charset="0"/>
                            </a:rPr>
                          </m:ctrlPr>
                        </m:sSubPr>
                        <m:e>
                          <m:d>
                            <m:dPr>
                              <m:begChr m:val="|"/>
                              <m:endChr m:val="|"/>
                              <m:ctrlPr>
                                <a:rPr lang="en-GB" sz="1450" b="1" i="1" dirty="0" smtClean="0">
                                  <a:latin typeface="Cambria Math" panose="02040503050406030204" pitchFamily="18" charset="0"/>
                                </a:rPr>
                              </m:ctrlPr>
                            </m:dPr>
                            <m:e>
                              <m:d>
                                <m:dPr>
                                  <m:begChr m:val="|"/>
                                  <m:endChr m:val="|"/>
                                  <m:ctrlPr>
                                    <a:rPr lang="en-GB" sz="1450" b="1" i="0" dirty="0" smtClean="0">
                                      <a:latin typeface="Cambria Math" panose="02040503050406030204" pitchFamily="18" charset="0"/>
                                    </a:rPr>
                                  </m:ctrlPr>
                                </m:dPr>
                                <m:e>
                                  <m:r>
                                    <a:rPr lang="en-GB" sz="1450" b="1" i="0" dirty="0" smtClean="0">
                                      <a:latin typeface="Cambria Math" panose="02040503050406030204" pitchFamily="18" charset="0"/>
                                    </a:rPr>
                                    <m:t>𝐛</m:t>
                                  </m:r>
                                </m:e>
                              </m:d>
                            </m:e>
                          </m:d>
                        </m:e>
                        <m:sub>
                          <m:r>
                            <a:rPr lang="en-GB" sz="1450" i="1" dirty="0" smtClean="0">
                              <a:latin typeface="Cambria Math" panose="02040503050406030204" pitchFamily="18" charset="0"/>
                            </a:rPr>
                            <m:t>𝑝</m:t>
                          </m:r>
                        </m:sub>
                      </m:sSub>
                      <m:r>
                        <a:rPr lang="en-GB" sz="1450" i="1" dirty="0" smtClean="0">
                          <a:latin typeface="Cambria Math" panose="02040503050406030204" pitchFamily="18" charset="0"/>
                        </a:rPr>
                        <m:t> = </m:t>
                      </m:r>
                      <m:sSup>
                        <m:sSupPr>
                          <m:ctrlPr>
                            <a:rPr lang="en-GB" sz="1450" b="0" i="1" dirty="0" smtClean="0">
                              <a:latin typeface="Cambria Math" panose="02040503050406030204" pitchFamily="18" charset="0"/>
                            </a:rPr>
                          </m:ctrlPr>
                        </m:sSupPr>
                        <m:e>
                          <m:d>
                            <m:dPr>
                              <m:ctrlPr>
                                <a:rPr lang="en-GB" sz="1450" i="1" dirty="0">
                                  <a:latin typeface="Cambria Math" panose="02040503050406030204" pitchFamily="18" charset="0"/>
                                </a:rPr>
                              </m:ctrlPr>
                            </m:dPr>
                            <m:e>
                              <m:sSup>
                                <m:sSupPr>
                                  <m:ctrlPr>
                                    <a:rPr lang="en-GB" sz="1450" b="0" i="1" dirty="0" smtClean="0">
                                      <a:latin typeface="Cambria Math" panose="02040503050406030204" pitchFamily="18" charset="0"/>
                                    </a:rPr>
                                  </m:ctrlPr>
                                </m:sSupPr>
                                <m:e>
                                  <m:d>
                                    <m:dPr>
                                      <m:begChr m:val="|"/>
                                      <m:endChr m:val="|"/>
                                      <m:ctrlPr>
                                        <a:rPr lang="en-GB" sz="1450" i="1" dirty="0">
                                          <a:latin typeface="Cambria Math" panose="02040503050406030204" pitchFamily="18" charset="0"/>
                                        </a:rPr>
                                      </m:ctrlPr>
                                    </m:dPr>
                                    <m:e>
                                      <m:sSub>
                                        <m:sSubPr>
                                          <m:ctrlPr>
                                            <a:rPr lang="en-GB" sz="1450" i="1" dirty="0">
                                              <a:latin typeface="Cambria Math" panose="02040503050406030204" pitchFamily="18" charset="0"/>
                                            </a:rPr>
                                          </m:ctrlPr>
                                        </m:sSubPr>
                                        <m:e>
                                          <m:r>
                                            <a:rPr lang="en-GB" sz="1450" i="1" dirty="0">
                                              <a:latin typeface="Cambria Math" panose="02040503050406030204" pitchFamily="18" charset="0"/>
                                            </a:rPr>
                                            <m:t>𝑏</m:t>
                                          </m:r>
                                        </m:e>
                                        <m:sub>
                                          <m:r>
                                            <a:rPr lang="en-GB" sz="1450" i="1" dirty="0">
                                              <a:latin typeface="Cambria Math" panose="02040503050406030204" pitchFamily="18" charset="0"/>
                                            </a:rPr>
                                            <m:t>1</m:t>
                                          </m:r>
                                        </m:sub>
                                      </m:sSub>
                                    </m:e>
                                  </m:d>
                                </m:e>
                                <m:sup>
                                  <m:r>
                                    <a:rPr lang="en-GB" sz="1450" b="0" i="1" dirty="0" smtClean="0">
                                      <a:latin typeface="Cambria Math" panose="02040503050406030204" pitchFamily="18" charset="0"/>
                                    </a:rPr>
                                    <m:t>𝑝</m:t>
                                  </m:r>
                                </m:sup>
                              </m:sSup>
                              <m:r>
                                <a:rPr lang="en-GB" sz="1450" i="1" dirty="0" smtClean="0">
                                  <a:latin typeface="Cambria Math" panose="02040503050406030204" pitchFamily="18" charset="0"/>
                                </a:rPr>
                                <m:t>+ </m:t>
                              </m:r>
                              <m:sSup>
                                <m:sSupPr>
                                  <m:ctrlPr>
                                    <a:rPr lang="en-GB" sz="1450" b="0" i="1" dirty="0" smtClean="0">
                                      <a:latin typeface="Cambria Math" panose="02040503050406030204" pitchFamily="18" charset="0"/>
                                    </a:rPr>
                                  </m:ctrlPr>
                                </m:sSupPr>
                                <m:e>
                                  <m:d>
                                    <m:dPr>
                                      <m:begChr m:val="|"/>
                                      <m:endChr m:val="|"/>
                                      <m:ctrlPr>
                                        <a:rPr lang="en-GB" sz="1450" i="1" dirty="0" smtClean="0">
                                          <a:latin typeface="Cambria Math" panose="02040503050406030204" pitchFamily="18" charset="0"/>
                                        </a:rPr>
                                      </m:ctrlPr>
                                    </m:dPr>
                                    <m:e>
                                      <m:sSub>
                                        <m:sSubPr>
                                          <m:ctrlPr>
                                            <a:rPr lang="en-GB" sz="1450" i="1" dirty="0" smtClean="0">
                                              <a:latin typeface="Cambria Math" panose="02040503050406030204" pitchFamily="18" charset="0"/>
                                            </a:rPr>
                                          </m:ctrlPr>
                                        </m:sSubPr>
                                        <m:e>
                                          <m:r>
                                            <a:rPr lang="en-GB" sz="1450" i="1" dirty="0" smtClean="0">
                                              <a:latin typeface="Cambria Math" panose="02040503050406030204" pitchFamily="18" charset="0"/>
                                            </a:rPr>
                                            <m:t>𝑏</m:t>
                                          </m:r>
                                        </m:e>
                                        <m:sub>
                                          <m:r>
                                            <a:rPr lang="en-GB" sz="1450" i="1" dirty="0" smtClean="0">
                                              <a:latin typeface="Cambria Math" panose="02040503050406030204" pitchFamily="18" charset="0"/>
                                            </a:rPr>
                                            <m:t>2</m:t>
                                          </m:r>
                                        </m:sub>
                                      </m:sSub>
                                    </m:e>
                                  </m:d>
                                </m:e>
                                <m:sup>
                                  <m:r>
                                    <a:rPr lang="en-GB" sz="1450" i="1" dirty="0" smtClean="0">
                                      <a:latin typeface="Cambria Math" panose="02040503050406030204" pitchFamily="18" charset="0"/>
                                    </a:rPr>
                                    <m:t>𝑝</m:t>
                                  </m:r>
                                </m:sup>
                              </m:sSup>
                              <m:r>
                                <a:rPr lang="en-GB" sz="1450" i="1" dirty="0" smtClean="0">
                                  <a:latin typeface="Cambria Math" panose="02040503050406030204" pitchFamily="18" charset="0"/>
                                </a:rPr>
                                <m:t> + </m:t>
                              </m:r>
                              <m:sSup>
                                <m:sSupPr>
                                  <m:ctrlPr>
                                    <a:rPr lang="en-GB" sz="1450" b="0" i="1" dirty="0" smtClean="0">
                                      <a:latin typeface="Cambria Math" panose="02040503050406030204" pitchFamily="18" charset="0"/>
                                    </a:rPr>
                                  </m:ctrlPr>
                                </m:sSupPr>
                                <m:e>
                                  <m:d>
                                    <m:dPr>
                                      <m:begChr m:val="|"/>
                                      <m:endChr m:val="|"/>
                                      <m:ctrlPr>
                                        <a:rPr lang="en-GB" sz="1450" i="1" dirty="0" smtClean="0">
                                          <a:latin typeface="Cambria Math" panose="02040503050406030204" pitchFamily="18" charset="0"/>
                                        </a:rPr>
                                      </m:ctrlPr>
                                    </m:dPr>
                                    <m:e>
                                      <m:sSub>
                                        <m:sSubPr>
                                          <m:ctrlPr>
                                            <a:rPr lang="en-GB" sz="1450" i="1" dirty="0" smtClean="0">
                                              <a:latin typeface="Cambria Math" panose="02040503050406030204" pitchFamily="18" charset="0"/>
                                            </a:rPr>
                                          </m:ctrlPr>
                                        </m:sSubPr>
                                        <m:e>
                                          <m:r>
                                            <a:rPr lang="en-GB" sz="1450" i="1" dirty="0" smtClean="0">
                                              <a:latin typeface="Cambria Math" panose="02040503050406030204" pitchFamily="18" charset="0"/>
                                            </a:rPr>
                                            <m:t>𝑏</m:t>
                                          </m:r>
                                        </m:e>
                                        <m:sub>
                                          <m:r>
                                            <a:rPr lang="en-GB" sz="1450" i="1" dirty="0" smtClean="0">
                                              <a:latin typeface="Cambria Math" panose="02040503050406030204" pitchFamily="18" charset="0"/>
                                            </a:rPr>
                                            <m:t>3</m:t>
                                          </m:r>
                                        </m:sub>
                                      </m:sSub>
                                    </m:e>
                                  </m:d>
                                </m:e>
                                <m:sup>
                                  <m:r>
                                    <a:rPr lang="en-GB" sz="1450" i="1" dirty="0" smtClean="0">
                                      <a:latin typeface="Cambria Math" panose="02040503050406030204" pitchFamily="18" charset="0"/>
                                    </a:rPr>
                                    <m:t>𝑝</m:t>
                                  </m:r>
                                </m:sup>
                              </m:sSup>
                              <m:r>
                                <a:rPr lang="en-GB" sz="1450" i="1" dirty="0" smtClean="0">
                                  <a:latin typeface="Cambria Math" panose="02040503050406030204" pitchFamily="18" charset="0"/>
                                </a:rPr>
                                <m:t> + . . . + </m:t>
                              </m:r>
                              <m:sSup>
                                <m:sSupPr>
                                  <m:ctrlPr>
                                    <a:rPr lang="en-GB" sz="1450" b="0" i="1" dirty="0" smtClean="0">
                                      <a:latin typeface="Cambria Math" panose="02040503050406030204" pitchFamily="18" charset="0"/>
                                    </a:rPr>
                                  </m:ctrlPr>
                                </m:sSupPr>
                                <m:e>
                                  <m:d>
                                    <m:dPr>
                                      <m:begChr m:val="|"/>
                                      <m:endChr m:val="|"/>
                                      <m:ctrlPr>
                                        <a:rPr lang="en-GB" sz="1450" i="1" dirty="0" err="1" smtClean="0">
                                          <a:latin typeface="Cambria Math" panose="02040503050406030204" pitchFamily="18" charset="0"/>
                                        </a:rPr>
                                      </m:ctrlPr>
                                    </m:dPr>
                                    <m:e>
                                      <m:sSub>
                                        <m:sSubPr>
                                          <m:ctrlPr>
                                            <a:rPr lang="en-GB" sz="1450" i="1" dirty="0" err="1" smtClean="0">
                                              <a:latin typeface="Cambria Math" panose="02040503050406030204" pitchFamily="18" charset="0"/>
                                            </a:rPr>
                                          </m:ctrlPr>
                                        </m:sSubPr>
                                        <m:e>
                                          <m:r>
                                            <a:rPr lang="en-GB" sz="1450" i="1" dirty="0" err="1" smtClean="0">
                                              <a:latin typeface="Cambria Math" panose="02040503050406030204" pitchFamily="18" charset="0"/>
                                            </a:rPr>
                                            <m:t>𝑏</m:t>
                                          </m:r>
                                        </m:e>
                                        <m:sub>
                                          <m:r>
                                            <a:rPr lang="en-GB" sz="1450" i="1" dirty="0" err="1" smtClean="0">
                                              <a:latin typeface="Cambria Math" panose="02040503050406030204" pitchFamily="18" charset="0"/>
                                            </a:rPr>
                                            <m:t>𝑁</m:t>
                                          </m:r>
                                        </m:sub>
                                      </m:sSub>
                                    </m:e>
                                  </m:d>
                                </m:e>
                                <m:sup>
                                  <m:r>
                                    <a:rPr lang="en-GB" sz="1450" i="1" dirty="0" err="1" smtClean="0">
                                      <a:latin typeface="Cambria Math" panose="02040503050406030204" pitchFamily="18" charset="0"/>
                                    </a:rPr>
                                    <m:t>𝑝</m:t>
                                  </m:r>
                                </m:sup>
                              </m:sSup>
                            </m:e>
                          </m:d>
                        </m:e>
                        <m:sup>
                          <m:r>
                            <a:rPr lang="en-GB" sz="1450" i="1" dirty="0" smtClean="0">
                              <a:latin typeface="Cambria Math" panose="02040503050406030204" pitchFamily="18" charset="0"/>
                            </a:rPr>
                            <m:t>1</m:t>
                          </m:r>
                          <m:r>
                            <a:rPr lang="en-GB" sz="1450" b="0" i="1" dirty="0" smtClean="0">
                              <a:latin typeface="Cambria Math" panose="02040503050406030204" pitchFamily="18" charset="0"/>
                            </a:rPr>
                            <m:t>/</m:t>
                          </m:r>
                          <m:r>
                            <a:rPr lang="en-GB" sz="1450" b="0" i="1" dirty="0" smtClean="0">
                              <a:latin typeface="Cambria Math" panose="02040503050406030204" pitchFamily="18" charset="0"/>
                            </a:rPr>
                            <m:t>𝑝</m:t>
                          </m:r>
                        </m:sup>
                      </m:sSup>
                    </m:oMath>
                  </m:oMathPara>
                </a14:m>
                <a:endParaRPr lang="en-GB" sz="1600" dirty="0"/>
              </a:p>
              <a:p>
                <a:r>
                  <a:rPr lang="en-GB" sz="1600" dirty="0"/>
                  <a:t>The idea for assessing order of accuracy of a numerical method is for </a:t>
                </a:r>
                <a14:m>
                  <m:oMath xmlns:m="http://schemas.openxmlformats.org/officeDocument/2006/math">
                    <m:r>
                      <a:rPr lang="en-GB" sz="1600" b="1" i="0" dirty="0" smtClean="0">
                        <a:latin typeface="Cambria Math" panose="02040503050406030204" pitchFamily="18" charset="0"/>
                      </a:rPr>
                      <m:t>𝐛</m:t>
                    </m:r>
                  </m:oMath>
                </a14:m>
                <a:r>
                  <a:rPr lang="en-GB" sz="1600" dirty="0"/>
                  <a:t> to be some measure of the error in a numerical solution compared to an exact solution</a:t>
                </a:r>
              </a:p>
            </p:txBody>
          </p:sp>
        </mc:Choice>
        <mc:Fallback xmlns="">
          <p:sp>
            <p:nvSpPr>
              <p:cNvPr id="9" name="Content Placeholder 4">
                <a:extLst>
                  <a:ext uri="{FF2B5EF4-FFF2-40B4-BE49-F238E27FC236}">
                    <a16:creationId xmlns:a16="http://schemas.microsoft.com/office/drawing/2014/main" id="{3D78D724-198D-02ED-B6DA-8CAD5E0ED5B0}"/>
                  </a:ext>
                </a:extLst>
              </p:cNvPr>
              <p:cNvSpPr>
                <a:spLocks noGrp="1" noRot="1" noChangeAspect="1" noMove="1" noResize="1" noEditPoints="1" noAdjustHandles="1" noChangeArrowheads="1" noChangeShapeType="1" noTextEdit="1"/>
              </p:cNvSpPr>
              <p:nvPr>
                <p:ph sz="half" idx="10"/>
              </p:nvPr>
            </p:nvSpPr>
            <p:spPr>
              <a:xfrm>
                <a:off x="417502" y="1838632"/>
                <a:ext cx="11145847" cy="4572000"/>
              </a:xfrm>
              <a:blipFill>
                <a:blip r:embed="rId2"/>
                <a:stretch>
                  <a:fillRect l="-219" r="-547"/>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Error norms</a:t>
            </a:r>
          </a:p>
        </p:txBody>
      </p:sp>
      <mc:AlternateContent xmlns:mc="http://schemas.openxmlformats.org/markup-compatibility/2006" xmlns:a14="http://schemas.microsoft.com/office/drawing/2010/main">
        <mc:Choice Requires="a14">
          <p:sp>
            <p:nvSpPr>
              <p:cNvPr id="9" name="Content Placeholder 4">
                <a:extLst>
                  <a:ext uri="{FF2B5EF4-FFF2-40B4-BE49-F238E27FC236}">
                    <a16:creationId xmlns:a16="http://schemas.microsoft.com/office/drawing/2014/main" id="{134376FB-3D37-4331-C49A-DAF0A466DA83}"/>
                  </a:ext>
                </a:extLst>
              </p:cNvPr>
              <p:cNvSpPr>
                <a:spLocks noGrp="1"/>
              </p:cNvSpPr>
              <p:nvPr>
                <p:ph sz="half" idx="10"/>
              </p:nvPr>
            </p:nvSpPr>
            <p:spPr>
              <a:xfrm>
                <a:off x="417505" y="1868129"/>
                <a:ext cx="11145847" cy="4572000"/>
              </a:xfrm>
            </p:spPr>
            <p:txBody>
              <a:bodyPr>
                <a:normAutofit/>
              </a:bodyPr>
              <a:lstStyle/>
              <a:p>
                <a:r>
                  <a:rPr lang="en-GB" sz="1600" dirty="0"/>
                  <a:t>Suppose that the </a:t>
                </a:r>
                <a14:m>
                  <m:oMath xmlns:m="http://schemas.openxmlformats.org/officeDocument/2006/math">
                    <m:r>
                      <a:rPr lang="en-GB" sz="1600" i="1" dirty="0" smtClean="0">
                        <a:latin typeface="Cambria Math" panose="02040503050406030204" pitchFamily="18" charset="0"/>
                      </a:rPr>
                      <m:t>𝑁</m:t>
                    </m:r>
                  </m:oMath>
                </a14:m>
                <a:r>
                  <a:rPr lang="en-GB" sz="1600" dirty="0"/>
                  <a:t> components of </a:t>
                </a:r>
                <a14:m>
                  <m:oMath xmlns:m="http://schemas.openxmlformats.org/officeDocument/2006/math">
                    <m:r>
                      <a:rPr lang="en-GB" sz="1600" b="1" i="0" dirty="0" smtClean="0">
                        <a:latin typeface="Cambria Math" panose="02040503050406030204" pitchFamily="18" charset="0"/>
                      </a:rPr>
                      <m:t>𝐛</m:t>
                    </m:r>
                  </m:oMath>
                </a14:m>
                <a:r>
                  <a:rPr lang="en-GB" sz="1600" dirty="0"/>
                  <a:t> are the approximate solution to the function </a:t>
                </a:r>
                <a14:m>
                  <m:oMath xmlns:m="http://schemas.openxmlformats.org/officeDocument/2006/math">
                    <m:r>
                      <a:rPr lang="en-GB" sz="1600" i="1" dirty="0" smtClean="0">
                        <a:latin typeface="Cambria Math" panose="02040503050406030204" pitchFamily="18" charset="0"/>
                      </a:rPr>
                      <m:t>𝐵</m:t>
                    </m:r>
                    <m:r>
                      <a:rPr lang="en-GB" sz="1600" i="1" dirty="0">
                        <a:latin typeface="Cambria Math" panose="02040503050406030204" pitchFamily="18" charset="0"/>
                      </a:rPr>
                      <m:t>(</m:t>
                    </m:r>
                    <m:r>
                      <a:rPr lang="en-GB" sz="1600" i="1" dirty="0">
                        <a:latin typeface="Cambria Math" panose="02040503050406030204" pitchFamily="18" charset="0"/>
                      </a:rPr>
                      <m:t>𝑥</m:t>
                    </m:r>
                    <m:r>
                      <a:rPr lang="en-GB" sz="1600" i="1" dirty="0">
                        <a:latin typeface="Cambria Math" panose="02040503050406030204" pitchFamily="18" charset="0"/>
                      </a:rPr>
                      <m:t>)</m:t>
                    </m:r>
                  </m:oMath>
                </a14:m>
                <a:r>
                  <a:rPr lang="en-GB" sz="1600" dirty="0"/>
                  <a:t> computed at </a:t>
                </a:r>
                <a14:m>
                  <m:oMath xmlns:m="http://schemas.openxmlformats.org/officeDocument/2006/math">
                    <m:r>
                      <a:rPr lang="en-GB" sz="1600" i="1" dirty="0" smtClean="0">
                        <a:latin typeface="Cambria Math" panose="02040503050406030204" pitchFamily="18" charset="0"/>
                      </a:rPr>
                      <m:t>𝑁</m:t>
                    </m:r>
                  </m:oMath>
                </a14:m>
                <a:r>
                  <a:rPr lang="en-GB" sz="1600" dirty="0"/>
                  <a:t> positions, </a:t>
                </a:r>
                <a:br>
                  <a:rPr lang="en-GB" sz="1600" dirty="0"/>
                </a:br>
                <a14:m>
                  <m:oMath xmlns:m="http://schemas.openxmlformats.org/officeDocument/2006/math">
                    <m:r>
                      <a:rPr lang="en-GB" sz="1600" b="1" i="0" dirty="0" smtClean="0">
                        <a:latin typeface="Cambria Math" panose="02040503050406030204" pitchFamily="18" charset="0"/>
                      </a:rPr>
                      <m:t>𝐱</m:t>
                    </m:r>
                    <m:r>
                      <a:rPr lang="en-GB" sz="1600" i="1" dirty="0">
                        <a:latin typeface="Cambria Math" panose="02040503050406030204" pitchFamily="18" charset="0"/>
                      </a:rPr>
                      <m:t>=(</m:t>
                    </m:r>
                    <m:sSub>
                      <m:sSubPr>
                        <m:ctrlPr>
                          <a:rPr lang="en-GB" sz="1600" i="1" dirty="0">
                            <a:latin typeface="Cambria Math" panose="02040503050406030204" pitchFamily="18" charset="0"/>
                          </a:rPr>
                        </m:ctrlPr>
                      </m:sSubPr>
                      <m:e>
                        <m:r>
                          <a:rPr lang="en-GB" sz="1600" i="1" dirty="0">
                            <a:latin typeface="Cambria Math" panose="02040503050406030204" pitchFamily="18" charset="0"/>
                          </a:rPr>
                          <m:t>𝑥</m:t>
                        </m:r>
                      </m:e>
                      <m:sub>
                        <m:r>
                          <a:rPr lang="en-GB" sz="1600" i="1" dirty="0">
                            <a:latin typeface="Cambria Math" panose="02040503050406030204" pitchFamily="18" charset="0"/>
                          </a:rPr>
                          <m:t>1</m:t>
                        </m:r>
                      </m:sub>
                    </m:sSub>
                    <m:r>
                      <a:rPr lang="en-GB" sz="1600" i="1" dirty="0">
                        <a:latin typeface="Cambria Math" panose="02040503050406030204" pitchFamily="18" charset="0"/>
                      </a:rPr>
                      <m:t>, </m:t>
                    </m:r>
                    <m:sSub>
                      <m:sSubPr>
                        <m:ctrlPr>
                          <a:rPr lang="en-GB" sz="1600" i="1" dirty="0">
                            <a:latin typeface="Cambria Math" panose="02040503050406030204" pitchFamily="18" charset="0"/>
                          </a:rPr>
                        </m:ctrlPr>
                      </m:sSubPr>
                      <m:e>
                        <m:r>
                          <a:rPr lang="en-GB" sz="1600" i="1" dirty="0">
                            <a:latin typeface="Cambria Math" panose="02040503050406030204" pitchFamily="18" charset="0"/>
                          </a:rPr>
                          <m:t>𝑥</m:t>
                        </m:r>
                      </m:e>
                      <m:sub>
                        <m:r>
                          <a:rPr lang="en-GB" sz="1600" i="1" dirty="0">
                            <a:latin typeface="Cambria Math" panose="02040503050406030204" pitchFamily="18" charset="0"/>
                          </a:rPr>
                          <m:t>2</m:t>
                        </m:r>
                      </m:sub>
                    </m:sSub>
                    <m:r>
                      <a:rPr lang="en-GB" sz="1600" i="1" dirty="0">
                        <a:latin typeface="Cambria Math" panose="02040503050406030204" pitchFamily="18" charset="0"/>
                      </a:rPr>
                      <m:t>, . . . , </m:t>
                    </m:r>
                    <m:sSub>
                      <m:sSubPr>
                        <m:ctrlPr>
                          <a:rPr lang="en-GB" sz="1600" i="1" dirty="0" err="1">
                            <a:latin typeface="Cambria Math" panose="02040503050406030204" pitchFamily="18" charset="0"/>
                          </a:rPr>
                        </m:ctrlPr>
                      </m:sSubPr>
                      <m:e>
                        <m:r>
                          <a:rPr lang="en-GB" sz="1600" i="1" dirty="0" err="1">
                            <a:latin typeface="Cambria Math" panose="02040503050406030204" pitchFamily="18" charset="0"/>
                          </a:rPr>
                          <m:t>𝑥</m:t>
                        </m:r>
                      </m:e>
                      <m:sub>
                        <m:r>
                          <a:rPr lang="en-GB" sz="1600" i="1" dirty="0" err="1">
                            <a:latin typeface="Cambria Math" panose="02040503050406030204" pitchFamily="18" charset="0"/>
                          </a:rPr>
                          <m:t>𝑁</m:t>
                        </m:r>
                      </m:sub>
                    </m:sSub>
                    <m:r>
                      <a:rPr lang="en-GB" sz="1600" i="1" dirty="0">
                        <a:latin typeface="Cambria Math" panose="02040503050406030204" pitchFamily="18" charset="0"/>
                      </a:rPr>
                      <m:t> )</m:t>
                    </m:r>
                  </m:oMath>
                </a14:m>
                <a:endParaRPr lang="en-GB" sz="1600" dirty="0"/>
              </a:p>
              <a:p>
                <a:r>
                  <a:rPr lang="en-GB" sz="1600" dirty="0"/>
                  <a:t>For a given position, </a:t>
                </a:r>
                <a14:m>
                  <m:oMath xmlns:m="http://schemas.openxmlformats.org/officeDocument/2006/math">
                    <m:sSub>
                      <m:sSubPr>
                        <m:ctrlPr>
                          <a:rPr lang="en-GB" sz="1600" i="1" dirty="0" smtClean="0">
                            <a:latin typeface="Cambria Math" panose="02040503050406030204" pitchFamily="18" charset="0"/>
                          </a:rPr>
                        </m:ctrlPr>
                      </m:sSubPr>
                      <m:e>
                        <m:r>
                          <a:rPr lang="en-GB" sz="1600" i="1" dirty="0" smtClean="0">
                            <a:latin typeface="Cambria Math" panose="02040503050406030204" pitchFamily="18" charset="0"/>
                          </a:rPr>
                          <m:t>𝑥</m:t>
                        </m:r>
                      </m:e>
                      <m:sub>
                        <m:r>
                          <a:rPr lang="en-GB" sz="1600" i="1" dirty="0" smtClean="0">
                            <a:latin typeface="Cambria Math" panose="02040503050406030204" pitchFamily="18" charset="0"/>
                          </a:rPr>
                          <m:t>𝑖</m:t>
                        </m:r>
                      </m:sub>
                    </m:sSub>
                  </m:oMath>
                </a14:m>
                <a:r>
                  <a:rPr lang="en-GB" sz="1600" dirty="0"/>
                  <a:t>, the error is given by</a:t>
                </a:r>
              </a:p>
              <a:p>
                <a:pPr marL="0" indent="0">
                  <a:buNone/>
                </a:pPr>
                <a14:m>
                  <m:oMathPara xmlns:m="http://schemas.openxmlformats.org/officeDocument/2006/math">
                    <m:oMath>
                      <m:sSub>
                        <m:sSubPr>
                          <m:ctrlPr>
                            <a:rPr lang="en-GB" sz="1600" i="1" dirty="0" smtClean="0">
                              <a:latin typeface="Cambria Math" panose="02040503050406030204" pitchFamily="18" charset="0"/>
                            </a:rPr>
                          </m:ctrlPr>
                        </m:sSubPr>
                        <m:e>
                          <m:r>
                            <a:rPr lang="en-GB" sz="1600" i="1" dirty="0" smtClean="0">
                              <a:latin typeface="Cambria Math" panose="02040503050406030204" pitchFamily="18" charset="0"/>
                            </a:rPr>
                            <m:t>𝐸</m:t>
                          </m:r>
                        </m:e>
                        <m:sub>
                          <m:r>
                            <a:rPr lang="en-GB" sz="1600" i="1" dirty="0" smtClean="0">
                              <a:latin typeface="Cambria Math" panose="02040503050406030204" pitchFamily="18" charset="0"/>
                            </a:rPr>
                            <m:t>𝑖</m:t>
                          </m:r>
                        </m:sub>
                      </m:sSub>
                      <m:r>
                        <a:rPr lang="en-GB" sz="1600" i="1" dirty="0" smtClean="0">
                          <a:latin typeface="Cambria Math" panose="02040503050406030204" pitchFamily="18" charset="0"/>
                        </a:rPr>
                        <m:t> = </m:t>
                      </m:r>
                      <m:sSub>
                        <m:sSubPr>
                          <m:ctrlPr>
                            <a:rPr lang="en-GB" sz="1600" i="1" dirty="0" smtClean="0">
                              <a:latin typeface="Cambria Math" panose="02040503050406030204" pitchFamily="18" charset="0"/>
                            </a:rPr>
                          </m:ctrlPr>
                        </m:sSubPr>
                        <m:e>
                          <m:r>
                            <a:rPr lang="en-GB" sz="1600" i="1" dirty="0" smtClean="0">
                              <a:latin typeface="Cambria Math" panose="02040503050406030204" pitchFamily="18" charset="0"/>
                            </a:rPr>
                            <m:t>𝑏</m:t>
                          </m:r>
                        </m:e>
                        <m:sub>
                          <m:r>
                            <a:rPr lang="en-GB" sz="1600" i="1" dirty="0" smtClean="0">
                              <a:latin typeface="Cambria Math" panose="02040503050406030204" pitchFamily="18" charset="0"/>
                            </a:rPr>
                            <m:t>𝑖</m:t>
                          </m:r>
                        </m:sub>
                      </m:sSub>
                      <m:r>
                        <a:rPr lang="en-GB" sz="1600" i="1" dirty="0" smtClean="0">
                          <a:latin typeface="Cambria Math" panose="02040503050406030204" pitchFamily="18" charset="0"/>
                        </a:rPr>
                        <m:t> − </m:t>
                      </m:r>
                      <m:r>
                        <a:rPr lang="en-GB" sz="1600" i="1" dirty="0" smtClean="0">
                          <a:latin typeface="Cambria Math" panose="02040503050406030204" pitchFamily="18" charset="0"/>
                        </a:rPr>
                        <m:t>𝐵</m:t>
                      </m:r>
                      <m:r>
                        <a:rPr lang="en-GB" sz="1600" i="1" dirty="0" smtClean="0">
                          <a:latin typeface="Cambria Math" panose="02040503050406030204" pitchFamily="18" charset="0"/>
                        </a:rPr>
                        <m:t>(</m:t>
                      </m:r>
                      <m:sSub>
                        <m:sSubPr>
                          <m:ctrlPr>
                            <a:rPr lang="en-GB" sz="1600" i="1" dirty="0" smtClean="0">
                              <a:latin typeface="Cambria Math" panose="02040503050406030204" pitchFamily="18" charset="0"/>
                            </a:rPr>
                          </m:ctrlPr>
                        </m:sSubPr>
                        <m:e>
                          <m:r>
                            <a:rPr lang="en-GB" sz="1600" i="1" dirty="0" smtClean="0">
                              <a:latin typeface="Cambria Math" panose="02040503050406030204" pitchFamily="18" charset="0"/>
                            </a:rPr>
                            <m:t>𝑥</m:t>
                          </m:r>
                        </m:e>
                        <m:sub>
                          <m:r>
                            <a:rPr lang="en-GB" sz="1600" i="1" dirty="0" smtClean="0">
                              <a:latin typeface="Cambria Math" panose="02040503050406030204" pitchFamily="18" charset="0"/>
                            </a:rPr>
                            <m:t>𝑖</m:t>
                          </m:r>
                        </m:sub>
                      </m:sSub>
                      <m:r>
                        <a:rPr lang="en-GB" sz="1600" i="1" dirty="0" smtClean="0">
                          <a:latin typeface="Cambria Math" panose="02040503050406030204" pitchFamily="18" charset="0"/>
                        </a:rPr>
                        <m:t>)</m:t>
                      </m:r>
                    </m:oMath>
                  </m:oMathPara>
                </a14:m>
                <a:endParaRPr lang="en-GB" sz="1600" dirty="0"/>
              </a:p>
              <a:p>
                <a:r>
                  <a:rPr lang="en-GB" sz="1600" dirty="0"/>
                  <a:t>Effectively we want to sum up the error, but it needs to be appropriately weighted</a:t>
                </a:r>
              </a:p>
              <a:p>
                <a:r>
                  <a:rPr lang="en-GB" sz="1600" dirty="0"/>
                  <a:t>For example, if 100 points all had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𝐸</m:t>
                        </m:r>
                      </m:e>
                      <m:sub>
                        <m:r>
                          <a:rPr lang="en-GB" sz="1600" b="0" i="1" smtClean="0">
                            <a:latin typeface="Cambria Math" panose="02040503050406030204" pitchFamily="18" charset="0"/>
                          </a:rPr>
                          <m:t>𝑖</m:t>
                        </m:r>
                        <m:r>
                          <a:rPr lang="en-GB" sz="1600" b="0" i="1" smtClean="0">
                            <a:latin typeface="Cambria Math" panose="02040503050406030204" pitchFamily="18" charset="0"/>
                          </a:rPr>
                          <m:t>,100</m:t>
                        </m:r>
                      </m:sub>
                    </m:sSub>
                    <m:r>
                      <a:rPr lang="en-GB" sz="1600" b="0" i="1" smtClean="0">
                        <a:latin typeface="Cambria Math" panose="02040503050406030204" pitchFamily="18" charset="0"/>
                      </a:rPr>
                      <m:t>=0.01</m:t>
                    </m:r>
                  </m:oMath>
                </a14:m>
                <a:r>
                  <a:rPr lang="en-GB" sz="1600" dirty="0"/>
                  <a:t>, and 200 points had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𝐸</m:t>
                        </m:r>
                      </m:e>
                      <m:sub>
                        <m:r>
                          <a:rPr lang="en-GB" sz="1600" b="0" i="1" smtClean="0">
                            <a:latin typeface="Cambria Math" panose="02040503050406030204" pitchFamily="18" charset="0"/>
                          </a:rPr>
                          <m:t>𝑖</m:t>
                        </m:r>
                        <m:r>
                          <a:rPr lang="en-GB" sz="1600" b="0" i="1" smtClean="0">
                            <a:latin typeface="Cambria Math" panose="02040503050406030204" pitchFamily="18" charset="0"/>
                          </a:rPr>
                          <m:t>,200</m:t>
                        </m:r>
                      </m:sub>
                    </m:sSub>
                    <m:r>
                      <a:rPr lang="en-GB" sz="1600" b="0" i="1" smtClean="0">
                        <a:latin typeface="Cambria Math" panose="02040503050406030204" pitchFamily="18" charset="0"/>
                      </a:rPr>
                      <m:t>=0.005</m:t>
                    </m:r>
                  </m:oMath>
                </a14:m>
                <a:r>
                  <a:rPr lang="en-GB" sz="1600" dirty="0"/>
                  <a:t>, then an unweighted 1-norm would have</a:t>
                </a:r>
                <a:r>
                  <a:rPr lang="en-US" sz="1600" dirty="0"/>
                  <a:t> </a:t>
                </a:r>
                <a14:m>
                  <m:oMath xmlns:m="http://schemas.openxmlformats.org/officeDocument/2006/math">
                    <m:nary>
                      <m:naryPr>
                        <m:chr m:val="∑"/>
                        <m:ctrlPr>
                          <a:rPr lang="en-US" sz="1600" i="1">
                            <a:latin typeface="Cambria Math" panose="02040503050406030204" pitchFamily="18" charset="0"/>
                          </a:rPr>
                        </m:ctrlPr>
                      </m:naryPr>
                      <m:sub>
                        <m:r>
                          <m:rPr>
                            <m:brk m:alnAt="23"/>
                          </m:rPr>
                          <a:rPr lang="en-US" sz="1600" i="1">
                            <a:latin typeface="Cambria Math" panose="02040503050406030204" pitchFamily="18" charset="0"/>
                          </a:rPr>
                          <m:t>𝑖</m:t>
                        </m:r>
                        <m:r>
                          <a:rPr lang="en-US" sz="1600" i="1">
                            <a:latin typeface="Cambria Math" panose="02040503050406030204" pitchFamily="18" charset="0"/>
                          </a:rPr>
                          <m:t>=1</m:t>
                        </m:r>
                      </m:sub>
                      <m:sup>
                        <m:r>
                          <a:rPr lang="en-US" sz="1600" i="1">
                            <a:latin typeface="Cambria Math" panose="02040503050406030204" pitchFamily="18" charset="0"/>
                          </a:rPr>
                          <m:t>𝑁</m:t>
                        </m:r>
                      </m:sup>
                      <m:e>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𝐸</m:t>
                                </m:r>
                              </m:e>
                              <m:sub>
                                <m:r>
                                  <a:rPr lang="en-US" sz="1600" i="1">
                                    <a:latin typeface="Cambria Math" panose="02040503050406030204" pitchFamily="18" charset="0"/>
                                  </a:rPr>
                                  <m:t>𝑖</m:t>
                                </m:r>
                                <m:r>
                                  <a:rPr lang="en-GB" sz="1600" b="0" i="1" smtClean="0">
                                    <a:latin typeface="Cambria Math" panose="02040503050406030204" pitchFamily="18" charset="0"/>
                                  </a:rPr>
                                  <m:t>,100</m:t>
                                </m:r>
                              </m:sub>
                            </m:sSub>
                          </m:e>
                        </m:d>
                        <m:r>
                          <a:rPr lang="en-GB" sz="1600" b="0" i="1" smtClean="0">
                            <a:latin typeface="Cambria Math" panose="02040503050406030204" pitchFamily="18" charset="0"/>
                          </a:rPr>
                          <m:t>=1</m:t>
                        </m:r>
                      </m:e>
                    </m:nary>
                  </m:oMath>
                </a14:m>
                <a:r>
                  <a:rPr lang="en-GB" sz="1600" dirty="0"/>
                  <a:t>, and </a:t>
                </a:r>
                <a14:m>
                  <m:oMath xmlns:m="http://schemas.openxmlformats.org/officeDocument/2006/math">
                    <m:nary>
                      <m:naryPr>
                        <m:chr m:val="∑"/>
                        <m:ctrlPr>
                          <a:rPr lang="en-US" sz="1600" i="1">
                            <a:latin typeface="Cambria Math" panose="02040503050406030204" pitchFamily="18" charset="0"/>
                          </a:rPr>
                        </m:ctrlPr>
                      </m:naryPr>
                      <m:sub>
                        <m:r>
                          <m:rPr>
                            <m:brk m:alnAt="23"/>
                          </m:rPr>
                          <a:rPr lang="en-US" sz="1600" i="1">
                            <a:latin typeface="Cambria Math" panose="02040503050406030204" pitchFamily="18" charset="0"/>
                          </a:rPr>
                          <m:t>𝑖</m:t>
                        </m:r>
                        <m:r>
                          <a:rPr lang="en-US" sz="1600" i="1">
                            <a:latin typeface="Cambria Math" panose="02040503050406030204" pitchFamily="18" charset="0"/>
                          </a:rPr>
                          <m:t>=1</m:t>
                        </m:r>
                      </m:sub>
                      <m:sup>
                        <m:r>
                          <a:rPr lang="en-US" sz="1600" i="1">
                            <a:latin typeface="Cambria Math" panose="02040503050406030204" pitchFamily="18" charset="0"/>
                          </a:rPr>
                          <m:t>𝑁</m:t>
                        </m:r>
                      </m:sup>
                      <m:e>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𝐸</m:t>
                                </m:r>
                              </m:e>
                              <m:sub>
                                <m:r>
                                  <a:rPr lang="en-US" sz="1600" i="1">
                                    <a:latin typeface="Cambria Math" panose="02040503050406030204" pitchFamily="18" charset="0"/>
                                  </a:rPr>
                                  <m:t>𝑖</m:t>
                                </m:r>
                                <m:r>
                                  <a:rPr lang="en-GB" sz="1600" i="1">
                                    <a:latin typeface="Cambria Math" panose="02040503050406030204" pitchFamily="18" charset="0"/>
                                  </a:rPr>
                                  <m:t>,</m:t>
                                </m:r>
                                <m:r>
                                  <a:rPr lang="en-GB" sz="1600" b="0" i="1" smtClean="0">
                                    <a:latin typeface="Cambria Math" panose="02040503050406030204" pitchFamily="18" charset="0"/>
                                  </a:rPr>
                                  <m:t>2</m:t>
                                </m:r>
                                <m:r>
                                  <a:rPr lang="en-GB" sz="1600" i="1">
                                    <a:latin typeface="Cambria Math" panose="02040503050406030204" pitchFamily="18" charset="0"/>
                                  </a:rPr>
                                  <m:t>00</m:t>
                                </m:r>
                              </m:sub>
                            </m:sSub>
                          </m:e>
                        </m:d>
                        <m:r>
                          <a:rPr lang="en-GB" sz="1600" i="1">
                            <a:latin typeface="Cambria Math" panose="02040503050406030204" pitchFamily="18" charset="0"/>
                          </a:rPr>
                          <m:t>=1</m:t>
                        </m:r>
                      </m:e>
                    </m:nary>
                  </m:oMath>
                </a14:m>
                <a:r>
                  <a:rPr lang="en-GB" sz="1600" dirty="0"/>
                  <a:t>, even though clearly the 200 point version has lower error for each point!</a:t>
                </a:r>
              </a:p>
              <a:p>
                <a:r>
                  <a:rPr lang="en-GB" sz="1600" dirty="0"/>
                  <a:t>If each of the positions is equally distributed in space, the </a:t>
                </a:r>
                <a:r>
                  <a:rPr lang="en-GB" sz="1600" b="1" dirty="0"/>
                  <a:t>error norms </a:t>
                </a:r>
                <a:r>
                  <a:rPr lang="en-GB" sz="1600" dirty="0"/>
                  <a:t>are defined by</a:t>
                </a:r>
              </a:p>
            </p:txBody>
          </p:sp>
        </mc:Choice>
        <mc:Fallback xmlns="">
          <p:sp>
            <p:nvSpPr>
              <p:cNvPr id="9" name="Content Placeholder 4">
                <a:extLst>
                  <a:ext uri="{FF2B5EF4-FFF2-40B4-BE49-F238E27FC236}">
                    <a16:creationId xmlns:a16="http://schemas.microsoft.com/office/drawing/2014/main" id="{134376FB-3D37-4331-C49A-DAF0A466DA83}"/>
                  </a:ext>
                </a:extLst>
              </p:cNvPr>
              <p:cNvSpPr>
                <a:spLocks noGrp="1" noRot="1" noChangeAspect="1" noMove="1" noResize="1" noEditPoints="1" noAdjustHandles="1" noChangeArrowheads="1" noChangeShapeType="1" noTextEdit="1"/>
              </p:cNvSpPr>
              <p:nvPr>
                <p:ph sz="half" idx="10"/>
              </p:nvPr>
            </p:nvSpPr>
            <p:spPr>
              <a:xfrm>
                <a:off x="417505" y="1868129"/>
                <a:ext cx="11145847" cy="4572000"/>
              </a:xfrm>
              <a:blipFill>
                <a:blip r:embed="rId2"/>
                <a:stretch>
                  <a:fillRect l="-21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1C603CE-E360-B1EA-37C1-00E5B324BE26}"/>
                  </a:ext>
                </a:extLst>
              </p:cNvPr>
              <p:cNvSpPr txBox="1"/>
              <p:nvPr/>
            </p:nvSpPr>
            <p:spPr>
              <a:xfrm>
                <a:off x="5216114" y="5362605"/>
                <a:ext cx="3291670" cy="957570"/>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e>
                          </m:d>
                        </m:e>
                        <m:sub>
                          <m:r>
                            <a:rPr lang="en-US" b="0" i="1" smtClean="0">
                              <a:latin typeface="Cambria Math" panose="02040503050406030204" pitchFamily="18" charset="0"/>
                            </a:rPr>
                            <m:t>𝑝</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num>
                                <m:den>
                                  <m:r>
                                    <a:rPr lang="en-US" b="0" i="1" smtClean="0">
                                      <a:latin typeface="Cambria Math" panose="02040503050406030204" pitchFamily="18" charset="0"/>
                                    </a:rPr>
                                    <m:t>𝑁</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𝑝</m:t>
                                      </m:r>
                                    </m:sup>
                                  </m:sSup>
                                </m:e>
                              </m:nary>
                            </m:e>
                          </m:d>
                        </m:e>
                        <m:sup>
                          <m:r>
                            <a:rPr lang="en-US" b="0" i="1" smtClean="0">
                              <a:latin typeface="Cambria Math" panose="02040503050406030204" pitchFamily="18" charset="0"/>
                            </a:rPr>
                            <m:t>1/</m:t>
                          </m:r>
                          <m:r>
                            <a:rPr lang="en-US" b="0" i="1" smtClean="0">
                              <a:latin typeface="Cambria Math" panose="02040503050406030204" pitchFamily="18" charset="0"/>
                            </a:rPr>
                            <m:t>𝑝</m:t>
                          </m:r>
                        </m:sup>
                      </m:sSup>
                    </m:oMath>
                  </m:oMathPara>
                </a14:m>
                <a:endParaRPr lang="en-GB" dirty="0"/>
              </a:p>
            </p:txBody>
          </p:sp>
        </mc:Choice>
        <mc:Fallback xmlns="">
          <p:sp>
            <p:nvSpPr>
              <p:cNvPr id="10" name="TextBox 9">
                <a:extLst>
                  <a:ext uri="{FF2B5EF4-FFF2-40B4-BE49-F238E27FC236}">
                    <a16:creationId xmlns:a16="http://schemas.microsoft.com/office/drawing/2014/main" id="{71C603CE-E360-B1EA-37C1-00E5B324BE26}"/>
                  </a:ext>
                </a:extLst>
              </p:cNvPr>
              <p:cNvSpPr txBox="1">
                <a:spLocks noRot="1" noChangeAspect="1" noMove="1" noResize="1" noEditPoints="1" noAdjustHandles="1" noChangeArrowheads="1" noChangeShapeType="1" noTextEdit="1"/>
              </p:cNvSpPr>
              <p:nvPr/>
            </p:nvSpPr>
            <p:spPr>
              <a:xfrm>
                <a:off x="5216114" y="5362605"/>
                <a:ext cx="3291670" cy="957570"/>
              </a:xfrm>
              <a:prstGeom prst="rect">
                <a:avLst/>
              </a:prstGeom>
              <a:blipFill>
                <a:blip r:embed="rId3"/>
                <a:stretch>
                  <a:fillRect/>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error norms</a:t>
            </a:r>
          </a:p>
        </p:txBody>
      </p:sp>
      <mc:AlternateContent xmlns:mc="http://schemas.openxmlformats.org/markup-compatibility/2006">
        <mc:Choice xmlns:a14="http://schemas.microsoft.com/office/drawing/2010/main" Requires="a14">
          <p:sp>
            <p:nvSpPr>
              <p:cNvPr id="9" name="Content Placeholder 4">
                <a:extLst>
                  <a:ext uri="{FF2B5EF4-FFF2-40B4-BE49-F238E27FC236}">
                    <a16:creationId xmlns:a16="http://schemas.microsoft.com/office/drawing/2014/main" id="{11F1E6D3-DDE6-2BA2-F945-86ED0B252B3F}"/>
                  </a:ext>
                </a:extLst>
              </p:cNvPr>
              <p:cNvSpPr>
                <a:spLocks noGrp="1"/>
              </p:cNvSpPr>
              <p:nvPr>
                <p:ph sz="half" idx="10"/>
              </p:nvPr>
            </p:nvSpPr>
            <p:spPr>
              <a:xfrm>
                <a:off x="417505" y="1868129"/>
                <a:ext cx="11145847" cy="4572000"/>
              </a:xfrm>
            </p:spPr>
            <p:txBody>
              <a:bodyPr>
                <a:normAutofit/>
              </a:bodyPr>
              <a:lstStyle/>
              <a:p>
                <a:r>
                  <a:rPr lang="en-GB" sz="1600" dirty="0"/>
                  <a:t>In theory, all error norms (any value of </a:t>
                </a:r>
                <a14:m>
                  <m:oMath xmlns:m="http://schemas.openxmlformats.org/officeDocument/2006/math">
                    <m:r>
                      <a:rPr lang="en-US" sz="1600" b="0" i="1" smtClean="0">
                        <a:latin typeface="Cambria Math" panose="02040503050406030204" pitchFamily="18" charset="0"/>
                      </a:rPr>
                      <m:t>𝑝</m:t>
                    </m:r>
                  </m:oMath>
                </a14:m>
                <a:r>
                  <a:rPr lang="en-GB" sz="1600" dirty="0"/>
                  <a:t>) provide a useful measure or error, but in practice, it is rare to find anyone using a 4-norm, or a 23-norm</a:t>
                </a:r>
              </a:p>
              <a:p>
                <a:r>
                  <a:rPr lang="en-GB" sz="1600" dirty="0"/>
                  <a:t>It is most common to see the 1-norm (particularly for nonlinear problems), 2-norm (particularly for linear problems) and </a:t>
                </a:r>
                <a14:m>
                  <m:oMath xmlns:m="http://schemas.openxmlformats.org/officeDocument/2006/math">
                    <m:r>
                      <a:rPr lang="en-GB" sz="1600" i="1" dirty="0" smtClean="0">
                        <a:latin typeface="Cambria Math" panose="02040503050406030204" pitchFamily="18" charset="0"/>
                      </a:rPr>
                      <m:t>∞</m:t>
                    </m:r>
                  </m:oMath>
                </a14:m>
                <a:r>
                  <a:rPr lang="en-GB" sz="1600" dirty="0"/>
                  <a:t>-norm (particularly for smooth problems)</a:t>
                </a:r>
              </a:p>
              <a:p>
                <a:r>
                  <a:rPr lang="en-GB" sz="1600" dirty="0"/>
                  <a:t>The </a:t>
                </a:r>
                <a14:m>
                  <m:oMath xmlns:m="http://schemas.openxmlformats.org/officeDocument/2006/math">
                    <m:r>
                      <a:rPr lang="en-GB" sz="1600" i="1" dirty="0" smtClean="0">
                        <a:latin typeface="Cambria Math" panose="02040503050406030204" pitchFamily="18" charset="0"/>
                      </a:rPr>
                      <m:t>∞</m:t>
                    </m:r>
                  </m:oMath>
                </a14:m>
                <a:r>
                  <a:rPr lang="en-GB" sz="1600" dirty="0"/>
                  <a:t>-norm is the limit of the error norms as </a:t>
                </a:r>
                <a14:m>
                  <m:oMath xmlns:m="http://schemas.openxmlformats.org/officeDocument/2006/math">
                    <m:r>
                      <a:rPr lang="en-GB" sz="1600" i="1" dirty="0" smtClean="0">
                        <a:latin typeface="Cambria Math" panose="02040503050406030204" pitchFamily="18" charset="0"/>
                      </a:rPr>
                      <m:t>𝑝</m:t>
                    </m:r>
                    <m:r>
                      <a:rPr lang="en-GB" sz="1600" i="1" dirty="0" smtClean="0">
                        <a:latin typeface="Cambria Math" panose="02040503050406030204" pitchFamily="18" charset="0"/>
                      </a:rPr>
                      <m:t>→∞</m:t>
                    </m:r>
                  </m:oMath>
                </a14:m>
                <a:endParaRPr lang="en-GB" sz="1600" dirty="0"/>
              </a:p>
              <a:p>
                <a:r>
                  <a:rPr lang="en-GB" sz="1600" dirty="0"/>
                  <a:t>In this limit:</a:t>
                </a:r>
              </a:p>
              <a:p>
                <a:endParaRPr lang="en-GB" sz="1600" dirty="0"/>
              </a:p>
              <a:p>
                <a:r>
                  <a:rPr lang="en-GB" sz="1600" dirty="0"/>
                  <a:t>As a result, </a:t>
                </a:r>
                <a14:m>
                  <m:oMath xmlns:m="http://schemas.openxmlformats.org/officeDocument/2006/math">
                    <m:sSub>
                      <m:sSubPr>
                        <m:ctrlPr>
                          <a:rPr lang="en-US" sz="1600" i="1">
                            <a:latin typeface="Cambria Math" panose="02040503050406030204" pitchFamily="18" charset="0"/>
                          </a:rPr>
                        </m:ctrlPr>
                      </m:sSubPr>
                      <m:e>
                        <m:d>
                          <m:dPr>
                            <m:begChr m:val="|"/>
                            <m:endChr m:val="|"/>
                            <m:ctrlPr>
                              <a:rPr lang="en-US" sz="1600" i="1">
                                <a:latin typeface="Cambria Math" panose="02040503050406030204" pitchFamily="18" charset="0"/>
                              </a:rPr>
                            </m:ctrlPr>
                          </m:dPr>
                          <m:e>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𝐸</m:t>
                                </m:r>
                              </m:e>
                            </m:d>
                          </m:e>
                        </m:d>
                      </m:e>
                      <m:sub>
                        <m:r>
                          <a:rPr lang="en-US" sz="1600" i="1">
                            <a:latin typeface="Cambria Math" panose="02040503050406030204" pitchFamily="18" charset="0"/>
                          </a:rPr>
                          <m:t>∞</m:t>
                        </m:r>
                      </m:sub>
                    </m:sSub>
                    <m:r>
                      <a:rPr lang="en-US" sz="1600" i="1">
                        <a:latin typeface="Cambria Math" panose="02040503050406030204" pitchFamily="18" charset="0"/>
                      </a:rPr>
                      <m:t>=</m:t>
                    </m:r>
                    <m:func>
                      <m:funcPr>
                        <m:ctrlPr>
                          <a:rPr lang="en-US" sz="1600" i="1">
                            <a:latin typeface="Cambria Math" panose="02040503050406030204" pitchFamily="18" charset="0"/>
                          </a:rPr>
                        </m:ctrlPr>
                      </m:funcPr>
                      <m:fName>
                        <m:limLow>
                          <m:limLowPr>
                            <m:ctrlPr>
                              <a:rPr lang="en-US" sz="1600">
                                <a:latin typeface="Cambria Math" panose="02040503050406030204" pitchFamily="18" charset="0"/>
                              </a:rPr>
                            </m:ctrlPr>
                          </m:limLowPr>
                          <m:e>
                            <m:r>
                              <m:rPr>
                                <m:sty m:val="p"/>
                              </m:rPr>
                              <a:rPr lang="en-US" sz="1600">
                                <a:latin typeface="Cambria Math" panose="02040503050406030204" pitchFamily="18" charset="0"/>
                              </a:rPr>
                              <m:t>max</m:t>
                            </m:r>
                          </m:e>
                          <m:lim>
                            <m:r>
                              <a:rPr lang="en-US" sz="1600" i="1">
                                <a:latin typeface="Cambria Math" panose="02040503050406030204" pitchFamily="18" charset="0"/>
                              </a:rPr>
                              <m:t>𝑖</m:t>
                            </m:r>
                          </m:lim>
                        </m:limLow>
                      </m:fName>
                      <m:e>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𝐸</m:t>
                                </m:r>
                              </m:e>
                              <m:sub>
                                <m:r>
                                  <a:rPr lang="en-US" sz="1600" i="1">
                                    <a:latin typeface="Cambria Math" panose="02040503050406030204" pitchFamily="18" charset="0"/>
                                  </a:rPr>
                                  <m:t>𝑖</m:t>
                                </m:r>
                              </m:sub>
                            </m:sSub>
                          </m:e>
                        </m:d>
                      </m:e>
                    </m:func>
                  </m:oMath>
                </a14:m>
                <a:endParaRPr lang="en-GB" sz="1600" dirty="0"/>
              </a:p>
              <a:p>
                <a:pPr lvl="1"/>
                <a:endParaRPr lang="en-GB" sz="1450" dirty="0"/>
              </a:p>
            </p:txBody>
          </p:sp>
        </mc:Choice>
        <mc:Fallback>
          <p:sp>
            <p:nvSpPr>
              <p:cNvPr id="9" name="Content Placeholder 4">
                <a:extLst>
                  <a:ext uri="{FF2B5EF4-FFF2-40B4-BE49-F238E27FC236}">
                    <a16:creationId xmlns:a16="http://schemas.microsoft.com/office/drawing/2014/main" id="{11F1E6D3-DDE6-2BA2-F945-86ED0B252B3F}"/>
                  </a:ext>
                </a:extLst>
              </p:cNvPr>
              <p:cNvSpPr>
                <a:spLocks noGrp="1" noRot="1" noChangeAspect="1" noMove="1" noResize="1" noEditPoints="1" noAdjustHandles="1" noChangeArrowheads="1" noChangeShapeType="1" noTextEdit="1"/>
              </p:cNvSpPr>
              <p:nvPr>
                <p:ph sz="half" idx="10"/>
              </p:nvPr>
            </p:nvSpPr>
            <p:spPr>
              <a:xfrm>
                <a:off x="417505" y="1868129"/>
                <a:ext cx="11145847" cy="4572000"/>
              </a:xfrm>
              <a:blipFill>
                <a:blip r:embed="rId2"/>
                <a:stretch>
                  <a:fillRect l="-21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ABE4174-6CDC-33C2-65BA-5DE3002FBB83}"/>
                  </a:ext>
                </a:extLst>
              </p:cNvPr>
              <p:cNvSpPr txBox="1"/>
              <p:nvPr/>
            </p:nvSpPr>
            <p:spPr>
              <a:xfrm>
                <a:off x="2554654" y="4154129"/>
                <a:ext cx="2459904" cy="778931"/>
              </a:xfrm>
              <a:prstGeom prst="rect">
                <a:avLst/>
              </a:prstGeom>
              <a:noFill/>
            </p:spPr>
            <p:txBody>
              <a:bodyPr wrap="none" lIns="0" tIns="0" rIns="0" bIns="0" rtlCol="0">
                <a:spAutoFit/>
              </a:bodyPr>
              <a:lstStyle/>
              <a:p>
                <a:pPr/>
                <a14:m>
                  <m:oMathPara xmlns:m="http://schemas.openxmlformats.org/officeDocument/2006/math">
                    <m:oMath>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𝑝</m:t>
                              </m:r>
                              <m:r>
                                <a:rPr lang="en-US" b="0" i="1" smtClean="0">
                                  <a:latin typeface="Cambria Math" panose="02040503050406030204" pitchFamily="18" charset="0"/>
                                </a:rPr>
                                <m:t>→∞</m:t>
                              </m:r>
                            </m:lim>
                          </m:limLow>
                        </m:fName>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𝑁</m:t>
                              </m:r>
                            </m:sup>
                            <m:e>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𝑖</m:t>
                                          </m:r>
                                        </m:sub>
                                      </m:sSub>
                                    </m:e>
                                  </m:d>
                                </m:e>
                                <m:sup>
                                  <m:r>
                                    <a:rPr lang="en-US" i="1">
                                      <a:latin typeface="Cambria Math" panose="02040503050406030204" pitchFamily="18" charset="0"/>
                                    </a:rPr>
                                    <m:t>𝑝</m:t>
                                  </m:r>
                                </m:sup>
                              </m:sSup>
                            </m:e>
                          </m:nary>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𝑖</m:t>
                              </m:r>
                            </m:lim>
                          </m:limLow>
                        </m:fName>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𝑝</m:t>
                              </m:r>
                            </m:sup>
                          </m:sSup>
                        </m:e>
                      </m:func>
                    </m:oMath>
                  </m:oMathPara>
                </a14:m>
                <a:endParaRPr lang="en-GB" dirty="0"/>
              </a:p>
            </p:txBody>
          </p:sp>
        </mc:Choice>
        <mc:Fallback xmlns="">
          <p:sp>
            <p:nvSpPr>
              <p:cNvPr id="10" name="TextBox 9">
                <a:extLst>
                  <a:ext uri="{FF2B5EF4-FFF2-40B4-BE49-F238E27FC236}">
                    <a16:creationId xmlns:a16="http://schemas.microsoft.com/office/drawing/2014/main" id="{6ABE4174-6CDC-33C2-65BA-5DE3002FBB83}"/>
                  </a:ext>
                </a:extLst>
              </p:cNvPr>
              <p:cNvSpPr txBox="1">
                <a:spLocks noRot="1" noChangeAspect="1" noMove="1" noResize="1" noEditPoints="1" noAdjustHandles="1" noChangeArrowheads="1" noChangeShapeType="1" noTextEdit="1"/>
              </p:cNvSpPr>
              <p:nvPr/>
            </p:nvSpPr>
            <p:spPr>
              <a:xfrm>
                <a:off x="2554654" y="4154129"/>
                <a:ext cx="2459904" cy="77893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2F90013-07AA-9287-4861-B997F5ED207A}"/>
                  </a:ext>
                </a:extLst>
              </p:cNvPr>
              <p:cNvSpPr txBox="1"/>
              <p:nvPr/>
            </p:nvSpPr>
            <p:spPr>
              <a:xfrm>
                <a:off x="6472809" y="4247535"/>
                <a:ext cx="2435603" cy="688202"/>
              </a:xfrm>
              <a:prstGeom prst="rect">
                <a:avLst/>
              </a:prstGeom>
              <a:noFill/>
            </p:spPr>
            <p:txBody>
              <a:bodyPr wrap="none" lIns="0" tIns="0" rIns="0" bIns="0" rtlCol="0">
                <a:spAutoFit/>
              </a:bodyPr>
              <a:lstStyle/>
              <a:p>
                <a:pPr/>
                <a14:m>
                  <m:oMathPara xmlns:m="http://schemas.openxmlformats.org/officeDocument/2006/math">
                    <m:oMath>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𝑝</m:t>
                              </m:r>
                              <m:r>
                                <a:rPr lang="en-US" b="0" i="1" smtClean="0">
                                  <a:latin typeface="Cambria Math" panose="02040503050406030204" pitchFamily="18" charset="0"/>
                                </a:rPr>
                                <m:t>→∞</m:t>
                              </m:r>
                            </m:lim>
                          </m:limLow>
                        </m:fName>
                        <m:e>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𝑁</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num>
                                    <m:den>
                                      <m:r>
                                        <a:rPr lang="en-US" i="1">
                                          <a:latin typeface="Cambria Math" panose="02040503050406030204" pitchFamily="18" charset="0"/>
                                        </a:rPr>
                                        <m:t>𝑁</m:t>
                                      </m:r>
                                    </m:den>
                                  </m:f>
                                </m:e>
                              </m:d>
                            </m:e>
                            <m:sup>
                              <m:r>
                                <a:rPr lang="en-US" b="0" i="1" smtClean="0">
                                  <a:latin typeface="Cambria Math" panose="02040503050406030204" pitchFamily="18" charset="0"/>
                                </a:rPr>
                                <m:t>1/</m:t>
                              </m:r>
                              <m:r>
                                <a:rPr lang="en-US" b="0" i="1" smtClean="0">
                                  <a:latin typeface="Cambria Math" panose="02040503050406030204" pitchFamily="18" charset="0"/>
                                </a:rPr>
                                <m:t>𝑝</m:t>
                              </m:r>
                            </m:sup>
                          </m:sSup>
                        </m:e>
                      </m:func>
                      <m:r>
                        <a:rPr lang="en-US" b="0" i="1" smtClean="0">
                          <a:latin typeface="Cambria Math" panose="02040503050406030204" pitchFamily="18" charset="0"/>
                        </a:rPr>
                        <m:t>=1</m:t>
                      </m:r>
                    </m:oMath>
                  </m:oMathPara>
                </a14:m>
                <a:endParaRPr lang="en-GB"/>
              </a:p>
            </p:txBody>
          </p:sp>
        </mc:Choice>
        <mc:Fallback xmlns="">
          <p:sp>
            <p:nvSpPr>
              <p:cNvPr id="11" name="TextBox 10">
                <a:extLst>
                  <a:ext uri="{FF2B5EF4-FFF2-40B4-BE49-F238E27FC236}">
                    <a16:creationId xmlns:a16="http://schemas.microsoft.com/office/drawing/2014/main" id="{12F90013-07AA-9287-4861-B997F5ED207A}"/>
                  </a:ext>
                </a:extLst>
              </p:cNvPr>
              <p:cNvSpPr txBox="1">
                <a:spLocks noRot="1" noChangeAspect="1" noMove="1" noResize="1" noEditPoints="1" noAdjustHandles="1" noChangeArrowheads="1" noChangeShapeType="1" noTextEdit="1"/>
              </p:cNvSpPr>
              <p:nvPr/>
            </p:nvSpPr>
            <p:spPr>
              <a:xfrm>
                <a:off x="6472809" y="4247535"/>
                <a:ext cx="2435603" cy="68820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8BF187A-5517-C0E3-D761-A65D3720B1D4}"/>
                  </a:ext>
                </a:extLst>
              </p:cNvPr>
              <p:cNvSpPr txBox="1"/>
              <p:nvPr/>
            </p:nvSpPr>
            <p:spPr>
              <a:xfrm>
                <a:off x="6312513" y="3172022"/>
                <a:ext cx="4698124" cy="923330"/>
              </a:xfrm>
              <a:prstGeom prst="rect">
                <a:avLst/>
              </a:prstGeom>
              <a:noFill/>
            </p:spPr>
            <p:txBody>
              <a:bodyPr wrap="square" rtlCol="0">
                <a:spAutoFit/>
              </a:bodyPr>
              <a:lstStyle/>
              <a:p>
                <a:r>
                  <a:rPr lang="en-GB" dirty="0"/>
                  <a:t>When </a:t>
                </a:r>
                <a14:m>
                  <m:oMath xmlns:m="http://schemas.openxmlformats.org/officeDocument/2006/math">
                    <m:r>
                      <a:rPr lang="en-GB" b="0" i="1" smtClean="0">
                        <a:latin typeface="Cambria Math" panose="02040503050406030204" pitchFamily="18" charset="0"/>
                      </a:rPr>
                      <m:t>𝑝</m:t>
                    </m:r>
                  </m:oMath>
                </a14:m>
                <a:r>
                  <a:rPr lang="en-GB" dirty="0"/>
                  <a:t> gets very large, the largest value of </a:t>
                </a:r>
                <a14:m>
                  <m:oMath xmlns:m="http://schemas.openxmlformats.org/officeDocument/2006/math">
                    <m:r>
                      <a:rPr lang="en-GB" b="1" i="0" smtClean="0">
                        <a:latin typeface="Cambria Math" panose="02040503050406030204" pitchFamily="18" charset="0"/>
                      </a:rPr>
                      <m:t>𝐄</m:t>
                    </m:r>
                  </m:oMath>
                </a14:m>
                <a:r>
                  <a:rPr lang="en-GB" b="1" dirty="0"/>
                  <a:t> </a:t>
                </a:r>
                <a:r>
                  <a:rPr lang="en-GB" dirty="0"/>
                  <a:t>raised to this power is much larger than any other value of </a:t>
                </a:r>
                <a14:m>
                  <m:oMath xmlns:m="http://schemas.openxmlformats.org/officeDocument/2006/math">
                    <m:r>
                      <a:rPr lang="en-GB" b="1" i="0" dirty="0" smtClean="0">
                        <a:latin typeface="Cambria Math" panose="02040503050406030204" pitchFamily="18" charset="0"/>
                      </a:rPr>
                      <m:t>𝐄</m:t>
                    </m:r>
                  </m:oMath>
                </a14:m>
                <a:r>
                  <a:rPr lang="en-GB" dirty="0"/>
                  <a:t> raised to this power</a:t>
                </a:r>
              </a:p>
            </p:txBody>
          </p:sp>
        </mc:Choice>
        <mc:Fallback xmlns="">
          <p:sp>
            <p:nvSpPr>
              <p:cNvPr id="12" name="TextBox 11">
                <a:extLst>
                  <a:ext uri="{FF2B5EF4-FFF2-40B4-BE49-F238E27FC236}">
                    <a16:creationId xmlns:a16="http://schemas.microsoft.com/office/drawing/2014/main" id="{E8BF187A-5517-C0E3-D761-A65D3720B1D4}"/>
                  </a:ext>
                </a:extLst>
              </p:cNvPr>
              <p:cNvSpPr txBox="1">
                <a:spLocks noRot="1" noChangeAspect="1" noMove="1" noResize="1" noEditPoints="1" noAdjustHandles="1" noChangeArrowheads="1" noChangeShapeType="1" noTextEdit="1"/>
              </p:cNvSpPr>
              <p:nvPr/>
            </p:nvSpPr>
            <p:spPr>
              <a:xfrm>
                <a:off x="6312513" y="3172022"/>
                <a:ext cx="4698124" cy="923330"/>
              </a:xfrm>
              <a:prstGeom prst="rect">
                <a:avLst/>
              </a:prstGeom>
              <a:blipFill>
                <a:blip r:embed="rId5"/>
                <a:stretch>
                  <a:fillRect l="-1169" t="-2632" b="-9868"/>
                </a:stretch>
              </a:blipFill>
            </p:spPr>
            <p:txBody>
              <a:bodyPr/>
              <a:lstStyle/>
              <a:p>
                <a:r>
                  <a:rPr lang="en-GB">
                    <a:noFill/>
                  </a:rPr>
                  <a:t> </a:t>
                </a:r>
              </a:p>
            </p:txBody>
          </p:sp>
        </mc:Fallback>
      </mc:AlternateContent>
      <p:cxnSp>
        <p:nvCxnSpPr>
          <p:cNvPr id="13" name="Straight Arrow Connector 12">
            <a:extLst>
              <a:ext uri="{FF2B5EF4-FFF2-40B4-BE49-F238E27FC236}">
                <a16:creationId xmlns:a16="http://schemas.microsoft.com/office/drawing/2014/main" id="{48F5E8C7-1226-6AA6-C022-253257666514}"/>
              </a:ext>
            </a:extLst>
          </p:cNvPr>
          <p:cNvCxnSpPr/>
          <p:nvPr/>
        </p:nvCxnSpPr>
        <p:spPr>
          <a:xfrm flipH="1">
            <a:off x="5014558" y="3663906"/>
            <a:ext cx="1297955" cy="69998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5B13A4B-F922-A50D-1592-8917650DF70B}"/>
                  </a:ext>
                </a:extLst>
              </p:cNvPr>
              <p:cNvSpPr txBox="1"/>
              <p:nvPr/>
            </p:nvSpPr>
            <p:spPr>
              <a:xfrm>
                <a:off x="7111950" y="5660847"/>
                <a:ext cx="4698124" cy="515398"/>
              </a:xfrm>
              <a:prstGeom prst="rect">
                <a:avLst/>
              </a:prstGeom>
              <a:noFill/>
            </p:spPr>
            <p:txBody>
              <a:bodyPr wrap="square" rtlCol="0">
                <a:spAutoFit/>
              </a:bodyPr>
              <a:lstStyle/>
              <a:p>
                <a:r>
                  <a:rPr lang="en-GB" dirty="0"/>
                  <a:t>As </a:t>
                </a:r>
                <a14:m>
                  <m:oMath xmlns:m="http://schemas.openxmlformats.org/officeDocument/2006/math">
                    <m:r>
                      <a:rPr lang="en-GB" b="0" i="1" smtClean="0">
                        <a:latin typeface="Cambria Math" panose="02040503050406030204" pitchFamily="18" charset="0"/>
                      </a:rPr>
                      <m:t>𝑝</m:t>
                    </m:r>
                    <m:r>
                      <a:rPr lang="en-GB" b="0" i="1" smtClean="0">
                        <a:latin typeface="Cambria Math" panose="02040503050406030204" pitchFamily="18" charset="0"/>
                      </a:rPr>
                      <m:t>→∞</m:t>
                    </m:r>
                  </m:oMath>
                </a14:m>
                <a:r>
                  <a:rPr lang="en-GB" dirty="0"/>
                  <a:t>,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𝑝</m:t>
                        </m:r>
                      </m:den>
                    </m:f>
                    <m:r>
                      <a:rPr lang="en-GB" b="0" i="1" smtClean="0">
                        <a:latin typeface="Cambria Math" panose="02040503050406030204" pitchFamily="18" charset="0"/>
                      </a:rPr>
                      <m:t>→0</m:t>
                    </m:r>
                  </m:oMath>
                </a14:m>
                <a:r>
                  <a:rPr lang="en-GB" dirty="0"/>
                  <a:t>, and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0</m:t>
                        </m:r>
                      </m:sup>
                    </m:sSup>
                    <m:r>
                      <a:rPr lang="en-GB" b="0" i="1" smtClean="0">
                        <a:latin typeface="Cambria Math" panose="02040503050406030204" pitchFamily="18" charset="0"/>
                      </a:rPr>
                      <m:t>=1</m:t>
                    </m:r>
                  </m:oMath>
                </a14:m>
                <a:endParaRPr lang="en-GB" dirty="0"/>
              </a:p>
            </p:txBody>
          </p:sp>
        </mc:Choice>
        <mc:Fallback xmlns="">
          <p:sp>
            <p:nvSpPr>
              <p:cNvPr id="14" name="TextBox 13">
                <a:extLst>
                  <a:ext uri="{FF2B5EF4-FFF2-40B4-BE49-F238E27FC236}">
                    <a16:creationId xmlns:a16="http://schemas.microsoft.com/office/drawing/2014/main" id="{15B13A4B-F922-A50D-1592-8917650DF70B}"/>
                  </a:ext>
                </a:extLst>
              </p:cNvPr>
              <p:cNvSpPr txBox="1">
                <a:spLocks noRot="1" noChangeAspect="1" noMove="1" noResize="1" noEditPoints="1" noAdjustHandles="1" noChangeArrowheads="1" noChangeShapeType="1" noTextEdit="1"/>
              </p:cNvSpPr>
              <p:nvPr/>
            </p:nvSpPr>
            <p:spPr>
              <a:xfrm>
                <a:off x="7111950" y="5660847"/>
                <a:ext cx="4698124" cy="515398"/>
              </a:xfrm>
              <a:prstGeom prst="rect">
                <a:avLst/>
              </a:prstGeom>
              <a:blipFill>
                <a:blip r:embed="rId6"/>
                <a:stretch>
                  <a:fillRect l="-1169" b="-3571"/>
                </a:stretch>
              </a:blipFill>
            </p:spPr>
            <p:txBody>
              <a:bodyPr/>
              <a:lstStyle/>
              <a:p>
                <a:r>
                  <a:rPr lang="en-GB">
                    <a:noFill/>
                  </a:rPr>
                  <a:t> </a:t>
                </a:r>
              </a:p>
            </p:txBody>
          </p:sp>
        </mc:Fallback>
      </mc:AlternateContent>
      <p:cxnSp>
        <p:nvCxnSpPr>
          <p:cNvPr id="15" name="Straight Arrow Connector 14">
            <a:extLst>
              <a:ext uri="{FF2B5EF4-FFF2-40B4-BE49-F238E27FC236}">
                <a16:creationId xmlns:a16="http://schemas.microsoft.com/office/drawing/2014/main" id="{02D15D0E-3735-EF82-9AD0-63B5CF459A87}"/>
              </a:ext>
            </a:extLst>
          </p:cNvPr>
          <p:cNvCxnSpPr>
            <a:cxnSpLocks/>
          </p:cNvCxnSpPr>
          <p:nvPr/>
        </p:nvCxnSpPr>
        <p:spPr>
          <a:xfrm flipH="1" flipV="1">
            <a:off x="7690610" y="4975536"/>
            <a:ext cx="171318" cy="6027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0" grpId="0"/>
      <p:bldP spid="11" grpId="0"/>
      <p:bldP spid="12"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A0D0E-23D5-62E3-EFC4-14661F846E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4A829DF-C4BB-2785-4E4E-CBDF3A612B1D}"/>
              </a:ext>
            </a:extLst>
          </p:cNvPr>
          <p:cNvSpPr>
            <a:spLocks noGrp="1"/>
          </p:cNvSpPr>
          <p:nvPr>
            <p:ph type="title"/>
          </p:nvPr>
        </p:nvSpPr>
        <p:spPr/>
        <p:txBody>
          <a:bodyPr>
            <a:normAutofit/>
          </a:bodyPr>
          <a:lstStyle/>
          <a:p>
            <a:r>
              <a:rPr lang="en-GB" dirty="0"/>
              <a:t>Error norms</a:t>
            </a:r>
          </a:p>
        </p:txBody>
      </p:sp>
      <mc:AlternateContent xmlns:mc="http://schemas.openxmlformats.org/markup-compatibility/2006" xmlns:a14="http://schemas.microsoft.com/office/drawing/2010/main">
        <mc:Choice Requires="a14">
          <p:sp>
            <p:nvSpPr>
              <p:cNvPr id="679" name="Content Placeholder 4">
                <a:extLst>
                  <a:ext uri="{FF2B5EF4-FFF2-40B4-BE49-F238E27FC236}">
                    <a16:creationId xmlns:a16="http://schemas.microsoft.com/office/drawing/2014/main" id="{31A0B605-C43D-C796-D0BB-687BF2F39F20}"/>
                  </a:ext>
                </a:extLst>
              </p:cNvPr>
              <p:cNvSpPr>
                <a:spLocks noGrp="1"/>
              </p:cNvSpPr>
              <p:nvPr>
                <p:ph sz="half" idx="10"/>
              </p:nvPr>
            </p:nvSpPr>
            <p:spPr>
              <a:xfrm>
                <a:off x="417505" y="1868129"/>
                <a:ext cx="11145847" cy="4572000"/>
              </a:xfrm>
            </p:spPr>
            <p:txBody>
              <a:bodyPr>
                <a:normAutofit fontScale="85000" lnSpcReduction="10000"/>
              </a:bodyPr>
              <a:lstStyle/>
              <a:p>
                <a:r>
                  <a:rPr lang="en-GB" sz="1600" dirty="0"/>
                  <a:t>When we introduced error calculations, we said</a:t>
                </a:r>
              </a:p>
              <a:p>
                <a:endParaRPr lang="en-GB" sz="1600" dirty="0"/>
              </a:p>
              <a:p>
                <a:endParaRPr lang="en-GB" sz="1600" dirty="0"/>
              </a:p>
              <a:p>
                <a:r>
                  <a:rPr lang="en-GB" sz="1600" dirty="0"/>
                  <a:t>This doesn’t really change, now the order of accuracy can be </a:t>
                </a:r>
                <a:r>
                  <a:rPr lang="en-GB" sz="1600" dirty="0" err="1"/>
                  <a:t>quantifed</a:t>
                </a:r>
                <a:r>
                  <a:rPr lang="en-GB" sz="1600" dirty="0"/>
                  <a:t> through</a:t>
                </a:r>
              </a:p>
              <a:p>
                <a:endParaRPr lang="en-GB" sz="1600" dirty="0"/>
              </a:p>
              <a:p>
                <a:endParaRPr lang="en-GB" sz="1600" dirty="0"/>
              </a:p>
              <a:p>
                <a:r>
                  <a:rPr lang="en-GB" sz="1600" dirty="0"/>
                  <a:t>The difference here is that there is no unique way to compute the size of the error value, we can choose any value of </a:t>
                </a:r>
                <a14:m>
                  <m:oMath xmlns:m="http://schemas.openxmlformats.org/officeDocument/2006/math">
                    <m:r>
                      <a:rPr lang="en-GB" sz="1600" b="0" i="1" smtClean="0">
                        <a:latin typeface="Cambria Math" panose="02040503050406030204" pitchFamily="18" charset="0"/>
                      </a:rPr>
                      <m:t>𝑝</m:t>
                    </m:r>
                  </m:oMath>
                </a14:m>
                <a:endParaRPr lang="en-GB" sz="1600" dirty="0"/>
              </a:p>
              <a:p>
                <a:r>
                  <a:rPr lang="en-GB" sz="1600" dirty="0"/>
                  <a:t>This is because you might want to focus on different ways of saying things are accurate; do you want to show that things get more accurate everywhere (1-norms), or do you want to make sure that the biggest errors are getting smaller (2-norms and </a:t>
                </a:r>
                <a14:m>
                  <m:oMath xmlns:m="http://schemas.openxmlformats.org/officeDocument/2006/math">
                    <m:r>
                      <a:rPr lang="en-GB" sz="1600" b="0" i="1" smtClean="0">
                        <a:latin typeface="Cambria Math" panose="02040503050406030204" pitchFamily="18" charset="0"/>
                      </a:rPr>
                      <m:t>∞</m:t>
                    </m:r>
                  </m:oMath>
                </a14:m>
                <a:r>
                  <a:rPr lang="en-GB" sz="1600" dirty="0"/>
                  <a:t>-norms)?</a:t>
                </a:r>
              </a:p>
              <a:p>
                <a:r>
                  <a:rPr lang="en-GB" sz="1600" dirty="0"/>
                  <a:t>So far, we have assumed that an exact solution exists too – if it doesn't, comparisons of e.g. </a:t>
                </a:r>
                <a14:m>
                  <m:oMath xmlns:m="http://schemas.openxmlformats.org/officeDocument/2006/math">
                    <m:sSub>
                      <m:sSubPr>
                        <m:ctrlPr>
                          <a:rPr lang="en-GB" sz="1600" b="1" dirty="0">
                            <a:latin typeface="Cambria Math" panose="02040503050406030204" pitchFamily="18" charset="0"/>
                          </a:rPr>
                        </m:ctrlPr>
                      </m:sSubPr>
                      <m:e>
                        <m:r>
                          <a:rPr lang="en-GB" sz="1600" b="1" dirty="0">
                            <a:latin typeface="Cambria Math" panose="02040503050406030204" pitchFamily="18" charset="0"/>
                          </a:rPr>
                          <m:t>𝐛</m:t>
                        </m:r>
                      </m:e>
                      <m:sub>
                        <m:r>
                          <a:rPr lang="en-GB" sz="1600" b="0" i="0" dirty="0">
                            <a:latin typeface="Cambria Math" panose="02040503050406030204" pitchFamily="18" charset="0"/>
                          </a:rPr>
                          <m:t>1</m:t>
                        </m:r>
                      </m:sub>
                    </m:sSub>
                  </m:oMath>
                </a14:m>
                <a:r>
                  <a:rPr lang="en-GB" sz="1600" dirty="0"/>
                  <a:t> and </a:t>
                </a:r>
                <a14:m>
                  <m:oMath xmlns:m="http://schemas.openxmlformats.org/officeDocument/2006/math">
                    <m:sSub>
                      <m:sSubPr>
                        <m:ctrlPr>
                          <a:rPr lang="en-GB" sz="1600" b="1" dirty="0" smtClean="0">
                            <a:latin typeface="Cambria Math" panose="02040503050406030204" pitchFamily="18" charset="0"/>
                          </a:rPr>
                        </m:ctrlPr>
                      </m:sSubPr>
                      <m:e>
                        <m:r>
                          <a:rPr lang="en-GB" sz="1600" b="1" dirty="0" smtClean="0">
                            <a:latin typeface="Cambria Math" panose="02040503050406030204" pitchFamily="18" charset="0"/>
                          </a:rPr>
                          <m:t>𝐛</m:t>
                        </m:r>
                      </m:e>
                      <m:sub>
                        <m:r>
                          <a:rPr lang="en-GB" sz="1600" b="0" i="0" dirty="0" smtClean="0">
                            <a:latin typeface="Cambria Math" panose="02040503050406030204" pitchFamily="18" charset="0"/>
                          </a:rPr>
                          <m:t>2</m:t>
                        </m:r>
                      </m:sub>
                    </m:sSub>
                  </m:oMath>
                </a14:m>
                <a:r>
                  <a:rPr lang="en-GB" sz="1600" dirty="0"/>
                  <a:t> can be made with a third solution, </a:t>
                </a:r>
                <a14:m>
                  <m:oMath xmlns:m="http://schemas.openxmlformats.org/officeDocument/2006/math">
                    <m:sSub>
                      <m:sSubPr>
                        <m:ctrlPr>
                          <a:rPr lang="en-GB" sz="1600" b="1" dirty="0" smtClean="0">
                            <a:latin typeface="Cambria Math" panose="02040503050406030204" pitchFamily="18" charset="0"/>
                          </a:rPr>
                        </m:ctrlPr>
                      </m:sSubPr>
                      <m:e>
                        <m:r>
                          <a:rPr lang="en-GB" sz="1600" b="1" dirty="0" smtClean="0">
                            <a:latin typeface="Cambria Math" panose="02040503050406030204" pitchFamily="18" charset="0"/>
                          </a:rPr>
                          <m:t>𝐛</m:t>
                        </m:r>
                      </m:e>
                      <m:sub>
                        <m:r>
                          <a:rPr lang="en-GB" sz="1600" b="0" i="0" dirty="0" smtClean="0">
                            <a:latin typeface="Cambria Math" panose="02040503050406030204" pitchFamily="18" charset="0"/>
                          </a:rPr>
                          <m:t>3</m:t>
                        </m:r>
                      </m:sub>
                    </m:sSub>
                  </m:oMath>
                </a14:m>
                <a:r>
                  <a:rPr lang="en-GB" sz="1600" dirty="0"/>
                  <a:t>, however, additional work may be required to show that there is </a:t>
                </a:r>
                <a:r>
                  <a:rPr lang="en-GB" sz="1600" b="1" dirty="0"/>
                  <a:t>convergence to the correct solution</a:t>
                </a:r>
                <a:endParaRPr lang="en-GB" sz="1600" dirty="0"/>
              </a:p>
            </p:txBody>
          </p:sp>
        </mc:Choice>
        <mc:Fallback xmlns="">
          <p:sp>
            <p:nvSpPr>
              <p:cNvPr id="679" name="Content Placeholder 4">
                <a:extLst>
                  <a:ext uri="{FF2B5EF4-FFF2-40B4-BE49-F238E27FC236}">
                    <a16:creationId xmlns:a16="http://schemas.microsoft.com/office/drawing/2014/main" id="{31A0B605-C43D-C796-D0BB-687BF2F39F20}"/>
                  </a:ext>
                </a:extLst>
              </p:cNvPr>
              <p:cNvSpPr>
                <a:spLocks noGrp="1" noRot="1" noChangeAspect="1" noMove="1" noResize="1" noEditPoints="1" noAdjustHandles="1" noChangeArrowheads="1" noChangeShapeType="1" noTextEdit="1"/>
              </p:cNvSpPr>
              <p:nvPr>
                <p:ph sz="half" idx="10"/>
              </p:nvPr>
            </p:nvSpPr>
            <p:spPr>
              <a:xfrm>
                <a:off x="417505" y="1868129"/>
                <a:ext cx="11145847" cy="4572000"/>
              </a:xfrm>
              <a:blipFill>
                <a:blip r:embed="rId3"/>
                <a:stretch>
                  <a:fillRect l="-55" r="-27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0" name="TextBox 679">
                <a:extLst>
                  <a:ext uri="{FF2B5EF4-FFF2-40B4-BE49-F238E27FC236}">
                    <a16:creationId xmlns:a16="http://schemas.microsoft.com/office/drawing/2014/main" id="{A8364AAE-80D5-3760-A545-A55DE70CEDC7}"/>
                  </a:ext>
                </a:extLst>
              </p:cNvPr>
              <p:cNvSpPr txBox="1"/>
              <p:nvPr/>
            </p:nvSpPr>
            <p:spPr>
              <a:xfrm>
                <a:off x="825557" y="2373069"/>
                <a:ext cx="6117241" cy="1035092"/>
              </a:xfrm>
              <a:prstGeom prst="rect">
                <a:avLst/>
              </a:prstGeom>
              <a:noFill/>
            </p:spPr>
            <p:txBody>
              <a:bodyPr wrap="square" lIns="0" tIns="0" rIns="0" bIns="0" rtlCol="0">
                <a:spAutoFit/>
              </a:bodyPr>
              <a:lstStyle/>
              <a:p>
                <a:pPr algn="ctr"/>
                <a14:m>
                  <m:oMathPara xmlns:m="http://schemas.openxmlformats.org/officeDocument/2006/math">
                    <m:oMath>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𝐸</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𝐸</m:t>
                          </m:r>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e>
                          </m:d>
                        </m:num>
                        <m:den>
                          <m:r>
                            <a:rPr lang="en-US" sz="2000" b="0" i="1" smtClean="0">
                              <a:latin typeface="Cambria Math" panose="02040503050406030204" pitchFamily="18" charset="0"/>
                            </a:rPr>
                            <m:t>𝐸</m:t>
                          </m:r>
                          <m:d>
                            <m:dPr>
                              <m:ctrlPr>
                                <a:rPr lang="en-US" sz="2000" b="0" i="0" smtClean="0">
                                  <a:latin typeface="Cambria Math" panose="02040503050406030204" pitchFamily="18" charset="0"/>
                                </a:rPr>
                              </m:ctrlPr>
                            </m:dPr>
                            <m:e>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e>
                          </m:d>
                        </m:den>
                      </m:f>
                      <m:r>
                        <a:rPr lang="en-GB" sz="2000" b="0" i="1" smtClean="0">
                          <a:latin typeface="Cambria Math" panose="02040503050406030204" pitchFamily="18" charset="0"/>
                        </a:rPr>
                        <m:t>→</m:t>
                      </m:r>
                      <m:sSup>
                        <m:sSupPr>
                          <m:ctrlPr>
                            <a:rPr lang="en-US" sz="2000" b="0" i="1" dirty="0" smtClean="0">
                              <a:latin typeface="Cambria Math" panose="02040503050406030204" pitchFamily="18" charset="0"/>
                              <a:ea typeface="Cambria Math" panose="02040503050406030204" pitchFamily="18" charset="0"/>
                            </a:rPr>
                          </m:ctrlPr>
                        </m:sSupPr>
                        <m:e>
                          <m:d>
                            <m:dPr>
                              <m:ctrlPr>
                                <a:rPr lang="en-US" sz="2000" b="0" i="1" dirty="0" smtClean="0">
                                  <a:latin typeface="Cambria Math" panose="02040503050406030204" pitchFamily="18" charset="0"/>
                                  <a:ea typeface="Cambria Math" panose="02040503050406030204" pitchFamily="18" charset="0"/>
                                </a:rPr>
                              </m:ctrlPr>
                            </m:dPr>
                            <m:e>
                              <m:f>
                                <m:fPr>
                                  <m:ctrlPr>
                                    <a:rPr lang="en-US" sz="2000" b="0" i="0" dirty="0" smtClean="0">
                                      <a:latin typeface="Cambria Math" panose="02040503050406030204" pitchFamily="18" charset="0"/>
                                      <a:ea typeface="Cambria Math" panose="02040503050406030204" pitchFamily="18" charset="0"/>
                                    </a:rPr>
                                  </m:ctrlPr>
                                </m:fPr>
                                <m:num>
                                  <m:r>
                                    <m:rPr>
                                      <m:sty m:val="p"/>
                                    </m:rPr>
                                    <a:rPr lang="en-US" sz="2000" b="0" i="0" dirty="0" smtClean="0">
                                      <a:latin typeface="Cambria Math" panose="02040503050406030204" pitchFamily="18" charset="0"/>
                                      <a:ea typeface="Cambria Math" panose="02040503050406030204" pitchFamily="18" charset="0"/>
                                    </a:rPr>
                                    <m:t>Δ</m:t>
                                  </m:r>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𝑥</m:t>
                                      </m:r>
                                    </m:e>
                                    <m:sub>
                                      <m:r>
                                        <a:rPr lang="en-US" sz="2000" b="0" i="1" dirty="0" smtClean="0">
                                          <a:latin typeface="Cambria Math" panose="02040503050406030204" pitchFamily="18" charset="0"/>
                                          <a:ea typeface="Cambria Math" panose="02040503050406030204" pitchFamily="18" charset="0"/>
                                        </a:rPr>
                                        <m:t>1</m:t>
                                      </m:r>
                                    </m:sub>
                                  </m:sSub>
                                </m:num>
                                <m:den>
                                  <m:r>
                                    <m:rPr>
                                      <m:sty m:val="p"/>
                                    </m:rPr>
                                    <a:rPr lang="en-US" sz="2000" b="0" i="0" dirty="0" smtClean="0">
                                      <a:latin typeface="Cambria Math" panose="02040503050406030204" pitchFamily="18" charset="0"/>
                                      <a:ea typeface="Cambria Math" panose="02040503050406030204" pitchFamily="18" charset="0"/>
                                    </a:rPr>
                                    <m:t>Δ</m:t>
                                  </m:r>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𝑥</m:t>
                                      </m:r>
                                    </m:e>
                                    <m:sub>
                                      <m:r>
                                        <a:rPr lang="en-US" sz="2000" b="0" i="1" dirty="0" smtClean="0">
                                          <a:latin typeface="Cambria Math" panose="02040503050406030204" pitchFamily="18" charset="0"/>
                                          <a:ea typeface="Cambria Math" panose="02040503050406030204" pitchFamily="18" charset="0"/>
                                        </a:rPr>
                                        <m:t>2</m:t>
                                      </m:r>
                                    </m:sub>
                                  </m:sSub>
                                </m:den>
                              </m:f>
                            </m:e>
                          </m:d>
                        </m:e>
                        <m:sup>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𝑛</m:t>
                              </m:r>
                            </m:e>
                            <m:sub>
                              <m:r>
                                <a:rPr lang="en-US" sz="2000" b="0" i="1" dirty="0" smtClean="0">
                                  <a:latin typeface="Cambria Math" panose="02040503050406030204" pitchFamily="18" charset="0"/>
                                  <a:ea typeface="Cambria Math" panose="02040503050406030204" pitchFamily="18" charset="0"/>
                                </a:rPr>
                                <m:t>𝒪</m:t>
                              </m:r>
                            </m:sub>
                          </m:sSub>
                        </m:sup>
                      </m:sSup>
                    </m:oMath>
                  </m:oMathPara>
                </a14:m>
                <a:endParaRPr lang="en-GB" sz="2000" i="1" dirty="0"/>
              </a:p>
              <a:p>
                <a:pPr algn="ctr"/>
                <a:endParaRPr lang="en-GB" sz="2000" dirty="0"/>
              </a:p>
            </p:txBody>
          </p:sp>
        </mc:Choice>
        <mc:Fallback xmlns="">
          <p:sp>
            <p:nvSpPr>
              <p:cNvPr id="680" name="TextBox 679">
                <a:extLst>
                  <a:ext uri="{FF2B5EF4-FFF2-40B4-BE49-F238E27FC236}">
                    <a16:creationId xmlns:a16="http://schemas.microsoft.com/office/drawing/2014/main" id="{A8364AAE-80D5-3760-A545-A55DE70CEDC7}"/>
                  </a:ext>
                </a:extLst>
              </p:cNvPr>
              <p:cNvSpPr txBox="1">
                <a:spLocks noRot="1" noChangeAspect="1" noMove="1" noResize="1" noEditPoints="1" noAdjustHandles="1" noChangeArrowheads="1" noChangeShapeType="1" noTextEdit="1"/>
              </p:cNvSpPr>
              <p:nvPr/>
            </p:nvSpPr>
            <p:spPr>
              <a:xfrm>
                <a:off x="825557" y="2373069"/>
                <a:ext cx="6117241" cy="103509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1" name="TextBox 680">
                <a:extLst>
                  <a:ext uri="{FF2B5EF4-FFF2-40B4-BE49-F238E27FC236}">
                    <a16:creationId xmlns:a16="http://schemas.microsoft.com/office/drawing/2014/main" id="{DCCC3801-FAC8-11E7-B1C8-AC049179D0E0}"/>
                  </a:ext>
                </a:extLst>
              </p:cNvPr>
              <p:cNvSpPr txBox="1"/>
              <p:nvPr/>
            </p:nvSpPr>
            <p:spPr>
              <a:xfrm>
                <a:off x="7218418" y="2373069"/>
                <a:ext cx="1489447" cy="809389"/>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𝒪</m:t>
                          </m:r>
                        </m:sub>
                      </m:sSub>
                      <m:r>
                        <a:rPr lang="en-GB"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ln</m:t>
                              </m:r>
                            </m:fName>
                            <m:e>
                              <m:d>
                                <m:dPr>
                                  <m:ctrlPr>
                                    <a:rPr lang="en-US" b="0" i="0" smtClean="0">
                                      <a:latin typeface="Cambria Math" panose="02040503050406030204" pitchFamily="18" charset="0"/>
                                      <a:ea typeface="Cambria Math" panose="02040503050406030204" pitchFamily="18" charset="0"/>
                                    </a:rPr>
                                  </m:ctrlPr>
                                </m:dPr>
                                <m:e>
                                  <m:r>
                                    <m:rPr>
                                      <m:sty m:val="p"/>
                                    </m:rPr>
                                    <a:rPr lang="en-US" b="0" i="0" smtClean="0">
                                      <a:latin typeface="Cambria Math" panose="02040503050406030204" pitchFamily="18" charset="0"/>
                                      <a:ea typeface="Cambria Math" panose="02040503050406030204" pitchFamily="18" charset="0"/>
                                    </a:rPr>
                                    <m:t>Δ</m:t>
                                  </m:r>
                                  <m:r>
                                    <a:rPr lang="en-US" b="0" i="1" smtClean="0">
                                      <a:latin typeface="Cambria Math" panose="02040503050406030204" pitchFamily="18" charset="0"/>
                                      <a:ea typeface="Cambria Math" panose="02040503050406030204" pitchFamily="18" charset="0"/>
                                    </a:rPr>
                                    <m:t>𝐸</m:t>
                                  </m:r>
                                </m:e>
                              </m:d>
                            </m:e>
                          </m:func>
                        </m:num>
                        <m:den>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ln</m:t>
                              </m:r>
                            </m:fName>
                            <m:e>
                              <m:d>
                                <m:dPr>
                                  <m:ctrlPr>
                                    <a:rPr lang="en-US" i="1" dirty="0">
                                      <a:latin typeface="Cambria Math" panose="02040503050406030204" pitchFamily="18" charset="0"/>
                                      <a:ea typeface="Cambria Math" panose="02040503050406030204" pitchFamily="18" charset="0"/>
                                    </a:rPr>
                                  </m:ctrlPr>
                                </m:dPr>
                                <m:e>
                                  <m:f>
                                    <m:fPr>
                                      <m:ctrlPr>
                                        <a:rPr lang="en-US" dirty="0">
                                          <a:latin typeface="Cambria Math" panose="02040503050406030204" pitchFamily="18" charset="0"/>
                                          <a:ea typeface="Cambria Math" panose="02040503050406030204" pitchFamily="18" charset="0"/>
                                        </a:rPr>
                                      </m:ctrlPr>
                                    </m:fPr>
                                    <m:num>
                                      <m:r>
                                        <m:rPr>
                                          <m:sty m:val="p"/>
                                        </m:rPr>
                                        <a:rPr lang="en-US" dirty="0">
                                          <a:latin typeface="Cambria Math" panose="02040503050406030204" pitchFamily="18" charset="0"/>
                                          <a:ea typeface="Cambria Math" panose="02040503050406030204" pitchFamily="18" charset="0"/>
                                        </a:rPr>
                                        <m:t>Δ</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𝑥</m:t>
                                          </m:r>
                                        </m:e>
                                        <m:sub>
                                          <m:r>
                                            <a:rPr lang="en-US" i="1" dirty="0">
                                              <a:latin typeface="Cambria Math" panose="02040503050406030204" pitchFamily="18" charset="0"/>
                                              <a:ea typeface="Cambria Math" panose="02040503050406030204" pitchFamily="18" charset="0"/>
                                            </a:rPr>
                                            <m:t>1</m:t>
                                          </m:r>
                                        </m:sub>
                                      </m:sSub>
                                    </m:num>
                                    <m:den>
                                      <m:r>
                                        <m:rPr>
                                          <m:sty m:val="p"/>
                                        </m:rPr>
                                        <a:rPr lang="en-US" dirty="0">
                                          <a:latin typeface="Cambria Math" panose="02040503050406030204" pitchFamily="18" charset="0"/>
                                          <a:ea typeface="Cambria Math" panose="02040503050406030204" pitchFamily="18" charset="0"/>
                                        </a:rPr>
                                        <m:t>Δ</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𝑥</m:t>
                                          </m:r>
                                        </m:e>
                                        <m:sub>
                                          <m:r>
                                            <a:rPr lang="en-US" i="1" dirty="0">
                                              <a:latin typeface="Cambria Math" panose="02040503050406030204" pitchFamily="18" charset="0"/>
                                              <a:ea typeface="Cambria Math" panose="02040503050406030204" pitchFamily="18" charset="0"/>
                                            </a:rPr>
                                            <m:t>2</m:t>
                                          </m:r>
                                        </m:sub>
                                      </m:sSub>
                                    </m:den>
                                  </m:f>
                                </m:e>
                              </m:d>
                            </m:e>
                          </m:func>
                        </m:den>
                      </m:f>
                    </m:oMath>
                  </m:oMathPara>
                </a14:m>
                <a:endParaRPr lang="en-GB" dirty="0"/>
              </a:p>
            </p:txBody>
          </p:sp>
        </mc:Choice>
        <mc:Fallback xmlns="">
          <p:sp>
            <p:nvSpPr>
              <p:cNvPr id="681" name="TextBox 680">
                <a:extLst>
                  <a:ext uri="{FF2B5EF4-FFF2-40B4-BE49-F238E27FC236}">
                    <a16:creationId xmlns:a16="http://schemas.microsoft.com/office/drawing/2014/main" id="{DCCC3801-FAC8-11E7-B1C8-AC049179D0E0}"/>
                  </a:ext>
                </a:extLst>
              </p:cNvPr>
              <p:cNvSpPr txBox="1">
                <a:spLocks noRot="1" noChangeAspect="1" noMove="1" noResize="1" noEditPoints="1" noAdjustHandles="1" noChangeArrowheads="1" noChangeShapeType="1" noTextEdit="1"/>
              </p:cNvSpPr>
              <p:nvPr/>
            </p:nvSpPr>
            <p:spPr>
              <a:xfrm>
                <a:off x="7218418" y="2373069"/>
                <a:ext cx="1489447" cy="80938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2" name="TextBox 681">
                <a:extLst>
                  <a:ext uri="{FF2B5EF4-FFF2-40B4-BE49-F238E27FC236}">
                    <a16:creationId xmlns:a16="http://schemas.microsoft.com/office/drawing/2014/main" id="{3096E449-44CC-8D8D-1639-472351690E3D}"/>
                  </a:ext>
                </a:extLst>
              </p:cNvPr>
              <p:cNvSpPr txBox="1"/>
              <p:nvPr/>
            </p:nvSpPr>
            <p:spPr>
              <a:xfrm>
                <a:off x="825557" y="3606667"/>
                <a:ext cx="6117241" cy="1205202"/>
              </a:xfrm>
              <a:prstGeom prst="rect">
                <a:avLst/>
              </a:prstGeom>
              <a:noFill/>
            </p:spPr>
            <p:txBody>
              <a:bodyPr wrap="square" lIns="0" tIns="0" rIns="0" bIns="0" rtlCol="0">
                <a:spAutoFit/>
              </a:bodyPr>
              <a:lstStyle/>
              <a:p>
                <a:pPr algn="ctr"/>
                <a14:m>
                  <m:oMathPara xmlns:m="http://schemas.openxmlformats.org/officeDocument/2006/math">
                    <m:oMath>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𝐸</m:t>
                      </m:r>
                      <m:r>
                        <a:rPr lang="en-US" sz="2000" b="0" i="1" smtClean="0">
                          <a:latin typeface="Cambria Math" panose="02040503050406030204" pitchFamily="18" charset="0"/>
                        </a:rPr>
                        <m:t>=</m:t>
                      </m:r>
                      <m:f>
                        <m:fPr>
                          <m:ctrlPr>
                            <a:rPr lang="en-GB" sz="2000" b="0" i="1" smtClean="0">
                              <a:latin typeface="Cambria Math" panose="02040503050406030204" pitchFamily="18" charset="0"/>
                            </a:rPr>
                          </m:ctrlPr>
                        </m:fPr>
                        <m:num>
                          <m:sSub>
                            <m:sSubPr>
                              <m:ctrlPr>
                                <a:rPr lang="en-GB" sz="2000" b="0" i="1" smtClean="0">
                                  <a:latin typeface="Cambria Math" panose="02040503050406030204" pitchFamily="18" charset="0"/>
                                </a:rPr>
                              </m:ctrlPr>
                            </m:sSubPr>
                            <m:e>
                              <m:d>
                                <m:dPr>
                                  <m:begChr m:val="|"/>
                                  <m:endChr m:val="|"/>
                                  <m:ctrlPr>
                                    <a:rPr lang="en-GB" sz="2000" b="1" i="1" smtClean="0">
                                      <a:latin typeface="Cambria Math" panose="02040503050406030204" pitchFamily="18" charset="0"/>
                                    </a:rPr>
                                  </m:ctrlPr>
                                </m:dPr>
                                <m:e>
                                  <m:d>
                                    <m:dPr>
                                      <m:begChr m:val="|"/>
                                      <m:endChr m:val="|"/>
                                      <m:ctrlPr>
                                        <a:rPr lang="en-GB" sz="2000" b="1" i="0" smtClean="0">
                                          <a:latin typeface="Cambria Math" panose="02040503050406030204" pitchFamily="18" charset="0"/>
                                        </a:rPr>
                                      </m:ctrlPr>
                                    </m:dPr>
                                    <m:e>
                                      <m:r>
                                        <a:rPr lang="en-GB" sz="2000" b="1" i="0" smtClean="0">
                                          <a:latin typeface="Cambria Math" panose="02040503050406030204" pitchFamily="18" charset="0"/>
                                        </a:rPr>
                                        <m:t>𝐄</m:t>
                                      </m:r>
                                      <m:d>
                                        <m:dPr>
                                          <m:ctrlPr>
                                            <a:rPr lang="en-GB" sz="2000" b="0" i="0" smtClean="0">
                                              <a:latin typeface="Cambria Math" panose="02040503050406030204" pitchFamily="18" charset="0"/>
                                            </a:rPr>
                                          </m:ctrlPr>
                                        </m:dPr>
                                        <m:e>
                                          <m:r>
                                            <m:rPr>
                                              <m:sty m:val="p"/>
                                            </m:rPr>
                                            <a:rPr lang="en-GB" sz="2000" b="0" i="0" smtClean="0">
                                              <a:latin typeface="Cambria Math" panose="02040503050406030204" pitchFamily="18" charset="0"/>
                                            </a:rPr>
                                            <m:t>Δ</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𝑥</m:t>
                                              </m:r>
                                            </m:e>
                                            <m:sub>
                                              <m:r>
                                                <a:rPr lang="en-GB" sz="2000" b="0" i="1" smtClean="0">
                                                  <a:latin typeface="Cambria Math" panose="02040503050406030204" pitchFamily="18" charset="0"/>
                                                </a:rPr>
                                                <m:t>1</m:t>
                                              </m:r>
                                            </m:sub>
                                          </m:sSub>
                                        </m:e>
                                      </m:d>
                                    </m:e>
                                  </m:d>
                                </m:e>
                              </m:d>
                            </m:e>
                            <m:sub>
                              <m:r>
                                <m:rPr>
                                  <m:sty m:val="p"/>
                                </m:rPr>
                                <a:rPr lang="en-GB" sz="2000" b="0" i="0" smtClean="0">
                                  <a:latin typeface="Cambria Math" panose="02040503050406030204" pitchFamily="18" charset="0"/>
                                </a:rPr>
                                <m:t>p</m:t>
                              </m:r>
                            </m:sub>
                          </m:sSub>
                        </m:num>
                        <m:den>
                          <m:sSub>
                            <m:sSubPr>
                              <m:ctrlPr>
                                <a:rPr lang="en-GB" sz="2000" i="1">
                                  <a:latin typeface="Cambria Math" panose="02040503050406030204" pitchFamily="18" charset="0"/>
                                </a:rPr>
                              </m:ctrlPr>
                            </m:sSubPr>
                            <m:e>
                              <m:d>
                                <m:dPr>
                                  <m:begChr m:val="|"/>
                                  <m:endChr m:val="|"/>
                                  <m:ctrlPr>
                                    <a:rPr lang="en-GB" sz="2000" b="1" i="1">
                                      <a:latin typeface="Cambria Math" panose="02040503050406030204" pitchFamily="18" charset="0"/>
                                    </a:rPr>
                                  </m:ctrlPr>
                                </m:dPr>
                                <m:e>
                                  <m:d>
                                    <m:dPr>
                                      <m:begChr m:val="|"/>
                                      <m:endChr m:val="|"/>
                                      <m:ctrlPr>
                                        <a:rPr lang="en-GB" sz="2000" b="1">
                                          <a:latin typeface="Cambria Math" panose="02040503050406030204" pitchFamily="18" charset="0"/>
                                        </a:rPr>
                                      </m:ctrlPr>
                                    </m:dPr>
                                    <m:e>
                                      <m:r>
                                        <a:rPr lang="en-GB" sz="2000" b="1">
                                          <a:latin typeface="Cambria Math" panose="02040503050406030204" pitchFamily="18" charset="0"/>
                                        </a:rPr>
                                        <m:t>𝐄</m:t>
                                      </m:r>
                                      <m:d>
                                        <m:dPr>
                                          <m:ctrlPr>
                                            <a:rPr lang="en-GB" sz="2000">
                                              <a:latin typeface="Cambria Math" panose="02040503050406030204" pitchFamily="18" charset="0"/>
                                            </a:rPr>
                                          </m:ctrlPr>
                                        </m:dPr>
                                        <m:e>
                                          <m:r>
                                            <m:rPr>
                                              <m:sty m:val="p"/>
                                            </m:rPr>
                                            <a:rPr lang="en-GB" sz="2000">
                                              <a:latin typeface="Cambria Math" panose="02040503050406030204" pitchFamily="18" charset="0"/>
                                            </a:rPr>
                                            <m:t>Δ</m:t>
                                          </m:r>
                                          <m:sSub>
                                            <m:sSubPr>
                                              <m:ctrlPr>
                                                <a:rPr lang="en-GB" sz="2000" i="1">
                                                  <a:latin typeface="Cambria Math" panose="02040503050406030204" pitchFamily="18" charset="0"/>
                                                </a:rPr>
                                              </m:ctrlPr>
                                            </m:sSubPr>
                                            <m:e>
                                              <m:r>
                                                <a:rPr lang="en-GB" sz="2000" i="1">
                                                  <a:latin typeface="Cambria Math" panose="02040503050406030204" pitchFamily="18" charset="0"/>
                                                </a:rPr>
                                                <m:t>𝑥</m:t>
                                              </m:r>
                                            </m:e>
                                            <m:sub>
                                              <m:r>
                                                <a:rPr lang="en-GB" sz="2000" b="0" i="1" smtClean="0">
                                                  <a:latin typeface="Cambria Math" panose="02040503050406030204" pitchFamily="18" charset="0"/>
                                                </a:rPr>
                                                <m:t>2</m:t>
                                              </m:r>
                                            </m:sub>
                                          </m:sSub>
                                        </m:e>
                                      </m:d>
                                    </m:e>
                                  </m:d>
                                </m:e>
                              </m:d>
                            </m:e>
                            <m:sub>
                              <m:r>
                                <m:rPr>
                                  <m:sty m:val="p"/>
                                </m:rPr>
                                <a:rPr lang="en-GB" sz="2000" b="0" i="0" smtClean="0">
                                  <a:latin typeface="Cambria Math" panose="02040503050406030204" pitchFamily="18" charset="0"/>
                                </a:rPr>
                                <m:t>p</m:t>
                              </m:r>
                            </m:sub>
                          </m:sSub>
                        </m:den>
                      </m:f>
                      <m:r>
                        <a:rPr lang="en-GB" sz="2000" b="0" i="1" smtClean="0">
                          <a:latin typeface="Cambria Math" panose="02040503050406030204" pitchFamily="18" charset="0"/>
                        </a:rPr>
                        <m:t>→</m:t>
                      </m:r>
                      <m:sSup>
                        <m:sSupPr>
                          <m:ctrlPr>
                            <a:rPr lang="en-US" sz="2000" b="0" i="1" dirty="0" smtClean="0">
                              <a:latin typeface="Cambria Math" panose="02040503050406030204" pitchFamily="18" charset="0"/>
                              <a:ea typeface="Cambria Math" panose="02040503050406030204" pitchFamily="18" charset="0"/>
                            </a:rPr>
                          </m:ctrlPr>
                        </m:sSupPr>
                        <m:e>
                          <m:d>
                            <m:dPr>
                              <m:ctrlPr>
                                <a:rPr lang="en-US" sz="2000" b="0" i="1" dirty="0" smtClean="0">
                                  <a:latin typeface="Cambria Math" panose="02040503050406030204" pitchFamily="18" charset="0"/>
                                  <a:ea typeface="Cambria Math" panose="02040503050406030204" pitchFamily="18" charset="0"/>
                                </a:rPr>
                              </m:ctrlPr>
                            </m:dPr>
                            <m:e>
                              <m:f>
                                <m:fPr>
                                  <m:ctrlPr>
                                    <a:rPr lang="en-US" sz="2000" b="0" i="0" dirty="0" smtClean="0">
                                      <a:latin typeface="Cambria Math" panose="02040503050406030204" pitchFamily="18" charset="0"/>
                                      <a:ea typeface="Cambria Math" panose="02040503050406030204" pitchFamily="18" charset="0"/>
                                    </a:rPr>
                                  </m:ctrlPr>
                                </m:fPr>
                                <m:num>
                                  <m:r>
                                    <m:rPr>
                                      <m:sty m:val="p"/>
                                    </m:rPr>
                                    <a:rPr lang="en-US" sz="2000" b="0" i="0" dirty="0" smtClean="0">
                                      <a:latin typeface="Cambria Math" panose="02040503050406030204" pitchFamily="18" charset="0"/>
                                      <a:ea typeface="Cambria Math" panose="02040503050406030204" pitchFamily="18" charset="0"/>
                                    </a:rPr>
                                    <m:t>Δ</m:t>
                                  </m:r>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𝑥</m:t>
                                      </m:r>
                                    </m:e>
                                    <m:sub>
                                      <m:r>
                                        <a:rPr lang="en-US" sz="2000" b="0" i="1" dirty="0" smtClean="0">
                                          <a:latin typeface="Cambria Math" panose="02040503050406030204" pitchFamily="18" charset="0"/>
                                          <a:ea typeface="Cambria Math" panose="02040503050406030204" pitchFamily="18" charset="0"/>
                                        </a:rPr>
                                        <m:t>1</m:t>
                                      </m:r>
                                    </m:sub>
                                  </m:sSub>
                                </m:num>
                                <m:den>
                                  <m:r>
                                    <m:rPr>
                                      <m:sty m:val="p"/>
                                    </m:rPr>
                                    <a:rPr lang="en-US" sz="2000" b="0" i="0" dirty="0" smtClean="0">
                                      <a:latin typeface="Cambria Math" panose="02040503050406030204" pitchFamily="18" charset="0"/>
                                      <a:ea typeface="Cambria Math" panose="02040503050406030204" pitchFamily="18" charset="0"/>
                                    </a:rPr>
                                    <m:t>Δ</m:t>
                                  </m:r>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𝑥</m:t>
                                      </m:r>
                                    </m:e>
                                    <m:sub>
                                      <m:r>
                                        <a:rPr lang="en-US" sz="2000" b="0" i="1" dirty="0" smtClean="0">
                                          <a:latin typeface="Cambria Math" panose="02040503050406030204" pitchFamily="18" charset="0"/>
                                          <a:ea typeface="Cambria Math" panose="02040503050406030204" pitchFamily="18" charset="0"/>
                                        </a:rPr>
                                        <m:t>2</m:t>
                                      </m:r>
                                    </m:sub>
                                  </m:sSub>
                                </m:den>
                              </m:f>
                            </m:e>
                          </m:d>
                        </m:e>
                        <m:sup>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𝑛</m:t>
                              </m:r>
                            </m:e>
                            <m:sub>
                              <m:r>
                                <a:rPr lang="en-US" sz="2000" b="0" i="1" dirty="0" smtClean="0">
                                  <a:latin typeface="Cambria Math" panose="02040503050406030204" pitchFamily="18" charset="0"/>
                                  <a:ea typeface="Cambria Math" panose="02040503050406030204" pitchFamily="18" charset="0"/>
                                </a:rPr>
                                <m:t>𝒪</m:t>
                              </m:r>
                            </m:sub>
                          </m:sSub>
                        </m:sup>
                      </m:sSup>
                    </m:oMath>
                  </m:oMathPara>
                </a14:m>
                <a:endParaRPr lang="en-GB" sz="2000" i="1" dirty="0"/>
              </a:p>
              <a:p>
                <a:pPr algn="ctr"/>
                <a:endParaRPr lang="en-GB" sz="2000" dirty="0"/>
              </a:p>
            </p:txBody>
          </p:sp>
        </mc:Choice>
        <mc:Fallback xmlns="">
          <p:sp>
            <p:nvSpPr>
              <p:cNvPr id="682" name="TextBox 681">
                <a:extLst>
                  <a:ext uri="{FF2B5EF4-FFF2-40B4-BE49-F238E27FC236}">
                    <a16:creationId xmlns:a16="http://schemas.microsoft.com/office/drawing/2014/main" id="{3096E449-44CC-8D8D-1639-472351690E3D}"/>
                  </a:ext>
                </a:extLst>
              </p:cNvPr>
              <p:cNvSpPr txBox="1">
                <a:spLocks noRot="1" noChangeAspect="1" noMove="1" noResize="1" noEditPoints="1" noAdjustHandles="1" noChangeArrowheads="1" noChangeShapeType="1" noTextEdit="1"/>
              </p:cNvSpPr>
              <p:nvPr/>
            </p:nvSpPr>
            <p:spPr>
              <a:xfrm>
                <a:off x="825557" y="3606667"/>
                <a:ext cx="6117241" cy="120520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3" name="TextBox 682">
                <a:extLst>
                  <a:ext uri="{FF2B5EF4-FFF2-40B4-BE49-F238E27FC236}">
                    <a16:creationId xmlns:a16="http://schemas.microsoft.com/office/drawing/2014/main" id="{DF8308F0-3AF4-769D-38DA-77A340337643}"/>
                  </a:ext>
                </a:extLst>
              </p:cNvPr>
              <p:cNvSpPr txBox="1"/>
              <p:nvPr/>
            </p:nvSpPr>
            <p:spPr>
              <a:xfrm>
                <a:off x="7218418" y="3681970"/>
                <a:ext cx="1489447" cy="809389"/>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𝒪</m:t>
                          </m:r>
                        </m:sub>
                      </m:sSub>
                      <m:r>
                        <a:rPr lang="en-GB"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ln</m:t>
                              </m:r>
                            </m:fName>
                            <m:e>
                              <m:d>
                                <m:dPr>
                                  <m:ctrlPr>
                                    <a:rPr lang="en-US" b="0" i="0" smtClean="0">
                                      <a:latin typeface="Cambria Math" panose="02040503050406030204" pitchFamily="18" charset="0"/>
                                      <a:ea typeface="Cambria Math" panose="02040503050406030204" pitchFamily="18" charset="0"/>
                                    </a:rPr>
                                  </m:ctrlPr>
                                </m:dPr>
                                <m:e>
                                  <m:r>
                                    <m:rPr>
                                      <m:sty m:val="p"/>
                                    </m:rPr>
                                    <a:rPr lang="en-US" b="0" i="0" smtClean="0">
                                      <a:latin typeface="Cambria Math" panose="02040503050406030204" pitchFamily="18" charset="0"/>
                                      <a:ea typeface="Cambria Math" panose="02040503050406030204" pitchFamily="18" charset="0"/>
                                    </a:rPr>
                                    <m:t>Δ</m:t>
                                  </m:r>
                                  <m:r>
                                    <a:rPr lang="en-US" b="0" i="1" smtClean="0">
                                      <a:latin typeface="Cambria Math" panose="02040503050406030204" pitchFamily="18" charset="0"/>
                                      <a:ea typeface="Cambria Math" panose="02040503050406030204" pitchFamily="18" charset="0"/>
                                    </a:rPr>
                                    <m:t>𝐸</m:t>
                                  </m:r>
                                </m:e>
                              </m:d>
                            </m:e>
                          </m:func>
                        </m:num>
                        <m:den>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ln</m:t>
                              </m:r>
                            </m:fName>
                            <m:e>
                              <m:d>
                                <m:dPr>
                                  <m:ctrlPr>
                                    <a:rPr lang="en-US" i="1" dirty="0">
                                      <a:latin typeface="Cambria Math" panose="02040503050406030204" pitchFamily="18" charset="0"/>
                                      <a:ea typeface="Cambria Math" panose="02040503050406030204" pitchFamily="18" charset="0"/>
                                    </a:rPr>
                                  </m:ctrlPr>
                                </m:dPr>
                                <m:e>
                                  <m:f>
                                    <m:fPr>
                                      <m:ctrlPr>
                                        <a:rPr lang="en-US" dirty="0">
                                          <a:latin typeface="Cambria Math" panose="02040503050406030204" pitchFamily="18" charset="0"/>
                                          <a:ea typeface="Cambria Math" panose="02040503050406030204" pitchFamily="18" charset="0"/>
                                        </a:rPr>
                                      </m:ctrlPr>
                                    </m:fPr>
                                    <m:num>
                                      <m:r>
                                        <m:rPr>
                                          <m:sty m:val="p"/>
                                        </m:rPr>
                                        <a:rPr lang="en-US" dirty="0">
                                          <a:latin typeface="Cambria Math" panose="02040503050406030204" pitchFamily="18" charset="0"/>
                                          <a:ea typeface="Cambria Math" panose="02040503050406030204" pitchFamily="18" charset="0"/>
                                        </a:rPr>
                                        <m:t>Δ</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𝑥</m:t>
                                          </m:r>
                                        </m:e>
                                        <m:sub>
                                          <m:r>
                                            <a:rPr lang="en-US" i="1" dirty="0">
                                              <a:latin typeface="Cambria Math" panose="02040503050406030204" pitchFamily="18" charset="0"/>
                                              <a:ea typeface="Cambria Math" panose="02040503050406030204" pitchFamily="18" charset="0"/>
                                            </a:rPr>
                                            <m:t>1</m:t>
                                          </m:r>
                                        </m:sub>
                                      </m:sSub>
                                    </m:num>
                                    <m:den>
                                      <m:r>
                                        <m:rPr>
                                          <m:sty m:val="p"/>
                                        </m:rPr>
                                        <a:rPr lang="en-US" dirty="0">
                                          <a:latin typeface="Cambria Math" panose="02040503050406030204" pitchFamily="18" charset="0"/>
                                          <a:ea typeface="Cambria Math" panose="02040503050406030204" pitchFamily="18" charset="0"/>
                                        </a:rPr>
                                        <m:t>Δ</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𝑥</m:t>
                                          </m:r>
                                        </m:e>
                                        <m:sub>
                                          <m:r>
                                            <a:rPr lang="en-US" i="1" dirty="0">
                                              <a:latin typeface="Cambria Math" panose="02040503050406030204" pitchFamily="18" charset="0"/>
                                              <a:ea typeface="Cambria Math" panose="02040503050406030204" pitchFamily="18" charset="0"/>
                                            </a:rPr>
                                            <m:t>2</m:t>
                                          </m:r>
                                        </m:sub>
                                      </m:sSub>
                                    </m:den>
                                  </m:f>
                                </m:e>
                              </m:d>
                            </m:e>
                          </m:func>
                        </m:den>
                      </m:f>
                    </m:oMath>
                  </m:oMathPara>
                </a14:m>
                <a:endParaRPr lang="en-GB" dirty="0"/>
              </a:p>
            </p:txBody>
          </p:sp>
        </mc:Choice>
        <mc:Fallback xmlns="">
          <p:sp>
            <p:nvSpPr>
              <p:cNvPr id="683" name="TextBox 682">
                <a:extLst>
                  <a:ext uri="{FF2B5EF4-FFF2-40B4-BE49-F238E27FC236}">
                    <a16:creationId xmlns:a16="http://schemas.microsoft.com/office/drawing/2014/main" id="{DF8308F0-3AF4-769D-38DA-77A340337643}"/>
                  </a:ext>
                </a:extLst>
              </p:cNvPr>
              <p:cNvSpPr txBox="1">
                <a:spLocks noRot="1" noChangeAspect="1" noMove="1" noResize="1" noEditPoints="1" noAdjustHandles="1" noChangeArrowheads="1" noChangeShapeType="1" noTextEdit="1"/>
              </p:cNvSpPr>
              <p:nvPr/>
            </p:nvSpPr>
            <p:spPr>
              <a:xfrm>
                <a:off x="7218418" y="3681970"/>
                <a:ext cx="1489447" cy="809389"/>
              </a:xfrm>
              <a:prstGeom prst="rect">
                <a:avLst/>
              </a:prstGeom>
              <a:blipFill>
                <a:blip r:embed="rId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44288297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8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8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8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7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7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9" grpId="0" uiExpand="1" build="p"/>
      <p:bldP spid="680" grpId="0"/>
      <p:bldP spid="681" grpId="0"/>
      <p:bldP spid="682" grpId="0"/>
      <p:bldP spid="68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Fourier Series (briefly)</a:t>
            </a:r>
          </a:p>
        </p:txBody>
      </p:sp>
      <p:pic>
        <p:nvPicPr>
          <p:cNvPr id="4" name="Picture 3">
            <a:extLst>
              <a:ext uri="{FF2B5EF4-FFF2-40B4-BE49-F238E27FC236}">
                <a16:creationId xmlns:a16="http://schemas.microsoft.com/office/drawing/2014/main" id="{16290E09-DC2B-602D-4811-B1AD18F5EE24}"/>
              </a:ext>
            </a:extLst>
          </p:cNvPr>
          <p:cNvPicPr>
            <a:picLocks noChangeAspect="1"/>
          </p:cNvPicPr>
          <p:nvPr/>
        </p:nvPicPr>
        <p:blipFill>
          <a:blip r:embed="rId2"/>
          <a:stretch>
            <a:fillRect/>
          </a:stretch>
        </p:blipFill>
        <p:spPr>
          <a:xfrm>
            <a:off x="2813050" y="2770910"/>
            <a:ext cx="6565900" cy="35814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Fourier series</a:t>
            </a:r>
          </a:p>
        </p:txBody>
      </p:sp>
      <p:pic>
        <p:nvPicPr>
          <p:cNvPr id="6" name="Picture 5" descr="64a7adefa87fd1b5.png"/>
          <p:cNvPicPr>
            <a:picLocks noChangeAspect="1"/>
          </p:cNvPicPr>
          <p:nvPr/>
        </p:nvPicPr>
        <p:blipFill>
          <a:blip r:embed="rId2"/>
          <a:stretch>
            <a:fillRect/>
          </a:stretch>
        </p:blipFill>
        <p:spPr>
          <a:xfrm>
            <a:off x="1500691" y="4863406"/>
            <a:ext cx="9565699" cy="611303"/>
          </a:xfrm>
          <a:prstGeom prst="rect">
            <a:avLst/>
          </a:prstGeom>
        </p:spPr>
      </p:pic>
      <p:sp>
        <p:nvSpPr>
          <p:cNvPr id="7" name="TextBox 6"/>
          <p:cNvSpPr txBox="1"/>
          <p:nvPr/>
        </p:nvSpPr>
        <p:spPr>
          <a:xfrm>
            <a:off x="627888" y="1910128"/>
            <a:ext cx="10936224" cy="2478114"/>
          </a:xfrm>
          <a:prstGeom prst="rect">
            <a:avLst/>
          </a:prstGeom>
          <a:noFill/>
        </p:spPr>
        <p:txBody>
          <a:bodyPr wrap="square">
            <a:spAutoFit/>
          </a:bodyPr>
          <a:lstStyle/>
          <a:p>
            <a:pPr marL="285750" indent="-285750">
              <a:lnSpc>
                <a:spcPct val="200000"/>
              </a:lnSpc>
              <a:buFont typeface="Arial" panose="020B0604020202020204" pitchFamily="34" charset="0"/>
              <a:buChar char="•"/>
            </a:pPr>
            <a:r>
              <a:rPr sz="1600" dirty="0">
                <a:latin typeface="Arial" panose="020B0604020202020204" pitchFamily="34" charset="0"/>
                <a:cs typeface="Arial" panose="020B0604020202020204" pitchFamily="34" charset="0"/>
              </a:rPr>
              <a:t>Error norms are a practical technique to show that a numerical solution is converging</a:t>
            </a:r>
          </a:p>
          <a:p>
            <a:pPr marL="285750" indent="-285750">
              <a:lnSpc>
                <a:spcPct val="200000"/>
              </a:lnSpc>
              <a:buFont typeface="Arial" panose="020B0604020202020204" pitchFamily="34" charset="0"/>
              <a:buChar char="•"/>
            </a:pPr>
            <a:r>
              <a:rPr sz="1600" dirty="0">
                <a:latin typeface="Arial" panose="020B0604020202020204" pitchFamily="34" charset="0"/>
                <a:cs typeface="Arial" panose="020B0604020202020204" pitchFamily="34" charset="0"/>
              </a:rPr>
              <a:t>Fourier series can be used to provide a theoretical technique for finding when a numerical solution will converge </a:t>
            </a:r>
          </a:p>
          <a:p>
            <a:pPr marL="285750" indent="-285750">
              <a:lnSpc>
                <a:spcPct val="200000"/>
              </a:lnSpc>
              <a:buFont typeface="Arial" panose="020B0604020202020204" pitchFamily="34" charset="0"/>
              <a:buChar char="•"/>
            </a:pPr>
            <a:r>
              <a:rPr sz="1600" dirty="0">
                <a:latin typeface="Arial" panose="020B0604020202020204" pitchFamily="34" charset="0"/>
                <a:cs typeface="Arial" panose="020B0604020202020204" pitchFamily="34" charset="0"/>
              </a:rPr>
              <a:t>Methods to actually do this will be found in other courses, we provide a brief overview of some important properties of Fourier series here </a:t>
            </a:r>
          </a:p>
          <a:p>
            <a:pPr marL="285750" indent="-285750">
              <a:lnSpc>
                <a:spcPct val="200000"/>
              </a:lnSpc>
              <a:buFont typeface="Arial" panose="020B0604020202020204" pitchFamily="34" charset="0"/>
              <a:buChar char="•"/>
            </a:pPr>
            <a:r>
              <a:rPr sz="1600" dirty="0">
                <a:latin typeface="Arial" panose="020B0604020202020204" pitchFamily="34" charset="0"/>
                <a:cs typeface="Arial" panose="020B0604020202020204" pitchFamily="34" charset="0"/>
              </a:rPr>
              <a:t>Recall, Fourier series represent a </a:t>
            </a:r>
            <a:r>
              <a:rPr sz="1600" b="1" dirty="0">
                <a:latin typeface="Arial" panose="020B0604020202020204" pitchFamily="34" charset="0"/>
                <a:cs typeface="Arial" panose="020B0604020202020204" pitchFamily="34" charset="0"/>
              </a:rPr>
              <a:t>periodic function </a:t>
            </a:r>
            <a:r>
              <a:rPr sz="1600" dirty="0">
                <a:latin typeface="Arial" panose="020B0604020202020204" pitchFamily="34" charset="0"/>
                <a:cs typeface="Arial" panose="020B0604020202020204" pitchFamily="34" charset="0"/>
              </a:rPr>
              <a:t>as a sum of trigonometric functions</a:t>
            </a:r>
          </a:p>
        </p:txBody>
      </p:sp>
    </p:spTree>
    <p:extLst>
      <p:ext uri="{BB962C8B-B14F-4D97-AF65-F5344CB8AC3E}">
        <p14:creationId xmlns:p14="http://schemas.microsoft.com/office/powerpoint/2010/main" val="748480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Computing Fourier series</a:t>
            </a:r>
          </a:p>
        </p:txBody>
      </p:sp>
      <p:sp>
        <p:nvSpPr>
          <p:cNvPr id="4" name="Content Placeholder 3"/>
          <p:cNvSpPr>
            <a:spLocks noGrp="1"/>
          </p:cNvSpPr>
          <p:nvPr>
            <p:ph sz="half" idx="11"/>
          </p:nvPr>
        </p:nvSpPr>
        <p:spPr>
          <a:xfrm>
            <a:off x="417502" y="1745673"/>
            <a:ext cx="11206461" cy="4398818"/>
          </a:xfrm>
        </p:spPr>
        <p:txBody>
          <a:bodyPr wrap="square">
            <a:normAutofit/>
          </a:bodyPr>
          <a:lstStyle/>
          <a:p>
            <a:r>
              <a:rPr sz="1600" dirty="0"/>
              <a:t>For a given function, g(x), with periodicity, P, the constants of the Fourier series are given by</a:t>
            </a:r>
            <a:r>
              <a:rPr lang="en-GB" sz="1600" dirty="0"/>
              <a:t> </a:t>
            </a:r>
            <a:r>
              <a:rPr sz="1600" dirty="0"/>
              <a:t> </a:t>
            </a:r>
            <a:endParaRPr lang="en-GB" sz="1600" dirty="0"/>
          </a:p>
          <a:p>
            <a:endParaRPr lang="en-GB" sz="1600" dirty="0"/>
          </a:p>
          <a:p>
            <a:endParaRPr lang="en-GB" sz="1600" dirty="0"/>
          </a:p>
          <a:p>
            <a:endParaRPr sz="1600" dirty="0"/>
          </a:p>
          <a:p>
            <a:r>
              <a:rPr sz="1600" dirty="0"/>
              <a:t>The idea behind using Fourier series in computing convergence, however, is not to compute these quantities, but to find when they are bounded </a:t>
            </a:r>
          </a:p>
          <a:p>
            <a:r>
              <a:rPr sz="1600" dirty="0"/>
              <a:t>If a solution is found on a finite domain, then by replicating this domain, it is straightforward to make it periodic </a:t>
            </a:r>
          </a:p>
          <a:p>
            <a:r>
              <a:rPr sz="1600" dirty="0"/>
              <a:t>We can express the solution, </a:t>
            </a:r>
            <a:r>
              <a:rPr sz="1600" b="1" dirty="0"/>
              <a:t>or its error</a:t>
            </a:r>
            <a:r>
              <a:rPr sz="1600" dirty="0"/>
              <a:t>, as a Fourier series</a:t>
            </a:r>
          </a:p>
        </p:txBody>
      </p:sp>
      <p:pic>
        <p:nvPicPr>
          <p:cNvPr id="6" name="Picture 5" descr="45b1f9ce4a465b78.png"/>
          <p:cNvPicPr>
            <a:picLocks noChangeAspect="1"/>
          </p:cNvPicPr>
          <p:nvPr/>
        </p:nvPicPr>
        <p:blipFill>
          <a:blip r:embed="rId2"/>
          <a:stretch>
            <a:fillRect/>
          </a:stretch>
        </p:blipFill>
        <p:spPr>
          <a:xfrm>
            <a:off x="1413163" y="2245016"/>
            <a:ext cx="3498273" cy="693084"/>
          </a:xfrm>
          <a:prstGeom prst="rect">
            <a:avLst/>
          </a:prstGeom>
        </p:spPr>
      </p:pic>
      <p:pic>
        <p:nvPicPr>
          <p:cNvPr id="7" name="Picture 6" descr="df442ad913690d8f.png"/>
          <p:cNvPicPr>
            <a:picLocks noChangeAspect="1"/>
          </p:cNvPicPr>
          <p:nvPr/>
        </p:nvPicPr>
        <p:blipFill>
          <a:blip r:embed="rId3"/>
          <a:stretch>
            <a:fillRect/>
          </a:stretch>
        </p:blipFill>
        <p:spPr>
          <a:xfrm>
            <a:off x="357814" y="3011419"/>
            <a:ext cx="5516513" cy="730490"/>
          </a:xfrm>
          <a:prstGeom prst="rect">
            <a:avLst/>
          </a:prstGeom>
        </p:spPr>
      </p:pic>
      <p:pic>
        <p:nvPicPr>
          <p:cNvPr id="8" name="Picture 7" descr="dc98b896a2b4bb6c.png"/>
          <p:cNvPicPr>
            <a:picLocks noChangeAspect="1"/>
          </p:cNvPicPr>
          <p:nvPr/>
        </p:nvPicPr>
        <p:blipFill>
          <a:blip r:embed="rId4"/>
          <a:stretch>
            <a:fillRect/>
          </a:stretch>
        </p:blipFill>
        <p:spPr>
          <a:xfrm>
            <a:off x="6381491" y="3022613"/>
            <a:ext cx="5393007" cy="719297"/>
          </a:xfrm>
          <a:prstGeom prst="rect">
            <a:avLst/>
          </a:prstGeom>
        </p:spPr>
      </p:pic>
    </p:spTree>
    <p:extLst>
      <p:ext uri="{BB962C8B-B14F-4D97-AF65-F5344CB8AC3E}">
        <p14:creationId xmlns:p14="http://schemas.microsoft.com/office/powerpoint/2010/main" val="186741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Converging solutions</a:t>
            </a:r>
          </a:p>
        </p:txBody>
      </p:sp>
      <mc:AlternateContent xmlns:mc="http://schemas.openxmlformats.org/markup-compatibility/2006">
        <mc:Choice xmlns:a14="http://schemas.microsoft.com/office/drawing/2010/main" Requires="a14">
          <p:sp>
            <p:nvSpPr>
              <p:cNvPr id="4" name="Content Placeholder 3"/>
              <p:cNvSpPr>
                <a:spLocks noGrp="1"/>
              </p:cNvSpPr>
              <p:nvPr>
                <p:ph sz="half" idx="11"/>
              </p:nvPr>
            </p:nvSpPr>
            <p:spPr>
              <a:xfrm>
                <a:off x="417502" y="1932709"/>
                <a:ext cx="11130261" cy="3928830"/>
              </a:xfrm>
            </p:spPr>
            <p:txBody>
              <a:bodyPr wrap="square">
                <a:normAutofit/>
              </a:bodyPr>
              <a:lstStyle/>
              <a:p>
                <a:r>
                  <a:rPr sz="1600" dirty="0"/>
                  <a:t>Assume we have a Fourier series expansion for the error of a solution</a:t>
                </a:r>
              </a:p>
              <a:p>
                <a:r>
                  <a:rPr sz="1600" dirty="0"/>
                  <a:t>If we can show, for every </a:t>
                </a:r>
                <a14:m>
                  <m:oMath xmlns:m="http://schemas.openxmlformats.org/officeDocument/2006/math">
                    <m:r>
                      <a:rPr lang="en-GB" sz="1600" i="1" dirty="0" smtClean="0">
                        <a:latin typeface="Cambria Math" panose="02040503050406030204" pitchFamily="18" charset="0"/>
                      </a:rPr>
                      <m:t>𝑛</m:t>
                    </m:r>
                  </m:oMath>
                </a14:m>
                <a:r>
                  <a:rPr sz="1600" dirty="0"/>
                  <a:t>, that this error decreases as the simulation progresses, we know we will </a:t>
                </a:r>
                <a:r>
                  <a:rPr sz="1600" b="1" dirty="0"/>
                  <a:t>converge to a solution </a:t>
                </a:r>
              </a:p>
              <a:p>
                <a:r>
                  <a:rPr sz="1600" dirty="0"/>
                  <a:t>This is often possible to do simply, and analytically </a:t>
                </a:r>
              </a:p>
              <a:p>
                <a:r>
                  <a:rPr sz="1600" dirty="0"/>
                  <a:t>This requires an equivalent form of the Fourier series, </a:t>
                </a:r>
                <a:endParaRPr lang="en-GB" sz="1600" dirty="0"/>
              </a:p>
              <a:p>
                <a:endParaRPr lang="en-GB" sz="1600" dirty="0"/>
              </a:p>
              <a:p>
                <a:endParaRPr sz="1600" dirty="0"/>
              </a:p>
              <a:p>
                <a:r>
                  <a:rPr sz="1600" dirty="0"/>
                  <a:t>The advantage of this form is that we only need to worry about a single </a:t>
                </a:r>
                <a14:m>
                  <m:oMath xmlns:m="http://schemas.openxmlformats.org/officeDocument/2006/math">
                    <m:sSub>
                      <m:sSubPr>
                        <m:ctrlPr>
                          <a:rPr lang="en-GB" sz="1600" i="1" dirty="0" err="1">
                            <a:latin typeface="Cambria Math" panose="02040503050406030204" pitchFamily="18" charset="0"/>
                          </a:rPr>
                        </m:ctrlPr>
                      </m:sSubPr>
                      <m:e>
                        <m:r>
                          <a:rPr lang="en-GB" sz="1600" i="1" dirty="0" err="1">
                            <a:latin typeface="Cambria Math" panose="02040503050406030204" pitchFamily="18" charset="0"/>
                          </a:rPr>
                          <m:t>𝑐</m:t>
                        </m:r>
                      </m:e>
                      <m:sub>
                        <m:r>
                          <a:rPr lang="en-GB" sz="1600" i="1" dirty="0" err="1">
                            <a:latin typeface="Cambria Math" panose="02040503050406030204" pitchFamily="18" charset="0"/>
                          </a:rPr>
                          <m:t>𝑛</m:t>
                        </m:r>
                      </m:sub>
                    </m:sSub>
                  </m:oMath>
                </a14:m>
                <a:r>
                  <a:rPr sz="1600" dirty="0"/>
                  <a:t>, which makes simplification easier</a:t>
                </a:r>
              </a:p>
            </p:txBody>
          </p:sp>
        </mc:Choice>
        <mc:Fallback>
          <p:sp>
            <p:nvSpPr>
              <p:cNvPr id="4" name="Content Placeholder 3"/>
              <p:cNvSpPr>
                <a:spLocks noGrp="1" noRot="1" noChangeAspect="1" noMove="1" noResize="1" noEditPoints="1" noAdjustHandles="1" noChangeArrowheads="1" noChangeShapeType="1" noTextEdit="1"/>
              </p:cNvSpPr>
              <p:nvPr>
                <p:ph sz="half" idx="11"/>
              </p:nvPr>
            </p:nvSpPr>
            <p:spPr>
              <a:xfrm>
                <a:off x="417502" y="1932709"/>
                <a:ext cx="11130261" cy="3928830"/>
              </a:xfrm>
              <a:blipFill>
                <a:blip r:embed="rId3"/>
                <a:stretch>
                  <a:fillRect l="-219"/>
                </a:stretch>
              </a:blipFill>
            </p:spPr>
            <p:txBody>
              <a:bodyPr/>
              <a:lstStyle/>
              <a:p>
                <a:r>
                  <a:rPr lang="en-GB">
                    <a:noFill/>
                  </a:rPr>
                  <a:t> </a:t>
                </a:r>
              </a:p>
            </p:txBody>
          </p:sp>
        </mc:Fallback>
      </mc:AlternateContent>
      <p:pic>
        <p:nvPicPr>
          <p:cNvPr id="6" name="Picture 5" descr="bbd69aeec3c4b2e6.png"/>
          <p:cNvPicPr>
            <a:picLocks noChangeAspect="1"/>
          </p:cNvPicPr>
          <p:nvPr/>
        </p:nvPicPr>
        <p:blipFill>
          <a:blip r:embed="rId4"/>
          <a:stretch>
            <a:fillRect/>
          </a:stretch>
        </p:blipFill>
        <p:spPr>
          <a:xfrm>
            <a:off x="3535680" y="4453016"/>
            <a:ext cx="5120640" cy="523042"/>
          </a:xfrm>
          <a:prstGeom prst="rect">
            <a:avLst/>
          </a:prstGeom>
        </p:spPr>
      </p:pic>
    </p:spTree>
    <p:extLst>
      <p:ext uri="{BB962C8B-B14F-4D97-AF65-F5344CB8AC3E}">
        <p14:creationId xmlns:p14="http://schemas.microsoft.com/office/powerpoint/2010/main" val="4017906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Interpolation</a:t>
            </a:r>
          </a:p>
        </p:txBody>
      </p:sp>
      <p:pic>
        <p:nvPicPr>
          <p:cNvPr id="4" name="Picture 3" descr="The diagram illustrates a flowchart for two interpolation methods: Linear and Smooth Polynomial, with decision points leading to different outcomes.&#10;&#10;AI-generated content may be incorrect.">
            <a:extLst>
              <a:ext uri="{FF2B5EF4-FFF2-40B4-BE49-F238E27FC236}">
                <a16:creationId xmlns:a16="http://schemas.microsoft.com/office/drawing/2014/main" id="{B2744A4E-304A-06B9-071E-FEB5C7773342}"/>
              </a:ext>
            </a:extLst>
          </p:cNvPr>
          <p:cNvPicPr>
            <a:picLocks noChangeAspect="1"/>
          </p:cNvPicPr>
          <p:nvPr/>
        </p:nvPicPr>
        <p:blipFill>
          <a:blip r:embed="rId2"/>
          <a:stretch>
            <a:fillRect/>
          </a:stretch>
        </p:blipFill>
        <p:spPr>
          <a:xfrm>
            <a:off x="2956784" y="2883049"/>
            <a:ext cx="6278431" cy="342459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Discretisation and interpolation</a:t>
            </a:r>
          </a:p>
        </p:txBody>
      </p:sp>
      <p:sp>
        <p:nvSpPr>
          <p:cNvPr id="4" name="Content Placeholder 3"/>
          <p:cNvSpPr>
            <a:spLocks noGrp="1"/>
          </p:cNvSpPr>
          <p:nvPr>
            <p:ph sz="half" idx="11"/>
          </p:nvPr>
        </p:nvSpPr>
        <p:spPr>
          <a:xfrm>
            <a:off x="451571" y="1812664"/>
            <a:ext cx="11146968" cy="4324574"/>
          </a:xfrm>
        </p:spPr>
        <p:txBody>
          <a:bodyPr wrap="square">
            <a:normAutofit lnSpcReduction="10000"/>
          </a:bodyPr>
          <a:lstStyle/>
          <a:p>
            <a:r>
              <a:rPr sz="1600" dirty="0"/>
              <a:t>When we have a solution on discrete space, we may need information about points </a:t>
            </a:r>
            <a:r>
              <a:rPr sz="1600" b="1" dirty="0"/>
              <a:t>in between </a:t>
            </a:r>
            <a:r>
              <a:rPr sz="1600" dirty="0"/>
              <a:t>these known values </a:t>
            </a:r>
          </a:p>
          <a:p>
            <a:r>
              <a:rPr sz="1600" dirty="0"/>
              <a:t>This could be for identifying material interfaces, identifying contours or determining material properties </a:t>
            </a:r>
            <a:endParaRPr lang="en-GB" sz="1600" dirty="0"/>
          </a:p>
          <a:p>
            <a:endParaRPr lang="en-GB" sz="1600" dirty="0"/>
          </a:p>
          <a:p>
            <a:endParaRPr lang="en-GB" sz="1600" dirty="0"/>
          </a:p>
          <a:p>
            <a:endParaRPr lang="en-GB" sz="1600" dirty="0"/>
          </a:p>
          <a:p>
            <a:endParaRPr lang="en-GB" sz="1600" dirty="0"/>
          </a:p>
          <a:p>
            <a:endParaRPr lang="en-GB" sz="1600" dirty="0"/>
          </a:p>
          <a:p>
            <a:endParaRPr sz="1600" dirty="0"/>
          </a:p>
          <a:p>
            <a:r>
              <a:rPr sz="1600" dirty="0"/>
              <a:t>To achieve this, we may find we need to interpolate data</a:t>
            </a:r>
          </a:p>
        </p:txBody>
      </p:sp>
      <p:pic>
        <p:nvPicPr>
          <p:cNvPr id="6" name="Picture 5" descr="discretisation_interp.png"/>
          <p:cNvPicPr>
            <a:picLocks noChangeAspect="1"/>
          </p:cNvPicPr>
          <p:nvPr/>
        </p:nvPicPr>
        <p:blipFill>
          <a:blip r:embed="rId2"/>
          <a:stretch>
            <a:fillRect/>
          </a:stretch>
        </p:blipFill>
        <p:spPr>
          <a:xfrm>
            <a:off x="2299446" y="2758167"/>
            <a:ext cx="7457739" cy="2887244"/>
          </a:xfrm>
          <a:prstGeom prst="rect">
            <a:avLst/>
          </a:prstGeom>
        </p:spPr>
      </p:pic>
    </p:spTree>
    <p:extLst>
      <p:ext uri="{BB962C8B-B14F-4D97-AF65-F5344CB8AC3E}">
        <p14:creationId xmlns:p14="http://schemas.microsoft.com/office/powerpoint/2010/main" val="2914528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Discretisation and interpolation</a:t>
            </a:r>
          </a:p>
        </p:txBody>
      </p:sp>
      <mc:AlternateContent xmlns:mc="http://schemas.openxmlformats.org/markup-compatibility/2006">
        <mc:Choice xmlns:a14="http://schemas.microsoft.com/office/drawing/2010/main" Requires="a14">
          <p:sp>
            <p:nvSpPr>
              <p:cNvPr id="4" name="Content Placeholder 3"/>
              <p:cNvSpPr>
                <a:spLocks noGrp="1"/>
              </p:cNvSpPr>
              <p:nvPr>
                <p:ph sz="half" idx="11"/>
              </p:nvPr>
            </p:nvSpPr>
            <p:spPr>
              <a:xfrm>
                <a:off x="417502" y="2049332"/>
                <a:ext cx="11039391" cy="3812207"/>
              </a:xfrm>
            </p:spPr>
            <p:txBody>
              <a:bodyPr wrap="square">
                <a:normAutofit/>
              </a:bodyPr>
              <a:lstStyle/>
              <a:p>
                <a:r>
                  <a:rPr sz="1600" dirty="0"/>
                  <a:t>Like with other numerical methods, different types of </a:t>
                </a:r>
                <a:r>
                  <a:rPr sz="1600" dirty="0" err="1"/>
                  <a:t>discretisation</a:t>
                </a:r>
                <a:r>
                  <a:rPr sz="1600" dirty="0"/>
                  <a:t> have different orders of accuracy (and different computational cost) </a:t>
                </a:r>
              </a:p>
              <a:p>
                <a:r>
                  <a:rPr sz="1600" dirty="0"/>
                  <a:t>In many cases, a simple linear interpolation is sufficient because:</a:t>
                </a:r>
              </a:p>
              <a:p>
                <a:pPr lvl="2"/>
                <a:r>
                  <a:rPr sz="1600" dirty="0">
                    <a:latin typeface="Arial" panose="020B0604020202020204" pitchFamily="34" charset="0"/>
                    <a:cs typeface="Arial" panose="020B0604020202020204" pitchFamily="34" charset="0"/>
                  </a:rPr>
                  <a:t>There is a low computational cost for such interpolation</a:t>
                </a:r>
              </a:p>
              <a:p>
                <a:pPr lvl="2"/>
                <a:r>
                  <a:rPr lang="en-GB" sz="1600" dirty="0">
                    <a:latin typeface="Arial" panose="020B0604020202020204" pitchFamily="34" charset="0"/>
                    <a:cs typeface="Arial" panose="020B0604020202020204" pitchFamily="34" charset="0"/>
                  </a:rPr>
                  <a:t>T</a:t>
                </a:r>
                <a:r>
                  <a:rPr sz="1600" dirty="0">
                    <a:latin typeface="Arial" panose="020B0604020202020204" pitchFamily="34" charset="0"/>
                    <a:cs typeface="Arial" panose="020B0604020202020204" pitchFamily="34" charset="0"/>
                  </a:rPr>
                  <a:t>here is no issue with overshooting near the edges of the data range</a:t>
                </a:r>
              </a:p>
              <a:p>
                <a:pPr lvl="2"/>
                <a:r>
                  <a:rPr sz="1600" dirty="0">
                    <a:latin typeface="Arial" panose="020B0604020202020204" pitchFamily="34" charset="0"/>
                    <a:cs typeface="Arial" panose="020B0604020202020204" pitchFamily="34" charset="0"/>
                  </a:rPr>
                  <a:t>Often, e.g. at </a:t>
                </a:r>
                <a:r>
                  <a:rPr lang="en-GB" sz="1600" dirty="0">
                    <a:latin typeface="Arial" panose="020B0604020202020204" pitchFamily="34" charset="0"/>
                    <a:cs typeface="Arial" panose="020B0604020202020204" pitchFamily="34" charset="0"/>
                  </a:rPr>
                  <a:t>a sudden change in material properties</a:t>
                </a:r>
                <a:r>
                  <a:rPr sz="1600" dirty="0">
                    <a:latin typeface="Arial" panose="020B0604020202020204" pitchFamily="34" charset="0"/>
                    <a:cs typeface="Arial" panose="020B0604020202020204" pitchFamily="34" charset="0"/>
                  </a:rPr>
                  <a:t>, accuracy is already low – better interpolation gets us nothing</a:t>
                </a:r>
                <a:r>
                  <a:rPr lang="en-GB" sz="1600" dirty="0">
                    <a:latin typeface="Arial" panose="020B0604020202020204" pitchFamily="34" charset="0"/>
                    <a:cs typeface="Arial" panose="020B0604020202020204" pitchFamily="34" charset="0"/>
                  </a:rPr>
                  <a:t>, and elsewhere, accuracy is already high</a:t>
                </a:r>
                <a:endParaRPr sz="1600" dirty="0">
                  <a:latin typeface="Arial" panose="020B0604020202020204" pitchFamily="34" charset="0"/>
                  <a:cs typeface="Arial" panose="020B0604020202020204" pitchFamily="34" charset="0"/>
                </a:endParaRPr>
              </a:p>
              <a:p>
                <a:pPr lvl="2"/>
                <a:r>
                  <a:rPr sz="1600" dirty="0">
                    <a:latin typeface="Arial" panose="020B0604020202020204" pitchFamily="34" charset="0"/>
                    <a:cs typeface="Arial" panose="020B0604020202020204" pitchFamily="34" charset="0"/>
                  </a:rPr>
                  <a:t>The tabulated data is sufficiently accurate that even first-order accurate interpolation has a low error </a:t>
                </a:r>
              </a:p>
              <a:p>
                <a:r>
                  <a:rPr sz="1600" dirty="0"/>
                  <a:t>For a function </a:t>
                </a:r>
                <a14:m>
                  <m:oMath xmlns:m="http://schemas.openxmlformats.org/officeDocument/2006/math">
                    <m:r>
                      <a:rPr lang="en-GB" sz="1600" i="1" dirty="0" smtClean="0">
                        <a:latin typeface="Cambria Math" panose="02040503050406030204" pitchFamily="18" charset="0"/>
                      </a:rPr>
                      <m:t>𝑦</m:t>
                    </m:r>
                    <m:r>
                      <a:rPr lang="en-GB" sz="1600" i="0" dirty="0">
                        <a:latin typeface="Cambria Math" panose="02040503050406030204" pitchFamily="18" charset="0"/>
                      </a:rPr>
                      <m:t>=</m:t>
                    </m:r>
                    <m:r>
                      <a:rPr lang="en-GB" sz="1600" i="1" dirty="0">
                        <a:latin typeface="Cambria Math" panose="02040503050406030204" pitchFamily="18" charset="0"/>
                      </a:rPr>
                      <m:t>𝑦</m:t>
                    </m:r>
                    <m:d>
                      <m:dPr>
                        <m:ctrlPr>
                          <a:rPr lang="en-GB" sz="1600" i="1" dirty="0">
                            <a:latin typeface="Cambria Math" panose="02040503050406030204" pitchFamily="18" charset="0"/>
                          </a:rPr>
                        </m:ctrlPr>
                      </m:dPr>
                      <m:e>
                        <m:r>
                          <a:rPr lang="en-GB" sz="1600" i="1" dirty="0">
                            <a:latin typeface="Cambria Math" panose="02040503050406030204" pitchFamily="18" charset="0"/>
                          </a:rPr>
                          <m:t>𝑥</m:t>
                        </m:r>
                      </m:e>
                    </m:d>
                  </m:oMath>
                </a14:m>
                <a:r>
                  <a:rPr sz="1600" dirty="0"/>
                  <a:t>, if we know </a:t>
                </a:r>
                <a14:m>
                  <m:oMath xmlns:m="http://schemas.openxmlformats.org/officeDocument/2006/math">
                    <m:d>
                      <m:dPr>
                        <m:ctrlPr>
                          <a:rPr lang="en-GB" sz="1600" i="1" dirty="0">
                            <a:latin typeface="Cambria Math" panose="02040503050406030204" pitchFamily="18" charset="0"/>
                          </a:rPr>
                        </m:ctrlPr>
                      </m:dPr>
                      <m:e>
                        <m:r>
                          <a:rPr lang="en-GB" sz="1600" i="1" dirty="0">
                            <a:latin typeface="Cambria Math" panose="02040503050406030204" pitchFamily="18" charset="0"/>
                          </a:rPr>
                          <m:t>𝑥</m:t>
                        </m:r>
                        <m:r>
                          <a:rPr lang="en-GB" sz="1600" i="0" dirty="0">
                            <a:latin typeface="Cambria Math" panose="02040503050406030204" pitchFamily="18" charset="0"/>
                          </a:rPr>
                          <m:t>₁,</m:t>
                        </m:r>
                        <m:r>
                          <a:rPr lang="en-GB" sz="1600" i="1" dirty="0">
                            <a:latin typeface="Cambria Math" panose="02040503050406030204" pitchFamily="18" charset="0"/>
                          </a:rPr>
                          <m:t>𝑦</m:t>
                        </m:r>
                        <m:r>
                          <a:rPr lang="en-GB" sz="1600" i="0" dirty="0">
                            <a:latin typeface="Cambria Math" panose="02040503050406030204" pitchFamily="18" charset="0"/>
                          </a:rPr>
                          <m:t>₁</m:t>
                        </m:r>
                      </m:e>
                    </m:d>
                  </m:oMath>
                </a14:m>
                <a:r>
                  <a:rPr sz="1600" dirty="0"/>
                  <a:t> and </a:t>
                </a:r>
                <a14:m>
                  <m:oMath xmlns:m="http://schemas.openxmlformats.org/officeDocument/2006/math">
                    <m:d>
                      <m:dPr>
                        <m:ctrlPr>
                          <a:rPr lang="en-GB" sz="1600" i="1" dirty="0">
                            <a:latin typeface="Cambria Math" panose="02040503050406030204" pitchFamily="18" charset="0"/>
                          </a:rPr>
                        </m:ctrlPr>
                      </m:dPr>
                      <m:e>
                        <m:r>
                          <a:rPr lang="en-GB" sz="1600" i="1" dirty="0">
                            <a:latin typeface="Cambria Math" panose="02040503050406030204" pitchFamily="18" charset="0"/>
                          </a:rPr>
                          <m:t>𝑥</m:t>
                        </m:r>
                        <m:r>
                          <a:rPr lang="en-GB" sz="1600" i="0" dirty="0">
                            <a:latin typeface="Cambria Math" panose="02040503050406030204" pitchFamily="18" charset="0"/>
                          </a:rPr>
                          <m:t>₂,</m:t>
                        </m:r>
                        <m:r>
                          <a:rPr lang="en-GB" sz="1600" i="1" dirty="0">
                            <a:latin typeface="Cambria Math" panose="02040503050406030204" pitchFamily="18" charset="0"/>
                          </a:rPr>
                          <m:t>𝑦</m:t>
                        </m:r>
                        <m:r>
                          <a:rPr lang="en-GB" sz="1600" i="0" dirty="0">
                            <a:latin typeface="Cambria Math" panose="02040503050406030204" pitchFamily="18" charset="0"/>
                          </a:rPr>
                          <m:t>₂</m:t>
                        </m:r>
                      </m:e>
                    </m:d>
                  </m:oMath>
                </a14:m>
                <a:r>
                  <a:rPr sz="1600" dirty="0"/>
                  <a:t>, and that </a:t>
                </a:r>
                <a14:m>
                  <m:oMath xmlns:m="http://schemas.openxmlformats.org/officeDocument/2006/math">
                    <m:r>
                      <a:rPr lang="en-GB" sz="1600" i="1" dirty="0" smtClean="0">
                        <a:latin typeface="Cambria Math" panose="02040503050406030204" pitchFamily="18" charset="0"/>
                      </a:rPr>
                      <m:t>𝑥</m:t>
                    </m:r>
                    <m:r>
                      <a:rPr lang="en-GB" sz="1600" i="0" dirty="0">
                        <a:latin typeface="Cambria Math" panose="02040503050406030204" pitchFamily="18" charset="0"/>
                      </a:rPr>
                      <m:t>₁≤</m:t>
                    </m:r>
                    <m:r>
                      <a:rPr lang="en-GB" sz="1600" i="1" dirty="0">
                        <a:latin typeface="Cambria Math" panose="02040503050406030204" pitchFamily="18" charset="0"/>
                      </a:rPr>
                      <m:t>𝑥</m:t>
                    </m:r>
                    <m:r>
                      <a:rPr lang="en-GB" sz="1600" i="0" dirty="0">
                        <a:latin typeface="Cambria Math" panose="02040503050406030204" pitchFamily="18" charset="0"/>
                      </a:rPr>
                      <m:t>≤</m:t>
                    </m:r>
                    <m:r>
                      <a:rPr lang="en-GB" sz="1600" i="1" dirty="0">
                        <a:latin typeface="Cambria Math" panose="02040503050406030204" pitchFamily="18" charset="0"/>
                      </a:rPr>
                      <m:t>𝑥</m:t>
                    </m:r>
                    <m:r>
                      <a:rPr lang="en-GB" sz="1600" i="0" dirty="0">
                        <a:latin typeface="Cambria Math" panose="02040503050406030204" pitchFamily="18" charset="0"/>
                      </a:rPr>
                      <m:t>₂</m:t>
                    </m:r>
                  </m:oMath>
                </a14:m>
                <a:r>
                  <a:rPr sz="1600" dirty="0"/>
                  <a:t>, then linear interpolation gives</a:t>
                </a:r>
              </a:p>
            </p:txBody>
          </p:sp>
        </mc:Choice>
        <mc:Fallback>
          <p:sp>
            <p:nvSpPr>
              <p:cNvPr id="4" name="Content Placeholder 3"/>
              <p:cNvSpPr>
                <a:spLocks noGrp="1" noRot="1" noChangeAspect="1" noMove="1" noResize="1" noEditPoints="1" noAdjustHandles="1" noChangeArrowheads="1" noChangeShapeType="1" noTextEdit="1"/>
              </p:cNvSpPr>
              <p:nvPr>
                <p:ph sz="half" idx="11"/>
              </p:nvPr>
            </p:nvSpPr>
            <p:spPr>
              <a:xfrm>
                <a:off x="417502" y="2049332"/>
                <a:ext cx="11039391" cy="3812207"/>
              </a:xfrm>
              <a:blipFill>
                <a:blip r:embed="rId2"/>
                <a:stretch>
                  <a:fillRect l="-221"/>
                </a:stretch>
              </a:blipFill>
            </p:spPr>
            <p:txBody>
              <a:bodyPr/>
              <a:lstStyle/>
              <a:p>
                <a:r>
                  <a:rPr lang="en-GB">
                    <a:noFill/>
                  </a:rPr>
                  <a:t> </a:t>
                </a:r>
              </a:p>
            </p:txBody>
          </p:sp>
        </mc:Fallback>
      </mc:AlternateContent>
      <p:pic>
        <p:nvPicPr>
          <p:cNvPr id="6" name="Picture 5" descr="f8bbbf058d0e296e.png"/>
          <p:cNvPicPr>
            <a:picLocks noChangeAspect="1"/>
          </p:cNvPicPr>
          <p:nvPr/>
        </p:nvPicPr>
        <p:blipFill>
          <a:blip r:embed="rId3"/>
          <a:stretch>
            <a:fillRect/>
          </a:stretch>
        </p:blipFill>
        <p:spPr>
          <a:xfrm>
            <a:off x="3418242" y="5316331"/>
            <a:ext cx="5120640" cy="658159"/>
          </a:xfrm>
          <a:prstGeom prst="rect">
            <a:avLst/>
          </a:prstGeom>
        </p:spPr>
      </p:pic>
    </p:spTree>
    <p:extLst>
      <p:ext uri="{BB962C8B-B14F-4D97-AF65-F5344CB8AC3E}">
        <p14:creationId xmlns:p14="http://schemas.microsoft.com/office/powerpoint/2010/main" val="370413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881EE-CE1F-D7C2-296E-19E0088EFE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5AF2DE-04D1-F55A-652C-3113BBB870BE}"/>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Linear interpolation</a:t>
            </a:r>
          </a:p>
        </p:txBody>
      </p:sp>
    </p:spTree>
    <p:extLst>
      <p:ext uri="{BB962C8B-B14F-4D97-AF65-F5344CB8AC3E}">
        <p14:creationId xmlns:p14="http://schemas.microsoft.com/office/powerpoint/2010/main" val="2858780189"/>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Bilinear and trilinear interpolation</a:t>
            </a:r>
          </a:p>
        </p:txBody>
      </p:sp>
      <mc:AlternateContent xmlns:mc="http://schemas.openxmlformats.org/markup-compatibility/2006">
        <mc:Choice xmlns:a14="http://schemas.microsoft.com/office/drawing/2010/main" Requires="a14">
          <p:sp>
            <p:nvSpPr>
              <p:cNvPr id="4" name="Content Placeholder 3"/>
              <p:cNvSpPr>
                <a:spLocks noGrp="1"/>
              </p:cNvSpPr>
              <p:nvPr>
                <p:ph sz="half" idx="11"/>
              </p:nvPr>
            </p:nvSpPr>
            <p:spPr>
              <a:xfrm>
                <a:off x="417502" y="2111408"/>
                <a:ext cx="6080117" cy="3750131"/>
              </a:xfrm>
            </p:spPr>
            <p:txBody>
              <a:bodyPr wrap="square">
                <a:normAutofit/>
              </a:bodyPr>
              <a:lstStyle/>
              <a:p>
                <a:r>
                  <a:rPr sz="1600" dirty="0"/>
                  <a:t>The use of simple interpolation functionality is more important if you are in multiple dimensions </a:t>
                </a:r>
              </a:p>
              <a:p>
                <a:r>
                  <a:rPr sz="1600" dirty="0"/>
                  <a:t>Bilinear and trilinear interpolation is the 2D and 3D equivalent to linear interpolation </a:t>
                </a:r>
              </a:p>
              <a:p>
                <a:r>
                  <a:rPr sz="1600" dirty="0"/>
                  <a:t>And they also work by considering one dimension at a time</a:t>
                </a:r>
                <a:endParaRPr lang="en-GB" sz="1600" dirty="0"/>
              </a:p>
              <a:p>
                <a:r>
                  <a:rPr lang="en-GB" sz="1600" dirty="0"/>
                  <a:t>In 2D, if we have </a:t>
                </a:r>
                <a14:m>
                  <m:oMath xmlns:m="http://schemas.openxmlformats.org/officeDocument/2006/math">
                    <m:r>
                      <a:rPr lang="en-GB" sz="1600" i="1" dirty="0" smtClean="0">
                        <a:latin typeface="Cambria Math" panose="02040503050406030204" pitchFamily="18" charset="0"/>
                      </a:rPr>
                      <m:t>𝑧</m:t>
                    </m:r>
                    <m:r>
                      <a:rPr lang="en-GB" sz="1600" i="0" dirty="0" smtClean="0">
                        <a:latin typeface="Cambria Math" panose="02040503050406030204" pitchFamily="18" charset="0"/>
                      </a:rPr>
                      <m:t>=</m:t>
                    </m:r>
                    <m:r>
                      <a:rPr lang="en-GB" sz="1600" i="1" dirty="0" smtClean="0">
                        <a:latin typeface="Cambria Math" panose="02040503050406030204" pitchFamily="18" charset="0"/>
                      </a:rPr>
                      <m:t>𝑧</m:t>
                    </m:r>
                    <m:d>
                      <m:dPr>
                        <m:ctrlPr>
                          <a:rPr lang="en-GB" sz="1600" i="1" dirty="0" smtClean="0">
                            <a:latin typeface="Cambria Math" panose="02040503050406030204" pitchFamily="18" charset="0"/>
                          </a:rPr>
                        </m:ctrlPr>
                      </m:dPr>
                      <m:e>
                        <m:r>
                          <a:rPr lang="en-GB" sz="1600" i="1" dirty="0" smtClean="0">
                            <a:latin typeface="Cambria Math" panose="02040503050406030204" pitchFamily="18" charset="0"/>
                          </a:rPr>
                          <m:t>𝑥</m:t>
                        </m:r>
                        <m:r>
                          <a:rPr lang="en-GB" sz="1600" i="0" dirty="0" smtClean="0">
                            <a:latin typeface="Cambria Math" panose="02040503050406030204" pitchFamily="18" charset="0"/>
                          </a:rPr>
                          <m:t>,</m:t>
                        </m:r>
                        <m:r>
                          <a:rPr lang="en-GB" sz="1600" i="1" dirty="0" smtClean="0">
                            <a:latin typeface="Cambria Math" panose="02040503050406030204" pitchFamily="18" charset="0"/>
                          </a:rPr>
                          <m:t>𝑦</m:t>
                        </m:r>
                      </m:e>
                    </m:d>
                  </m:oMath>
                </a14:m>
                <a:endParaRPr lang="en-GB" sz="1600" dirty="0"/>
              </a:p>
            </p:txBody>
          </p:sp>
        </mc:Choice>
        <mc:Fallback>
          <p:sp>
            <p:nvSpPr>
              <p:cNvPr id="4" name="Content Placeholder 3"/>
              <p:cNvSpPr>
                <a:spLocks noGrp="1" noRot="1" noChangeAspect="1" noMove="1" noResize="1" noEditPoints="1" noAdjustHandles="1" noChangeArrowheads="1" noChangeShapeType="1" noTextEdit="1"/>
              </p:cNvSpPr>
              <p:nvPr>
                <p:ph sz="half" idx="11"/>
              </p:nvPr>
            </p:nvSpPr>
            <p:spPr>
              <a:xfrm>
                <a:off x="417502" y="2111408"/>
                <a:ext cx="6080117" cy="3750131"/>
              </a:xfrm>
              <a:blipFill>
                <a:blip r:embed="rId2"/>
                <a:stretch>
                  <a:fillRect l="-401"/>
                </a:stretch>
              </a:blipFill>
            </p:spPr>
            <p:txBody>
              <a:bodyPr/>
              <a:lstStyle/>
              <a:p>
                <a:r>
                  <a:rPr lang="en-GB">
                    <a:noFill/>
                  </a:rPr>
                  <a:t> </a:t>
                </a:r>
              </a:p>
            </p:txBody>
          </p:sp>
        </mc:Fallback>
      </mc:AlternateContent>
      <p:pic>
        <p:nvPicPr>
          <p:cNvPr id="6" name="Picture 5" descr="bilinear_diagram.png"/>
          <p:cNvPicPr>
            <a:picLocks noChangeAspect="1"/>
          </p:cNvPicPr>
          <p:nvPr/>
        </p:nvPicPr>
        <p:blipFill>
          <a:blip r:embed="rId3"/>
          <a:stretch>
            <a:fillRect/>
          </a:stretch>
        </p:blipFill>
        <p:spPr>
          <a:xfrm>
            <a:off x="6805858" y="1264024"/>
            <a:ext cx="3618301" cy="3409150"/>
          </a:xfrm>
          <a:prstGeom prst="rect">
            <a:avLst/>
          </a:prstGeom>
        </p:spPr>
      </p:pic>
      <p:pic>
        <p:nvPicPr>
          <p:cNvPr id="7" name="Picture 6" descr="1f94a8be1d09431f.png"/>
          <p:cNvPicPr>
            <a:picLocks noChangeAspect="1"/>
          </p:cNvPicPr>
          <p:nvPr/>
        </p:nvPicPr>
        <p:blipFill>
          <a:blip r:embed="rId4"/>
          <a:stretch>
            <a:fillRect/>
          </a:stretch>
        </p:blipFill>
        <p:spPr>
          <a:xfrm>
            <a:off x="6139927" y="4673174"/>
            <a:ext cx="5120640" cy="413424"/>
          </a:xfrm>
          <a:prstGeom prst="rect">
            <a:avLst/>
          </a:prstGeom>
        </p:spPr>
      </p:pic>
      <p:pic>
        <p:nvPicPr>
          <p:cNvPr id="8" name="Picture 7" descr="1abb7a320658a882.png"/>
          <p:cNvPicPr>
            <a:picLocks noChangeAspect="1"/>
          </p:cNvPicPr>
          <p:nvPr/>
        </p:nvPicPr>
        <p:blipFill>
          <a:blip r:embed="rId5"/>
          <a:stretch>
            <a:fillRect/>
          </a:stretch>
        </p:blipFill>
        <p:spPr>
          <a:xfrm>
            <a:off x="6139927" y="5308987"/>
            <a:ext cx="5120640" cy="413424"/>
          </a:xfrm>
          <a:prstGeom prst="rect">
            <a:avLst/>
          </a:prstGeom>
        </p:spPr>
      </p:pic>
      <p:pic>
        <p:nvPicPr>
          <p:cNvPr id="9" name="Picture 8" descr="aee507100f212ef9.png"/>
          <p:cNvPicPr>
            <a:picLocks noChangeAspect="1"/>
          </p:cNvPicPr>
          <p:nvPr/>
        </p:nvPicPr>
        <p:blipFill>
          <a:blip r:embed="rId6"/>
          <a:stretch>
            <a:fillRect/>
          </a:stretch>
        </p:blipFill>
        <p:spPr>
          <a:xfrm>
            <a:off x="6139927" y="5910791"/>
            <a:ext cx="5120640" cy="481442"/>
          </a:xfrm>
          <a:prstGeom prst="rect">
            <a:avLst/>
          </a:prstGeom>
        </p:spPr>
      </p:pic>
    </p:spTree>
    <p:extLst>
      <p:ext uri="{BB962C8B-B14F-4D97-AF65-F5344CB8AC3E}">
        <p14:creationId xmlns:p14="http://schemas.microsoft.com/office/powerpoint/2010/main" val="328615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Other interpolation</a:t>
            </a:r>
          </a:p>
        </p:txBody>
      </p:sp>
      <p:sp>
        <p:nvSpPr>
          <p:cNvPr id="4" name="Content Placeholder 3"/>
          <p:cNvSpPr>
            <a:spLocks noGrp="1"/>
          </p:cNvSpPr>
          <p:nvPr>
            <p:ph sz="half" idx="11"/>
          </p:nvPr>
        </p:nvSpPr>
        <p:spPr>
          <a:xfrm>
            <a:off x="420624" y="2468880"/>
            <a:ext cx="10936224" cy="3383280"/>
          </a:xfrm>
        </p:spPr>
        <p:txBody>
          <a:bodyPr wrap="square">
            <a:noAutofit/>
          </a:bodyPr>
          <a:lstStyle/>
          <a:p>
            <a:r>
              <a:rPr sz="1600" dirty="0"/>
              <a:t>Bilinear and trilinear interpolation work in very similar ways, taking one direction at a time </a:t>
            </a:r>
          </a:p>
          <a:p>
            <a:r>
              <a:rPr sz="1600" dirty="0"/>
              <a:t>The order of the direction is also unimportant </a:t>
            </a:r>
          </a:p>
          <a:p>
            <a:r>
              <a:rPr sz="1600" dirty="0"/>
              <a:t>If more accurate interpolation is needed, spline interpolation exists in 1D, bicubic in 2D and </a:t>
            </a:r>
            <a:r>
              <a:rPr sz="1600" dirty="0" err="1"/>
              <a:t>tricubic</a:t>
            </a:r>
            <a:r>
              <a:rPr sz="1600" dirty="0"/>
              <a:t> in 3D </a:t>
            </a:r>
          </a:p>
          <a:p>
            <a:r>
              <a:rPr sz="1600" dirty="0"/>
              <a:t>In order to get greater accuracy, however, more points are needed, 16 in the case of bicubic interpolation, and 64 in the case of </a:t>
            </a:r>
            <a:r>
              <a:rPr sz="1600" dirty="0" err="1"/>
              <a:t>tricubic</a:t>
            </a:r>
            <a:endParaRPr sz="1600" dirty="0"/>
          </a:p>
        </p:txBody>
      </p:sp>
    </p:spTree>
    <p:extLst>
      <p:ext uri="{BB962C8B-B14F-4D97-AF65-F5344CB8AC3E}">
        <p14:creationId xmlns:p14="http://schemas.microsoft.com/office/powerpoint/2010/main" val="694766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Root finding</a:t>
            </a:r>
          </a:p>
        </p:txBody>
      </p:sp>
      <p:pic>
        <p:nvPicPr>
          <p:cNvPr id="4" name="Picture 3" descr="chaos.&#10;&#10;AI-generated content may be incorrect.">
            <a:extLst>
              <a:ext uri="{FF2B5EF4-FFF2-40B4-BE49-F238E27FC236}">
                <a16:creationId xmlns:a16="http://schemas.microsoft.com/office/drawing/2014/main" id="{29D43DA6-F74D-FA7A-1C95-DB916357B97F}"/>
              </a:ext>
            </a:extLst>
          </p:cNvPr>
          <p:cNvPicPr>
            <a:picLocks noChangeAspect="1"/>
          </p:cNvPicPr>
          <p:nvPr/>
        </p:nvPicPr>
        <p:blipFill>
          <a:blip r:embed="rId2"/>
          <a:stretch>
            <a:fillRect/>
          </a:stretch>
        </p:blipFill>
        <p:spPr>
          <a:xfrm>
            <a:off x="2732470" y="2764219"/>
            <a:ext cx="6727059" cy="366930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Iterative solutions in this course</a:t>
            </a:r>
          </a:p>
        </p:txBody>
      </p:sp>
      <p:sp>
        <p:nvSpPr>
          <p:cNvPr id="3" name="Content Placeholder 4">
            <a:extLst>
              <a:ext uri="{FF2B5EF4-FFF2-40B4-BE49-F238E27FC236}">
                <a16:creationId xmlns:a16="http://schemas.microsoft.com/office/drawing/2014/main" id="{52BA1939-CC25-DFF1-599A-B3B504730AD6}"/>
              </a:ext>
            </a:extLst>
          </p:cNvPr>
          <p:cNvSpPr>
            <a:spLocks noGrp="1"/>
          </p:cNvSpPr>
          <p:nvPr>
            <p:ph sz="half" idx="10"/>
          </p:nvPr>
        </p:nvSpPr>
        <p:spPr>
          <a:xfrm>
            <a:off x="417502" y="1838631"/>
            <a:ext cx="11145847" cy="4330879"/>
          </a:xfrm>
        </p:spPr>
        <p:txBody>
          <a:bodyPr>
            <a:normAutofit fontScale="70000" lnSpcReduction="20000"/>
          </a:bodyPr>
          <a:lstStyle/>
          <a:p>
            <a:r>
              <a:rPr lang="en-GB" sz="1800" dirty="0"/>
              <a:t>Many of your other courses will probably involve specific iterative solution techniques (numerical methods) for a given system or form of equations</a:t>
            </a:r>
          </a:p>
          <a:p>
            <a:r>
              <a:rPr lang="en-GB" sz="1800" dirty="0"/>
              <a:t>In this course, we consider the techniques which could be classed as an iterative solution, but are general, and found across a range of applications, starting with root finding</a:t>
            </a:r>
          </a:p>
          <a:p>
            <a:r>
              <a:rPr lang="en-GB" sz="1800" dirty="0"/>
              <a:t>One of the problems with scientific computing is it often involves real materials, and these often don’t have nice, easy-to-work-with equations describing them</a:t>
            </a:r>
          </a:p>
          <a:p>
            <a:r>
              <a:rPr lang="en-GB" sz="1800" dirty="0"/>
              <a:t>Consider, for example, this expression:</a:t>
            </a:r>
          </a:p>
          <a:p>
            <a:endParaRPr lang="en-GB" sz="1800" dirty="0"/>
          </a:p>
          <a:p>
            <a:endParaRPr lang="en-GB" sz="1800" dirty="0"/>
          </a:p>
          <a:p>
            <a:endParaRPr lang="en-GB" sz="1800" dirty="0"/>
          </a:p>
          <a:p>
            <a:endParaRPr lang="en-GB" sz="1800" dirty="0"/>
          </a:p>
          <a:p>
            <a:endParaRPr lang="en-GB" sz="1800" dirty="0"/>
          </a:p>
          <a:p>
            <a:r>
              <a:rPr lang="en-GB" sz="1800" dirty="0"/>
              <a:t>This describes part of the energy of a metal (for example aluminium), it may not be an equation you actually have to worry about in detail</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BC337E7-E6BE-628F-ED15-E2846B9B2471}"/>
                  </a:ext>
                </a:extLst>
              </p:cNvPr>
              <p:cNvSpPr txBox="1"/>
              <p:nvPr/>
            </p:nvSpPr>
            <p:spPr>
              <a:xfrm>
                <a:off x="2857870" y="4054480"/>
                <a:ext cx="6476260" cy="632353"/>
              </a:xfrm>
              <a:prstGeom prst="rect">
                <a:avLst/>
              </a:prstGeom>
              <a:noFill/>
            </p:spPr>
            <p:txBody>
              <a:bodyPr wrap="none" lIns="0" tIns="0" rIns="0" bIns="0" rtlCol="0">
                <a:spAutoFit/>
              </a:bodyPr>
              <a:lstStyle/>
              <a:p>
                <a:pPr/>
                <a14:m>
                  <m:oMathPara xmlns:m="http://schemas.openxmlformats.org/officeDocument/2006/math">
                    <m:oMath>
                      <m:r>
                        <a:rPr lang="en-GB" i="1" smtClean="0">
                          <a:latin typeface="Cambria Math" panose="02040503050406030204" pitchFamily="18" charset="0"/>
                        </a:rPr>
                        <m:t>𝜀</m:t>
                      </m:r>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𝐾</m:t>
                              </m:r>
                            </m:e>
                            <m:sub>
                              <m:r>
                                <a:rPr lang="en-GB" i="1">
                                  <a:latin typeface="Cambria Math" panose="02040503050406030204" pitchFamily="18" charset="0"/>
                                </a:rPr>
                                <m:t>0</m:t>
                              </m:r>
                            </m:sub>
                          </m:sSub>
                        </m:num>
                        <m:den>
                          <m:r>
                            <a:rPr lang="en-GB" i="1">
                              <a:latin typeface="Cambria Math" panose="02040503050406030204" pitchFamily="18" charset="0"/>
                            </a:rPr>
                            <m:t>2</m:t>
                          </m:r>
                          <m:sSubSup>
                            <m:sSubSupPr>
                              <m:ctrlPr>
                                <a:rPr lang="en-GB" i="1">
                                  <a:latin typeface="Cambria Math" panose="02040503050406030204" pitchFamily="18" charset="0"/>
                                </a:rPr>
                              </m:ctrlPr>
                            </m:sSubSupPr>
                            <m:e>
                              <m:r>
                                <a:rPr lang="en-GB" i="1">
                                  <a:latin typeface="Cambria Math" panose="02040503050406030204" pitchFamily="18" charset="0"/>
                                </a:rPr>
                                <m:t>𝛼</m:t>
                              </m:r>
                            </m:e>
                            <m:sub>
                              <m:r>
                                <a:rPr lang="en-GB" i="1">
                                  <a:latin typeface="Cambria Math" panose="02040503050406030204" pitchFamily="18" charset="0"/>
                                </a:rPr>
                                <m:t>𝑅</m:t>
                              </m:r>
                            </m:sub>
                            <m:sup>
                              <m:r>
                                <a:rPr lang="en-GB" i="1">
                                  <a:latin typeface="Cambria Math" panose="02040503050406030204" pitchFamily="18" charset="0"/>
                                </a:rPr>
                                <m:t>2</m:t>
                              </m:r>
                            </m:sup>
                          </m:sSubSup>
                        </m:den>
                      </m:f>
                      <m:sSup>
                        <m:sSupPr>
                          <m:ctrlPr>
                            <a:rPr lang="en-GB" i="1">
                              <a:latin typeface="Cambria Math" panose="02040503050406030204" pitchFamily="18" charset="0"/>
                            </a:rPr>
                          </m:ctrlPr>
                        </m:sSupPr>
                        <m:e>
                          <m:d>
                            <m:dPr>
                              <m:ctrlPr>
                                <a:rPr lang="en-GB" i="1">
                                  <a:latin typeface="Cambria Math" panose="02040503050406030204" pitchFamily="18" charset="0"/>
                                </a:rPr>
                              </m:ctrlPr>
                            </m:dPr>
                            <m:e>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3</m:t>
                                  </m:r>
                                </m:sub>
                                <m:sup>
                                  <m:sSub>
                                    <m:sSubPr>
                                      <m:ctrlPr>
                                        <a:rPr lang="en-GB" i="1">
                                          <a:latin typeface="Cambria Math" panose="02040503050406030204" pitchFamily="18" charset="0"/>
                                        </a:rPr>
                                      </m:ctrlPr>
                                    </m:sSubPr>
                                    <m:e>
                                      <m:r>
                                        <a:rPr lang="en-GB" i="1">
                                          <a:latin typeface="Cambria Math" panose="02040503050406030204" pitchFamily="18" charset="0"/>
                                        </a:rPr>
                                        <m:t>𝛼</m:t>
                                      </m:r>
                                    </m:e>
                                    <m:sub>
                                      <m:r>
                                        <a:rPr lang="en-GB" i="1">
                                          <a:latin typeface="Cambria Math" panose="02040503050406030204" pitchFamily="18" charset="0"/>
                                        </a:rPr>
                                        <m:t>𝑅</m:t>
                                      </m:r>
                                    </m:sub>
                                  </m:sSub>
                                  <m:r>
                                    <m:rPr>
                                      <m:lit/>
                                    </m:rPr>
                                    <a:rPr lang="en-GB" i="1">
                                      <a:latin typeface="Cambria Math" panose="02040503050406030204" pitchFamily="18" charset="0"/>
                                    </a:rPr>
                                    <m:t>/</m:t>
                                  </m:r>
                                  <m:r>
                                    <a:rPr lang="en-GB" i="1">
                                      <a:latin typeface="Cambria Math" panose="02040503050406030204" pitchFamily="18" charset="0"/>
                                    </a:rPr>
                                    <m:t>2</m:t>
                                  </m:r>
                                </m:sup>
                              </m:sSubSup>
                              <m:r>
                                <a:rPr lang="en-GB" i="1">
                                  <a:latin typeface="Cambria Math" panose="02040503050406030204" pitchFamily="18" charset="0"/>
                                </a:rPr>
                                <m:t>−1</m:t>
                              </m:r>
                            </m:e>
                          </m:d>
                        </m:e>
                        <m:sup>
                          <m:r>
                            <a:rPr lang="en-GB" i="1">
                              <a:latin typeface="Cambria Math" panose="02040503050406030204" pitchFamily="18" charset="0"/>
                            </a:rPr>
                            <m:t>2</m:t>
                          </m:r>
                        </m:sup>
                      </m:sSup>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i="1">
                              <a:latin typeface="Cambria Math" panose="02040503050406030204" pitchFamily="18" charset="0"/>
                            </a:rPr>
                            <m:t>𝑉</m:t>
                          </m:r>
                        </m:sub>
                      </m:sSub>
                      <m:sSub>
                        <m:sSubPr>
                          <m:ctrlPr>
                            <a:rPr lang="en-GB"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0</m:t>
                          </m:r>
                        </m:sub>
                      </m:sSub>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3</m:t>
                          </m:r>
                        </m:sub>
                        <m:sup>
                          <m:sSub>
                            <m:sSubPr>
                              <m:ctrlPr>
                                <a:rPr lang="en-GB" i="1">
                                  <a:latin typeface="Cambria Math" panose="02040503050406030204" pitchFamily="18" charset="0"/>
                                </a:rPr>
                              </m:ctrlPr>
                            </m:sSubPr>
                            <m:e>
                              <m:r>
                                <a:rPr lang="en-GB" i="1">
                                  <a:latin typeface="Cambria Math" panose="02040503050406030204" pitchFamily="18" charset="0"/>
                                </a:rPr>
                                <m:t>𝛾</m:t>
                              </m:r>
                            </m:e>
                            <m:sub>
                              <m:r>
                                <a:rPr lang="en-GB" i="1">
                                  <a:latin typeface="Cambria Math" panose="02040503050406030204" pitchFamily="18" charset="0"/>
                                </a:rPr>
                                <m:t>𝑅</m:t>
                              </m:r>
                            </m:sub>
                          </m:sSub>
                          <m:r>
                            <m:rPr>
                              <m:lit/>
                            </m:rPr>
                            <a:rPr lang="en-GB" i="1">
                              <a:latin typeface="Cambria Math" panose="02040503050406030204" pitchFamily="18" charset="0"/>
                            </a:rPr>
                            <m:t>/</m:t>
                          </m:r>
                          <m:r>
                            <a:rPr lang="en-GB" i="1">
                              <a:latin typeface="Cambria Math" panose="02040503050406030204" pitchFamily="18" charset="0"/>
                            </a:rPr>
                            <m:t>2</m:t>
                          </m:r>
                        </m:sup>
                      </m:sSubSup>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𝑒</m:t>
                              </m:r>
                            </m:e>
                            <m:sup>
                              <m:r>
                                <a:rPr lang="en-GB" i="1">
                                  <a:latin typeface="Cambria Math" panose="02040503050406030204" pitchFamily="18" charset="0"/>
                                </a:rPr>
                                <m:t>𝑠</m:t>
                              </m:r>
                              <m:r>
                                <m:rPr>
                                  <m:lit/>
                                </m:rP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i="1">
                                      <a:latin typeface="Cambria Math" panose="02040503050406030204" pitchFamily="18" charset="0"/>
                                    </a:rPr>
                                    <m:t>𝑣</m:t>
                                  </m:r>
                                </m:sub>
                              </m:sSub>
                            </m:sup>
                          </m:sSup>
                          <m:r>
                            <a:rPr lang="en-GB" i="1">
                              <a:latin typeface="Cambria Math" panose="02040503050406030204" pitchFamily="18" charset="0"/>
                            </a:rPr>
                            <m:t>−1</m:t>
                          </m:r>
                        </m:e>
                      </m:d>
                      <m:r>
                        <a:rPr lang="en-GB" i="1">
                          <a:latin typeface="Cambria Math" panose="02040503050406030204" pitchFamily="18" charset="0"/>
                        </a:rPr>
                        <m:t>+</m:t>
                      </m:r>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𝑏</m:t>
                              </m:r>
                            </m:e>
                            <m:sub>
                              <m:r>
                                <a:rPr lang="en-GB" i="1">
                                  <a:latin typeface="Cambria Math" panose="02040503050406030204" pitchFamily="18" charset="0"/>
                                </a:rPr>
                                <m:t>0</m:t>
                              </m:r>
                            </m:sub>
                            <m:sup>
                              <m:r>
                                <a:rPr lang="en-GB" i="1">
                                  <a:latin typeface="Cambria Math" panose="02040503050406030204" pitchFamily="18" charset="0"/>
                                </a:rPr>
                                <m:t>2</m:t>
                              </m:r>
                            </m:sup>
                          </m:sSubSup>
                        </m:num>
                        <m:den>
                          <m:r>
                            <a:rPr lang="en-GB" i="1">
                              <a:latin typeface="Cambria Math" panose="02040503050406030204" pitchFamily="18" charset="0"/>
                            </a:rPr>
                            <m:t>2</m:t>
                          </m:r>
                        </m:den>
                      </m:f>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3</m:t>
                          </m:r>
                        </m:sub>
                        <m:sup>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𝑅</m:t>
                              </m:r>
                            </m:sub>
                          </m:sSub>
                          <m:r>
                            <m:rPr>
                              <m:lit/>
                            </m:rPr>
                            <a:rPr lang="en-GB" i="1">
                              <a:latin typeface="Cambria Math" panose="02040503050406030204" pitchFamily="18" charset="0"/>
                            </a:rPr>
                            <m:t>/</m:t>
                          </m:r>
                          <m:r>
                            <a:rPr lang="en-GB" i="1">
                              <a:latin typeface="Cambria Math" panose="02040503050406030204" pitchFamily="18" charset="0"/>
                            </a:rPr>
                            <m:t>2</m:t>
                          </m:r>
                        </m:sup>
                      </m:sSubSup>
                      <m:d>
                        <m:dPr>
                          <m:ctrlPr>
                            <a:rPr lang="en-GB" i="1">
                              <a:latin typeface="Cambria Math" panose="02040503050406030204" pitchFamily="18" charset="0"/>
                            </a:rPr>
                          </m:ctrlPr>
                        </m:dPr>
                        <m:e>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1</m:t>
                                  </m:r>
                                </m:sub>
                                <m:sup>
                                  <m:r>
                                    <a:rPr lang="en-GB" i="1">
                                      <a:latin typeface="Cambria Math" panose="02040503050406030204" pitchFamily="18" charset="0"/>
                                    </a:rPr>
                                    <m:t>2</m:t>
                                  </m:r>
                                </m:sup>
                              </m:sSubSup>
                            </m:num>
                            <m:den>
                              <m:r>
                                <a:rPr lang="en-GB" i="1">
                                  <a:latin typeface="Cambria Math" panose="02040503050406030204" pitchFamily="18" charset="0"/>
                                </a:rPr>
                                <m:t>3</m:t>
                              </m:r>
                            </m:den>
                          </m:f>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2</m:t>
                              </m:r>
                            </m:sub>
                          </m:sSub>
                        </m:e>
                      </m:d>
                    </m:oMath>
                  </m:oMathPara>
                </a14:m>
                <a:endParaRPr lang="en-GB"/>
              </a:p>
            </p:txBody>
          </p:sp>
        </mc:Choice>
        <mc:Fallback xmlns="">
          <p:sp>
            <p:nvSpPr>
              <p:cNvPr id="4" name="TextBox 3">
                <a:extLst>
                  <a:ext uri="{FF2B5EF4-FFF2-40B4-BE49-F238E27FC236}">
                    <a16:creationId xmlns:a16="http://schemas.microsoft.com/office/drawing/2014/main" id="{7BC337E7-E6BE-628F-ED15-E2846B9B2471}"/>
                  </a:ext>
                </a:extLst>
              </p:cNvPr>
              <p:cNvSpPr txBox="1">
                <a:spLocks noRot="1" noChangeAspect="1" noMove="1" noResize="1" noEditPoints="1" noAdjustHandles="1" noChangeArrowheads="1" noChangeShapeType="1" noTextEdit="1"/>
              </p:cNvSpPr>
              <p:nvPr/>
            </p:nvSpPr>
            <p:spPr>
              <a:xfrm>
                <a:off x="2857870" y="4054480"/>
                <a:ext cx="6476260" cy="632353"/>
              </a:xfrm>
              <a:prstGeom prst="rect">
                <a:avLst/>
              </a:prstGeom>
              <a:blipFill>
                <a:blip r:embed="rId2"/>
                <a:stretch>
                  <a:fillRect/>
                </a:stretch>
              </a:blipFill>
            </p:spPr>
            <p:txBody>
              <a:bodyPr/>
              <a:lstStyle/>
              <a:p>
                <a:r>
                  <a:rPr lang="en-GB">
                    <a:noFill/>
                  </a:rPr>
                  <a:t> </a:t>
                </a:r>
              </a:p>
            </p:txBody>
          </p:sp>
        </mc:Fallback>
      </mc:AlternateContent>
      <p:sp>
        <p:nvSpPr>
          <p:cNvPr id="8" name="Rectangle 7">
            <a:extLst>
              <a:ext uri="{FF2B5EF4-FFF2-40B4-BE49-F238E27FC236}">
                <a16:creationId xmlns:a16="http://schemas.microsoft.com/office/drawing/2014/main" id="{39F5E4E4-F973-97A5-95B6-DA926E210C3F}"/>
              </a:ext>
            </a:extLst>
          </p:cNvPr>
          <p:cNvSpPr/>
          <p:nvPr/>
        </p:nvSpPr>
        <p:spPr>
          <a:xfrm>
            <a:off x="2857870" y="4256356"/>
            <a:ext cx="241946" cy="2286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E8E7D6B4-0776-FB6F-CBC2-107964EBA469}"/>
              </a:ext>
            </a:extLst>
          </p:cNvPr>
          <p:cNvSpPr txBox="1"/>
          <p:nvPr/>
        </p:nvSpPr>
        <p:spPr>
          <a:xfrm>
            <a:off x="832104" y="5078147"/>
            <a:ext cx="2121408" cy="307777"/>
          </a:xfrm>
          <a:prstGeom prst="rect">
            <a:avLst/>
          </a:prstGeom>
          <a:noFill/>
        </p:spPr>
        <p:txBody>
          <a:bodyPr wrap="square" rtlCol="0">
            <a:spAutoFit/>
          </a:bodyPr>
          <a:lstStyle/>
          <a:p>
            <a:r>
              <a:rPr lang="en-GB" sz="1400" dirty="0"/>
              <a:t>(Internal) energy</a:t>
            </a:r>
          </a:p>
        </p:txBody>
      </p:sp>
      <p:cxnSp>
        <p:nvCxnSpPr>
          <p:cNvPr id="10" name="Straight Arrow Connector 9">
            <a:extLst>
              <a:ext uri="{FF2B5EF4-FFF2-40B4-BE49-F238E27FC236}">
                <a16:creationId xmlns:a16="http://schemas.microsoft.com/office/drawing/2014/main" id="{B04A7A3E-BC52-2253-BC1C-10FE4CB7E954}"/>
              </a:ext>
            </a:extLst>
          </p:cNvPr>
          <p:cNvCxnSpPr>
            <a:stCxn id="9" idx="0"/>
          </p:cNvCxnSpPr>
          <p:nvPr/>
        </p:nvCxnSpPr>
        <p:spPr>
          <a:xfrm flipV="1">
            <a:off x="1892808" y="4484956"/>
            <a:ext cx="965062" cy="59319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36294F0-7499-33E5-C21E-85B30C8BD12F}"/>
              </a:ext>
            </a:extLst>
          </p:cNvPr>
          <p:cNvSpPr/>
          <p:nvPr/>
        </p:nvSpPr>
        <p:spPr>
          <a:xfrm>
            <a:off x="3797600" y="4295517"/>
            <a:ext cx="267277" cy="2979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FA46F9FE-C736-12B6-4EFE-3E53FBAAC430}"/>
              </a:ext>
            </a:extLst>
          </p:cNvPr>
          <p:cNvSpPr txBox="1"/>
          <p:nvPr/>
        </p:nvSpPr>
        <p:spPr>
          <a:xfrm>
            <a:off x="3099816" y="5191717"/>
            <a:ext cx="3264408" cy="307777"/>
          </a:xfrm>
          <a:prstGeom prst="rect">
            <a:avLst/>
          </a:prstGeom>
          <a:noFill/>
        </p:spPr>
        <p:txBody>
          <a:bodyPr wrap="square" rtlCol="0">
            <a:spAutoFit/>
          </a:bodyPr>
          <a:lstStyle/>
          <a:p>
            <a:r>
              <a:rPr lang="en-GB" sz="1400" dirty="0"/>
              <a:t>Variable computed from density</a:t>
            </a:r>
          </a:p>
        </p:txBody>
      </p:sp>
      <p:cxnSp>
        <p:nvCxnSpPr>
          <p:cNvPr id="13" name="Straight Arrow Connector 12">
            <a:extLst>
              <a:ext uri="{FF2B5EF4-FFF2-40B4-BE49-F238E27FC236}">
                <a16:creationId xmlns:a16="http://schemas.microsoft.com/office/drawing/2014/main" id="{23D31D9A-9B12-0372-DBCD-B6756FA0CA3D}"/>
              </a:ext>
            </a:extLst>
          </p:cNvPr>
          <p:cNvCxnSpPr>
            <a:cxnSpLocks/>
            <a:stCxn id="12" idx="0"/>
          </p:cNvCxnSpPr>
          <p:nvPr/>
        </p:nvCxnSpPr>
        <p:spPr>
          <a:xfrm flipH="1" flipV="1">
            <a:off x="3950001" y="4686832"/>
            <a:ext cx="782019" cy="5048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3AD66FFF-6695-2582-80E5-2BE6C92F7902}"/>
              </a:ext>
            </a:extLst>
          </p:cNvPr>
          <p:cNvSpPr/>
          <p:nvPr/>
        </p:nvSpPr>
        <p:spPr>
          <a:xfrm>
            <a:off x="8437397" y="4042888"/>
            <a:ext cx="267277" cy="2979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06564BC9-E050-C050-EE2E-6DDC1DD0F268}"/>
              </a:ext>
            </a:extLst>
          </p:cNvPr>
          <p:cNvSpPr txBox="1"/>
          <p:nvPr/>
        </p:nvSpPr>
        <p:spPr>
          <a:xfrm>
            <a:off x="7827264" y="3212310"/>
            <a:ext cx="3264408" cy="307777"/>
          </a:xfrm>
          <a:prstGeom prst="rect">
            <a:avLst/>
          </a:prstGeom>
          <a:noFill/>
        </p:spPr>
        <p:txBody>
          <a:bodyPr wrap="square" rtlCol="0">
            <a:spAutoFit/>
          </a:bodyPr>
          <a:lstStyle/>
          <a:p>
            <a:r>
              <a:rPr lang="en-GB" sz="1400" dirty="0"/>
              <a:t>Other variables computed from density</a:t>
            </a:r>
          </a:p>
        </p:txBody>
      </p:sp>
      <p:cxnSp>
        <p:nvCxnSpPr>
          <p:cNvPr id="16" name="Straight Arrow Connector 15">
            <a:extLst>
              <a:ext uri="{FF2B5EF4-FFF2-40B4-BE49-F238E27FC236}">
                <a16:creationId xmlns:a16="http://schemas.microsoft.com/office/drawing/2014/main" id="{F560355D-1202-A1E8-8167-58DFA85B4E4D}"/>
              </a:ext>
            </a:extLst>
          </p:cNvPr>
          <p:cNvCxnSpPr>
            <a:cxnSpLocks/>
          </p:cNvCxnSpPr>
          <p:nvPr/>
        </p:nvCxnSpPr>
        <p:spPr>
          <a:xfrm flipH="1">
            <a:off x="8704674" y="3581642"/>
            <a:ext cx="754794" cy="46124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DDD382F-1407-A558-BD82-9BF79A6D0AA9}"/>
              </a:ext>
            </a:extLst>
          </p:cNvPr>
          <p:cNvSpPr/>
          <p:nvPr/>
        </p:nvSpPr>
        <p:spPr>
          <a:xfrm>
            <a:off x="8958547" y="4256356"/>
            <a:ext cx="267277" cy="2979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8" name="Straight Arrow Connector 17">
            <a:extLst>
              <a:ext uri="{FF2B5EF4-FFF2-40B4-BE49-F238E27FC236}">
                <a16:creationId xmlns:a16="http://schemas.microsoft.com/office/drawing/2014/main" id="{660E3C86-994F-569F-768F-26BC3ABDE191}"/>
              </a:ext>
            </a:extLst>
          </p:cNvPr>
          <p:cNvCxnSpPr>
            <a:cxnSpLocks/>
            <a:endCxn id="17" idx="0"/>
          </p:cNvCxnSpPr>
          <p:nvPr/>
        </p:nvCxnSpPr>
        <p:spPr>
          <a:xfrm flipH="1">
            <a:off x="9092186" y="3581642"/>
            <a:ext cx="367282" cy="6747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7489F94B-D6DB-7528-EE61-9417C614CB12}"/>
              </a:ext>
            </a:extLst>
          </p:cNvPr>
          <p:cNvSpPr/>
          <p:nvPr/>
        </p:nvSpPr>
        <p:spPr>
          <a:xfrm>
            <a:off x="5649259" y="4263832"/>
            <a:ext cx="267277" cy="2979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Arrow Connector 19">
            <a:extLst>
              <a:ext uri="{FF2B5EF4-FFF2-40B4-BE49-F238E27FC236}">
                <a16:creationId xmlns:a16="http://schemas.microsoft.com/office/drawing/2014/main" id="{DA69F1AF-9834-71FB-992F-2F05AD9303B7}"/>
              </a:ext>
            </a:extLst>
          </p:cNvPr>
          <p:cNvCxnSpPr>
            <a:cxnSpLocks/>
          </p:cNvCxnSpPr>
          <p:nvPr/>
        </p:nvCxnSpPr>
        <p:spPr>
          <a:xfrm flipV="1">
            <a:off x="4732020" y="4655147"/>
            <a:ext cx="1069640" cy="53657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A6EE5DB-17C5-494A-ED7D-B30491EAD925}"/>
              </a:ext>
            </a:extLst>
          </p:cNvPr>
          <p:cNvSpPr/>
          <p:nvPr/>
        </p:nvSpPr>
        <p:spPr>
          <a:xfrm>
            <a:off x="7763731" y="4272976"/>
            <a:ext cx="267277" cy="2979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Straight Arrow Connector 21">
            <a:extLst>
              <a:ext uri="{FF2B5EF4-FFF2-40B4-BE49-F238E27FC236}">
                <a16:creationId xmlns:a16="http://schemas.microsoft.com/office/drawing/2014/main" id="{300D4C10-EA92-72E5-CBB6-E21CD0659540}"/>
              </a:ext>
            </a:extLst>
          </p:cNvPr>
          <p:cNvCxnSpPr>
            <a:cxnSpLocks/>
            <a:stCxn id="12" idx="0"/>
          </p:cNvCxnSpPr>
          <p:nvPr/>
        </p:nvCxnSpPr>
        <p:spPr>
          <a:xfrm flipV="1">
            <a:off x="4732020" y="4664291"/>
            <a:ext cx="3184112" cy="52742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FF16C96-689E-14A1-F870-E8C413953B1C}"/>
              </a:ext>
            </a:extLst>
          </p:cNvPr>
          <p:cNvSpPr/>
          <p:nvPr/>
        </p:nvSpPr>
        <p:spPr>
          <a:xfrm>
            <a:off x="6400364" y="4186959"/>
            <a:ext cx="156360" cy="2979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CDAE421E-2C61-45FD-F571-A3DE90228D66}"/>
              </a:ext>
            </a:extLst>
          </p:cNvPr>
          <p:cNvSpPr txBox="1"/>
          <p:nvPr/>
        </p:nvSpPr>
        <p:spPr>
          <a:xfrm>
            <a:off x="4945976" y="3220341"/>
            <a:ext cx="3264408" cy="307777"/>
          </a:xfrm>
          <a:prstGeom prst="rect">
            <a:avLst/>
          </a:prstGeom>
          <a:noFill/>
        </p:spPr>
        <p:txBody>
          <a:bodyPr wrap="square" rtlCol="0">
            <a:spAutoFit/>
          </a:bodyPr>
          <a:lstStyle/>
          <a:p>
            <a:r>
              <a:rPr lang="en-GB" sz="1400" dirty="0"/>
              <a:t>Entropy</a:t>
            </a:r>
          </a:p>
        </p:txBody>
      </p:sp>
      <p:cxnSp>
        <p:nvCxnSpPr>
          <p:cNvPr id="25" name="Straight Arrow Connector 24">
            <a:extLst>
              <a:ext uri="{FF2B5EF4-FFF2-40B4-BE49-F238E27FC236}">
                <a16:creationId xmlns:a16="http://schemas.microsoft.com/office/drawing/2014/main" id="{7AB92D47-77CE-B4BA-0906-6F9003B191B6}"/>
              </a:ext>
            </a:extLst>
          </p:cNvPr>
          <p:cNvCxnSpPr>
            <a:cxnSpLocks/>
          </p:cNvCxnSpPr>
          <p:nvPr/>
        </p:nvCxnSpPr>
        <p:spPr>
          <a:xfrm>
            <a:off x="5598045" y="3581642"/>
            <a:ext cx="802319" cy="6178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5649384-1086-7C22-7F6D-26A945AC7C57}"/>
              </a:ext>
            </a:extLst>
          </p:cNvPr>
          <p:cNvSpPr txBox="1"/>
          <p:nvPr/>
        </p:nvSpPr>
        <p:spPr>
          <a:xfrm>
            <a:off x="8031008" y="4986707"/>
            <a:ext cx="3264408" cy="307777"/>
          </a:xfrm>
          <a:prstGeom prst="rect">
            <a:avLst/>
          </a:prstGeom>
          <a:noFill/>
        </p:spPr>
        <p:txBody>
          <a:bodyPr wrap="square" rtlCol="0">
            <a:spAutoFit/>
          </a:bodyPr>
          <a:lstStyle/>
          <a:p>
            <a:r>
              <a:rPr lang="en-GB" sz="1400" dirty="0"/>
              <a:t>Everything else is a constant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8" grpId="0" animBg="1"/>
      <p:bldP spid="9" grpId="0"/>
      <p:bldP spid="11" grpId="0" animBg="1"/>
      <p:bldP spid="12" grpId="0"/>
      <p:bldP spid="14" grpId="0" animBg="1"/>
      <p:bldP spid="15" grpId="0"/>
      <p:bldP spid="17" grpId="0" animBg="1"/>
      <p:bldP spid="19" grpId="0" animBg="1"/>
      <p:bldP spid="21" grpId="0" animBg="1"/>
      <p:bldP spid="23" grpId="0" animBg="1"/>
      <p:bldP spid="24" grpId="0"/>
      <p:bldP spid="2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437EA-B41C-A863-6CFE-668AABB94BC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E8A77E-B5DF-03BB-098D-EDFF8873D449}"/>
              </a:ext>
            </a:extLst>
          </p:cNvPr>
          <p:cNvSpPr>
            <a:spLocks noGrp="1"/>
          </p:cNvSpPr>
          <p:nvPr>
            <p:ph type="title"/>
          </p:nvPr>
        </p:nvSpPr>
        <p:spPr/>
        <p:txBody>
          <a:bodyPr/>
          <a:lstStyle/>
          <a:p>
            <a:r>
              <a:rPr lang="en-GB"/>
              <a:t>Iterative solutions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EE289B5-2B76-4D8F-5963-7446B248C0A0}"/>
                  </a:ext>
                </a:extLst>
              </p:cNvPr>
              <p:cNvSpPr>
                <a:spLocks noGrp="1"/>
              </p:cNvSpPr>
              <p:nvPr>
                <p:ph sz="half" idx="10"/>
              </p:nvPr>
            </p:nvSpPr>
            <p:spPr>
              <a:xfrm>
                <a:off x="417502" y="1838632"/>
                <a:ext cx="11145847" cy="4022907"/>
              </a:xfrm>
            </p:spPr>
            <p:txBody>
              <a:bodyPr>
                <a:normAutofit/>
              </a:bodyPr>
              <a:lstStyle/>
              <a:p>
                <a:endParaRPr lang="en-GB" sz="1800"/>
              </a:p>
              <a:p>
                <a:endParaRPr lang="en-GB" sz="1800"/>
              </a:p>
              <a:p>
                <a:r>
                  <a:rPr lang="en-GB" sz="1800"/>
                  <a:t>Although complex, if we know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𝐼</m:t>
                        </m:r>
                      </m:e>
                      <m:sub>
                        <m:r>
                          <a:rPr lang="en-GB" sz="1800" b="0" i="0" smtClean="0">
                            <a:latin typeface="Cambria Math" panose="02040503050406030204" pitchFamily="18" charset="0"/>
                          </a:rPr>
                          <m:t>1</m:t>
                        </m:r>
                      </m:sub>
                    </m:sSub>
                  </m:oMath>
                </a14:m>
                <a:r>
                  <a:rPr lang="en-GB" sz="1800"/>
                  <a:t>,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𝐼</m:t>
                        </m:r>
                      </m:e>
                      <m:sub>
                        <m:r>
                          <a:rPr lang="en-GB" sz="1800" b="0" i="0" smtClean="0">
                            <a:latin typeface="Cambria Math" panose="02040503050406030204" pitchFamily="18" charset="0"/>
                          </a:rPr>
                          <m:t>2</m:t>
                        </m:r>
                      </m:sub>
                    </m:sSub>
                  </m:oMath>
                </a14:m>
                <a:r>
                  <a:rPr lang="en-GB" sz="1800"/>
                  <a:t>,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𝐼</m:t>
                        </m:r>
                      </m:e>
                      <m:sub>
                        <m:r>
                          <a:rPr lang="en-GB" sz="1800" b="0" i="0" smtClean="0">
                            <a:latin typeface="Cambria Math" panose="02040503050406030204" pitchFamily="18" charset="0"/>
                          </a:rPr>
                          <m:t>3</m:t>
                        </m:r>
                      </m:sub>
                    </m:sSub>
                  </m:oMath>
                </a14:m>
                <a:r>
                  <a:rPr lang="en-GB" sz="1800"/>
                  <a:t> and </a:t>
                </a:r>
                <a14:m>
                  <m:oMath xmlns:m="http://schemas.openxmlformats.org/officeDocument/2006/math">
                    <m:r>
                      <a:rPr lang="en-GB" sz="1800" b="0" i="1" smtClean="0">
                        <a:latin typeface="Cambria Math" panose="02040503050406030204" pitchFamily="18" charset="0"/>
                      </a:rPr>
                      <m:t>𝑠</m:t>
                    </m:r>
                  </m:oMath>
                </a14:m>
                <a:r>
                  <a:rPr lang="en-GB" sz="1800"/>
                  <a:t> (and all the constants), it is easy to write a function to compute </a:t>
                </a:r>
                <a14:m>
                  <m:oMath xmlns:m="http://schemas.openxmlformats.org/officeDocument/2006/math">
                    <m:r>
                      <a:rPr lang="en-GB" sz="1800" b="0" i="0" smtClean="0">
                        <a:latin typeface="Cambria Math" panose="02040503050406030204" pitchFamily="18" charset="0"/>
                      </a:rPr>
                      <m:t>𝜀</m:t>
                    </m:r>
                  </m:oMath>
                </a14:m>
                <a:endParaRPr lang="en-GB" sz="1800"/>
              </a:p>
              <a:p>
                <a:r>
                  <a:rPr lang="en-GB" sz="1800"/>
                  <a:t>However, if we know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𝐼</m:t>
                        </m:r>
                      </m:e>
                      <m:sub>
                        <m:r>
                          <a:rPr lang="en-GB" sz="1800">
                            <a:latin typeface="Cambria Math" panose="02040503050406030204" pitchFamily="18" charset="0"/>
                          </a:rPr>
                          <m:t>1</m:t>
                        </m:r>
                      </m:sub>
                    </m:sSub>
                  </m:oMath>
                </a14:m>
                <a:r>
                  <a:rPr lang="en-GB" sz="1800"/>
                  <a:t>,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𝐼</m:t>
                        </m:r>
                      </m:e>
                      <m:sub>
                        <m:r>
                          <a:rPr lang="en-GB" sz="1800">
                            <a:latin typeface="Cambria Math" panose="02040503050406030204" pitchFamily="18" charset="0"/>
                          </a:rPr>
                          <m:t>2</m:t>
                        </m:r>
                      </m:sub>
                    </m:sSub>
                  </m:oMath>
                </a14:m>
                <a:r>
                  <a:rPr lang="en-GB" sz="1800"/>
                  <a:t>, </a:t>
                </a:r>
                <a14:m>
                  <m:oMath xmlns:m="http://schemas.openxmlformats.org/officeDocument/2006/math">
                    <m:r>
                      <a:rPr lang="en-GB" sz="1800" b="0" i="1" smtClean="0">
                        <a:latin typeface="Cambria Math" panose="02040503050406030204" pitchFamily="18" charset="0"/>
                      </a:rPr>
                      <m:t>𝑠</m:t>
                    </m:r>
                  </m:oMath>
                </a14:m>
                <a:r>
                  <a:rPr lang="en-GB" sz="1800"/>
                  <a:t> and </a:t>
                </a:r>
                <a14:m>
                  <m:oMath xmlns:m="http://schemas.openxmlformats.org/officeDocument/2006/math">
                    <m:r>
                      <a:rPr lang="en-GB" sz="1800" b="0" i="1" smtClean="0">
                        <a:latin typeface="Cambria Math" panose="02040503050406030204" pitchFamily="18" charset="0"/>
                      </a:rPr>
                      <m:t>𝜀</m:t>
                    </m:r>
                  </m:oMath>
                </a14:m>
                <a:r>
                  <a:rPr lang="en-GB" sz="1800"/>
                  <a:t>, it will not be easy to find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𝐼</m:t>
                        </m:r>
                      </m:e>
                      <m:sub>
                        <m:r>
                          <a:rPr lang="en-GB" sz="1800">
                            <a:latin typeface="Cambria Math" panose="02040503050406030204" pitchFamily="18" charset="0"/>
                          </a:rPr>
                          <m:t>3</m:t>
                        </m:r>
                      </m:sub>
                    </m:sSub>
                  </m:oMath>
                </a14:m>
                <a:endParaRPr lang="en-GB" sz="1800"/>
              </a:p>
              <a:p>
                <a:r>
                  <a:rPr lang="en-GB" sz="1800"/>
                  <a:t>There are three different powers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𝐼</m:t>
                        </m:r>
                      </m:e>
                      <m:sub>
                        <m:r>
                          <a:rPr lang="en-GB" sz="1800">
                            <a:latin typeface="Cambria Math" panose="02040503050406030204" pitchFamily="18" charset="0"/>
                          </a:rPr>
                          <m:t>3</m:t>
                        </m:r>
                      </m:sub>
                    </m:sSub>
                  </m:oMath>
                </a14:m>
                <a:r>
                  <a:rPr lang="en-GB" sz="1800"/>
                  <a:t> is raised to, and one of them is within a squared quantity!</a:t>
                </a:r>
              </a:p>
              <a:p>
                <a:r>
                  <a:rPr lang="en-GB" sz="1800"/>
                  <a:t>We cannot expect to find an analytic solution to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𝐼</m:t>
                        </m:r>
                      </m:e>
                      <m:sub>
                        <m:r>
                          <a:rPr lang="en-GB" sz="1800">
                            <a:latin typeface="Cambria Math" panose="02040503050406030204" pitchFamily="18" charset="0"/>
                          </a:rPr>
                          <m:t>3</m:t>
                        </m:r>
                      </m:sub>
                    </m:sSub>
                  </m:oMath>
                </a14:m>
                <a:r>
                  <a:rPr lang="en-GB" sz="1800"/>
                  <a:t>, so must resort to an iterative method</a:t>
                </a:r>
              </a:p>
            </p:txBody>
          </p:sp>
        </mc:Choice>
        <mc:Fallback xmlns="">
          <p:sp>
            <p:nvSpPr>
              <p:cNvPr id="5" name="Content Placeholder 4">
                <a:extLst>
                  <a:ext uri="{FF2B5EF4-FFF2-40B4-BE49-F238E27FC236}">
                    <a16:creationId xmlns:a16="http://schemas.microsoft.com/office/drawing/2014/main" id="{1EE289B5-2B76-4D8F-5963-7446B248C0A0}"/>
                  </a:ext>
                </a:extLst>
              </p:cNvPr>
              <p:cNvSpPr>
                <a:spLocks noGrp="1" noRot="1" noChangeAspect="1" noMove="1" noResize="1" noEditPoints="1" noAdjustHandles="1" noChangeArrowheads="1" noChangeShapeType="1" noTextEdit="1"/>
              </p:cNvSpPr>
              <p:nvPr>
                <p:ph sz="half" idx="10"/>
              </p:nvPr>
            </p:nvSpPr>
            <p:spPr>
              <a:xfrm>
                <a:off x="417502" y="1838632"/>
                <a:ext cx="11145847" cy="4022907"/>
              </a:xfrm>
              <a:blipFill>
                <a:blip r:embed="rId2"/>
                <a:stretch>
                  <a:fillRect l="-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D73A960-0E1F-7BD7-1E56-119628151C0F}"/>
                  </a:ext>
                </a:extLst>
              </p:cNvPr>
              <p:cNvSpPr txBox="1"/>
              <p:nvPr/>
            </p:nvSpPr>
            <p:spPr>
              <a:xfrm>
                <a:off x="2857870" y="1999582"/>
                <a:ext cx="6476260" cy="632353"/>
              </a:xfrm>
              <a:prstGeom prst="rect">
                <a:avLst/>
              </a:prstGeom>
              <a:noFill/>
            </p:spPr>
            <p:txBody>
              <a:bodyPr wrap="none" lIns="0" tIns="0" rIns="0" bIns="0" rtlCol="0">
                <a:spAutoFit/>
              </a:bodyPr>
              <a:lstStyle/>
              <a:p>
                <a:pPr/>
                <a14:m>
                  <m:oMathPara xmlns:m="http://schemas.openxmlformats.org/officeDocument/2006/math">
                    <m:oMath>
                      <m:r>
                        <a:rPr lang="en-GB" i="1" smtClean="0">
                          <a:latin typeface="Cambria Math" panose="02040503050406030204" pitchFamily="18" charset="0"/>
                        </a:rPr>
                        <m:t>𝜀</m:t>
                      </m:r>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𝐾</m:t>
                              </m:r>
                            </m:e>
                            <m:sub>
                              <m:r>
                                <a:rPr lang="en-GB" i="1">
                                  <a:latin typeface="Cambria Math" panose="02040503050406030204" pitchFamily="18" charset="0"/>
                                </a:rPr>
                                <m:t>0</m:t>
                              </m:r>
                            </m:sub>
                          </m:sSub>
                        </m:num>
                        <m:den>
                          <m:r>
                            <a:rPr lang="en-GB" i="1">
                              <a:latin typeface="Cambria Math" panose="02040503050406030204" pitchFamily="18" charset="0"/>
                            </a:rPr>
                            <m:t>2</m:t>
                          </m:r>
                          <m:sSubSup>
                            <m:sSubSupPr>
                              <m:ctrlPr>
                                <a:rPr lang="en-GB" i="1">
                                  <a:latin typeface="Cambria Math" panose="02040503050406030204" pitchFamily="18" charset="0"/>
                                </a:rPr>
                              </m:ctrlPr>
                            </m:sSubSupPr>
                            <m:e>
                              <m:r>
                                <a:rPr lang="en-GB" i="1">
                                  <a:latin typeface="Cambria Math" panose="02040503050406030204" pitchFamily="18" charset="0"/>
                                </a:rPr>
                                <m:t>𝛼</m:t>
                              </m:r>
                            </m:e>
                            <m:sub>
                              <m:r>
                                <a:rPr lang="en-GB" i="1">
                                  <a:latin typeface="Cambria Math" panose="02040503050406030204" pitchFamily="18" charset="0"/>
                                </a:rPr>
                                <m:t>𝑅</m:t>
                              </m:r>
                            </m:sub>
                            <m:sup>
                              <m:r>
                                <a:rPr lang="en-GB" i="1">
                                  <a:latin typeface="Cambria Math" panose="02040503050406030204" pitchFamily="18" charset="0"/>
                                </a:rPr>
                                <m:t>2</m:t>
                              </m:r>
                            </m:sup>
                          </m:sSubSup>
                        </m:den>
                      </m:f>
                      <m:sSup>
                        <m:sSupPr>
                          <m:ctrlPr>
                            <a:rPr lang="en-GB" i="1">
                              <a:latin typeface="Cambria Math" panose="02040503050406030204" pitchFamily="18" charset="0"/>
                            </a:rPr>
                          </m:ctrlPr>
                        </m:sSupPr>
                        <m:e>
                          <m:d>
                            <m:dPr>
                              <m:ctrlPr>
                                <a:rPr lang="en-GB" i="1">
                                  <a:latin typeface="Cambria Math" panose="02040503050406030204" pitchFamily="18" charset="0"/>
                                </a:rPr>
                              </m:ctrlPr>
                            </m:dPr>
                            <m:e>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3</m:t>
                                  </m:r>
                                </m:sub>
                                <m:sup>
                                  <m:sSub>
                                    <m:sSubPr>
                                      <m:ctrlPr>
                                        <a:rPr lang="en-GB" i="1">
                                          <a:latin typeface="Cambria Math" panose="02040503050406030204" pitchFamily="18" charset="0"/>
                                        </a:rPr>
                                      </m:ctrlPr>
                                    </m:sSubPr>
                                    <m:e>
                                      <m:r>
                                        <a:rPr lang="en-GB" i="1">
                                          <a:latin typeface="Cambria Math" panose="02040503050406030204" pitchFamily="18" charset="0"/>
                                        </a:rPr>
                                        <m:t>𝛼</m:t>
                                      </m:r>
                                    </m:e>
                                    <m:sub>
                                      <m:r>
                                        <a:rPr lang="en-GB" i="1">
                                          <a:latin typeface="Cambria Math" panose="02040503050406030204" pitchFamily="18" charset="0"/>
                                        </a:rPr>
                                        <m:t>𝑅</m:t>
                                      </m:r>
                                    </m:sub>
                                  </m:sSub>
                                  <m:r>
                                    <m:rPr>
                                      <m:lit/>
                                    </m:rPr>
                                    <a:rPr lang="en-GB" i="1">
                                      <a:latin typeface="Cambria Math" panose="02040503050406030204" pitchFamily="18" charset="0"/>
                                    </a:rPr>
                                    <m:t>/</m:t>
                                  </m:r>
                                  <m:r>
                                    <a:rPr lang="en-GB" i="1">
                                      <a:latin typeface="Cambria Math" panose="02040503050406030204" pitchFamily="18" charset="0"/>
                                    </a:rPr>
                                    <m:t>2</m:t>
                                  </m:r>
                                </m:sup>
                              </m:sSubSup>
                              <m:r>
                                <a:rPr lang="en-GB" i="1">
                                  <a:latin typeface="Cambria Math" panose="02040503050406030204" pitchFamily="18" charset="0"/>
                                </a:rPr>
                                <m:t>−1</m:t>
                              </m:r>
                            </m:e>
                          </m:d>
                        </m:e>
                        <m:sup>
                          <m:r>
                            <a:rPr lang="en-GB" i="1">
                              <a:latin typeface="Cambria Math" panose="02040503050406030204" pitchFamily="18" charset="0"/>
                            </a:rPr>
                            <m:t>2</m:t>
                          </m:r>
                        </m:sup>
                      </m:sSup>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i="1">
                              <a:latin typeface="Cambria Math" panose="02040503050406030204" pitchFamily="18" charset="0"/>
                            </a:rPr>
                            <m:t>𝑉</m:t>
                          </m:r>
                        </m:sub>
                      </m:sSub>
                      <m:sSub>
                        <m:sSubPr>
                          <m:ctrlPr>
                            <a:rPr lang="en-GB"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0</m:t>
                          </m:r>
                        </m:sub>
                      </m:sSub>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3</m:t>
                          </m:r>
                        </m:sub>
                        <m:sup>
                          <m:sSub>
                            <m:sSubPr>
                              <m:ctrlPr>
                                <a:rPr lang="en-GB" i="1">
                                  <a:latin typeface="Cambria Math" panose="02040503050406030204" pitchFamily="18" charset="0"/>
                                </a:rPr>
                              </m:ctrlPr>
                            </m:sSubPr>
                            <m:e>
                              <m:r>
                                <a:rPr lang="en-GB" i="1">
                                  <a:latin typeface="Cambria Math" panose="02040503050406030204" pitchFamily="18" charset="0"/>
                                </a:rPr>
                                <m:t>𝛾</m:t>
                              </m:r>
                            </m:e>
                            <m:sub>
                              <m:r>
                                <a:rPr lang="en-GB" i="1">
                                  <a:latin typeface="Cambria Math" panose="02040503050406030204" pitchFamily="18" charset="0"/>
                                </a:rPr>
                                <m:t>𝑅</m:t>
                              </m:r>
                            </m:sub>
                          </m:sSub>
                          <m:r>
                            <m:rPr>
                              <m:lit/>
                            </m:rPr>
                            <a:rPr lang="en-GB" i="1">
                              <a:latin typeface="Cambria Math" panose="02040503050406030204" pitchFamily="18" charset="0"/>
                            </a:rPr>
                            <m:t>/</m:t>
                          </m:r>
                          <m:r>
                            <a:rPr lang="en-GB" i="1">
                              <a:latin typeface="Cambria Math" panose="02040503050406030204" pitchFamily="18" charset="0"/>
                            </a:rPr>
                            <m:t>2</m:t>
                          </m:r>
                        </m:sup>
                      </m:sSubSup>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𝑒</m:t>
                              </m:r>
                            </m:e>
                            <m:sup>
                              <m:r>
                                <a:rPr lang="en-GB" i="1">
                                  <a:latin typeface="Cambria Math" panose="02040503050406030204" pitchFamily="18" charset="0"/>
                                </a:rPr>
                                <m:t>𝑠</m:t>
                              </m:r>
                              <m:r>
                                <m:rPr>
                                  <m:lit/>
                                </m:rP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i="1">
                                      <a:latin typeface="Cambria Math" panose="02040503050406030204" pitchFamily="18" charset="0"/>
                                    </a:rPr>
                                    <m:t>𝑣</m:t>
                                  </m:r>
                                </m:sub>
                              </m:sSub>
                            </m:sup>
                          </m:sSup>
                          <m:r>
                            <a:rPr lang="en-GB" i="1">
                              <a:latin typeface="Cambria Math" panose="02040503050406030204" pitchFamily="18" charset="0"/>
                            </a:rPr>
                            <m:t>−1</m:t>
                          </m:r>
                        </m:e>
                      </m:d>
                      <m:r>
                        <a:rPr lang="en-GB" i="1">
                          <a:latin typeface="Cambria Math" panose="02040503050406030204" pitchFamily="18" charset="0"/>
                        </a:rPr>
                        <m:t>+</m:t>
                      </m:r>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𝑏</m:t>
                              </m:r>
                            </m:e>
                            <m:sub>
                              <m:r>
                                <a:rPr lang="en-GB" i="1">
                                  <a:latin typeface="Cambria Math" panose="02040503050406030204" pitchFamily="18" charset="0"/>
                                </a:rPr>
                                <m:t>0</m:t>
                              </m:r>
                            </m:sub>
                            <m:sup>
                              <m:r>
                                <a:rPr lang="en-GB" i="1">
                                  <a:latin typeface="Cambria Math" panose="02040503050406030204" pitchFamily="18" charset="0"/>
                                </a:rPr>
                                <m:t>2</m:t>
                              </m:r>
                            </m:sup>
                          </m:sSubSup>
                        </m:num>
                        <m:den>
                          <m:r>
                            <a:rPr lang="en-GB" i="1">
                              <a:latin typeface="Cambria Math" panose="02040503050406030204" pitchFamily="18" charset="0"/>
                            </a:rPr>
                            <m:t>2</m:t>
                          </m:r>
                        </m:den>
                      </m:f>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3</m:t>
                          </m:r>
                        </m:sub>
                        <m:sup>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𝑅</m:t>
                              </m:r>
                            </m:sub>
                          </m:sSub>
                          <m:r>
                            <m:rPr>
                              <m:lit/>
                            </m:rPr>
                            <a:rPr lang="en-GB" i="1">
                              <a:latin typeface="Cambria Math" panose="02040503050406030204" pitchFamily="18" charset="0"/>
                            </a:rPr>
                            <m:t>/</m:t>
                          </m:r>
                          <m:r>
                            <a:rPr lang="en-GB" i="1">
                              <a:latin typeface="Cambria Math" panose="02040503050406030204" pitchFamily="18" charset="0"/>
                            </a:rPr>
                            <m:t>2</m:t>
                          </m:r>
                        </m:sup>
                      </m:sSubSup>
                      <m:d>
                        <m:dPr>
                          <m:ctrlPr>
                            <a:rPr lang="en-GB" i="1">
                              <a:latin typeface="Cambria Math" panose="02040503050406030204" pitchFamily="18" charset="0"/>
                            </a:rPr>
                          </m:ctrlPr>
                        </m:dPr>
                        <m:e>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1</m:t>
                                  </m:r>
                                </m:sub>
                                <m:sup>
                                  <m:r>
                                    <a:rPr lang="en-GB" i="1">
                                      <a:latin typeface="Cambria Math" panose="02040503050406030204" pitchFamily="18" charset="0"/>
                                    </a:rPr>
                                    <m:t>2</m:t>
                                  </m:r>
                                </m:sup>
                              </m:sSubSup>
                            </m:num>
                            <m:den>
                              <m:r>
                                <a:rPr lang="en-GB" i="1">
                                  <a:latin typeface="Cambria Math" panose="02040503050406030204" pitchFamily="18" charset="0"/>
                                </a:rPr>
                                <m:t>3</m:t>
                              </m:r>
                            </m:den>
                          </m:f>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2</m:t>
                              </m:r>
                            </m:sub>
                          </m:sSub>
                        </m:e>
                      </m:d>
                    </m:oMath>
                  </m:oMathPara>
                </a14:m>
                <a:endParaRPr lang="en-GB"/>
              </a:p>
            </p:txBody>
          </p:sp>
        </mc:Choice>
        <mc:Fallback xmlns="">
          <p:sp>
            <p:nvSpPr>
              <p:cNvPr id="4" name="TextBox 3">
                <a:extLst>
                  <a:ext uri="{FF2B5EF4-FFF2-40B4-BE49-F238E27FC236}">
                    <a16:creationId xmlns:a16="http://schemas.microsoft.com/office/drawing/2014/main" id="{8D73A960-0E1F-7BD7-1E56-119628151C0F}"/>
                  </a:ext>
                </a:extLst>
              </p:cNvPr>
              <p:cNvSpPr txBox="1">
                <a:spLocks noRot="1" noChangeAspect="1" noMove="1" noResize="1" noEditPoints="1" noAdjustHandles="1" noChangeArrowheads="1" noChangeShapeType="1" noTextEdit="1"/>
              </p:cNvSpPr>
              <p:nvPr/>
            </p:nvSpPr>
            <p:spPr>
              <a:xfrm>
                <a:off x="2857870" y="1999582"/>
                <a:ext cx="6476260" cy="63235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15335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7054-EB7C-9681-880E-7B5182A803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F857B0-EB9E-CB04-1E8A-51CF610E2C77}"/>
              </a:ext>
            </a:extLst>
          </p:cNvPr>
          <p:cNvSpPr>
            <a:spLocks noGrp="1"/>
          </p:cNvSpPr>
          <p:nvPr>
            <p:ph type="title"/>
          </p:nvPr>
        </p:nvSpPr>
        <p:spPr/>
        <p:txBody>
          <a:bodyPr/>
          <a:lstStyle/>
          <a:p>
            <a:r>
              <a:rPr lang="en-GB"/>
              <a:t>Analytic, exact and approximate solutions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EE1314E-A9AF-0238-5F7D-F118E0D92906}"/>
                  </a:ext>
                </a:extLst>
              </p:cNvPr>
              <p:cNvSpPr>
                <a:spLocks noGrp="1"/>
              </p:cNvSpPr>
              <p:nvPr>
                <p:ph sz="half" idx="10"/>
              </p:nvPr>
            </p:nvSpPr>
            <p:spPr>
              <a:xfrm>
                <a:off x="417502" y="1838632"/>
                <a:ext cx="11145847" cy="4740138"/>
              </a:xfrm>
            </p:spPr>
            <p:txBody>
              <a:bodyPr>
                <a:normAutofit fontScale="85000" lnSpcReduction="10000"/>
              </a:bodyPr>
              <a:lstStyle/>
              <a:p>
                <a:r>
                  <a:rPr lang="en-GB" sz="1800" dirty="0"/>
                  <a:t>When considering numerical methods, we might consider many different types of solution, analytic, exact, or approximate</a:t>
                </a:r>
              </a:p>
              <a:p>
                <a:r>
                  <a:rPr lang="en-GB" sz="1800" b="1" dirty="0"/>
                  <a:t>Analytic solutions </a:t>
                </a:r>
                <a:r>
                  <a:rPr lang="en-GB" sz="1800" dirty="0"/>
                  <a:t>are those that can be written down as an equation on paper - there is no inaccuracy in calculating a solution (in theory)</a:t>
                </a:r>
                <a:br>
                  <a:rPr lang="en-GB" sz="1800" dirty="0"/>
                </a:br>
                <a14:m>
                  <m:oMath xmlns:m="http://schemas.openxmlformats.org/officeDocument/2006/math">
                    <m:r>
                      <a:rPr lang="en-GB" sz="1800" b="0" i="1" smtClean="0">
                        <a:latin typeface="Cambria Math" panose="02040503050406030204" pitchFamily="18" charset="0"/>
                      </a:rPr>
                      <m:t>𝑝</m:t>
                    </m:r>
                    <m:r>
                      <a:rPr lang="en-GB" sz="1800" b="0" i="1" smtClean="0">
                        <a:latin typeface="Cambria Math" panose="02040503050406030204" pitchFamily="18" charset="0"/>
                      </a:rPr>
                      <m:t>=</m:t>
                    </m:r>
                    <m:d>
                      <m:dPr>
                        <m:ctrlPr>
                          <a:rPr lang="en-GB" sz="1800" b="0" i="1" smtClean="0">
                            <a:latin typeface="Cambria Math" panose="02040503050406030204" pitchFamily="18" charset="0"/>
                          </a:rPr>
                        </m:ctrlPr>
                      </m:dPr>
                      <m:e>
                        <m:r>
                          <a:rPr lang="en-GB" sz="1800" b="0" i="1" smtClean="0">
                            <a:latin typeface="Cambria Math" panose="02040503050406030204" pitchFamily="18" charset="0"/>
                          </a:rPr>
                          <m:t>𝛾</m:t>
                        </m:r>
                        <m:r>
                          <a:rPr lang="en-GB" sz="1800" b="0" i="1" smtClean="0">
                            <a:latin typeface="Cambria Math" panose="02040503050406030204" pitchFamily="18" charset="0"/>
                          </a:rPr>
                          <m:t>−1</m:t>
                        </m:r>
                      </m:e>
                    </m:d>
                    <m:r>
                      <a:rPr lang="en-GB" sz="1800" b="0" i="1" smtClean="0">
                        <a:latin typeface="Cambria Math" panose="02040503050406030204" pitchFamily="18" charset="0"/>
                      </a:rPr>
                      <m:t>𝜌𝜀</m:t>
                    </m:r>
                  </m:oMath>
                </a14:m>
                <a:endParaRPr lang="en-GB" sz="1800" dirty="0"/>
              </a:p>
              <a:p>
                <a:r>
                  <a:rPr lang="en-GB" sz="1800" b="1" dirty="0"/>
                  <a:t>Exact solutions </a:t>
                </a:r>
                <a:r>
                  <a:rPr lang="en-GB" sz="1800" dirty="0"/>
                  <a:t>are those to which an equation exists defining the solution, but if you have an expression </a:t>
                </a:r>
                <a14:m>
                  <m:oMath xmlns:m="http://schemas.openxmlformats.org/officeDocument/2006/math">
                    <m:r>
                      <a:rPr lang="en-GB" sz="1800" b="0" i="1" smtClean="0">
                        <a:latin typeface="Cambria Math" panose="02040503050406030204" pitchFamily="18" charset="0"/>
                      </a:rPr>
                      <m:t>𝑦</m:t>
                    </m:r>
                    <m:r>
                      <a:rPr lang="en-GB" sz="1800" b="0" i="1" smtClean="0">
                        <a:latin typeface="Cambria Math" panose="02040503050406030204" pitchFamily="18" charset="0"/>
                      </a:rPr>
                      <m:t>=</m:t>
                    </m:r>
                    <m:r>
                      <m:rPr>
                        <m:sty m:val="p"/>
                      </m:rPr>
                      <a:rPr lang="en-GB" sz="1800" b="0" i="0" smtClean="0">
                        <a:latin typeface="Cambria Math" panose="02040503050406030204" pitchFamily="18" charset="0"/>
                      </a:rPr>
                      <m:t>Φ</m:t>
                    </m:r>
                    <m:r>
                      <a:rPr lang="en-GB" sz="1800" b="0" i="1" smtClean="0">
                        <a:latin typeface="Cambria Math" panose="02040503050406030204" pitchFamily="18" charset="0"/>
                      </a:rPr>
                      <m:t>(</m:t>
                    </m:r>
                    <m:r>
                      <a:rPr lang="en-GB" sz="1800" b="0" i="1" smtClean="0">
                        <a:latin typeface="Cambria Math" panose="02040503050406030204" pitchFamily="18" charset="0"/>
                      </a:rPr>
                      <m:t>𝑥</m:t>
                    </m:r>
                    <m:r>
                      <a:rPr lang="en-GB" sz="1800" b="0" i="1" smtClean="0">
                        <a:latin typeface="Cambria Math" panose="02040503050406030204" pitchFamily="18" charset="0"/>
                      </a:rPr>
                      <m:t>)</m:t>
                    </m:r>
                  </m:oMath>
                </a14:m>
                <a:r>
                  <a:rPr lang="en-GB" sz="1800" dirty="0"/>
                  <a:t>, you might not be able to write down an equation as </a:t>
                </a:r>
                <a14:m>
                  <m:oMath xmlns:m="http://schemas.openxmlformats.org/officeDocument/2006/math">
                    <m:r>
                      <a:rPr lang="en-GB" sz="1800" b="0" i="1" smtClean="0">
                        <a:latin typeface="Cambria Math" panose="02040503050406030204" pitchFamily="18" charset="0"/>
                      </a:rPr>
                      <m:t>𝑥</m:t>
                    </m:r>
                    <m:r>
                      <a:rPr lang="en-GB" sz="1800" b="0" i="1" smtClean="0">
                        <a:latin typeface="Cambria Math" panose="02040503050406030204" pitchFamily="18" charset="0"/>
                      </a:rPr>
                      <m:t>=</m:t>
                    </m:r>
                    <m:r>
                      <a:rPr lang="en-GB" sz="1800" b="0" i="1" smtClean="0">
                        <a:latin typeface="Cambria Math" panose="02040503050406030204" pitchFamily="18" charset="0"/>
                      </a:rPr>
                      <m:t>𝑓</m:t>
                    </m:r>
                    <m:r>
                      <a:rPr lang="en-GB" sz="1800" b="0" i="1" smtClean="0">
                        <a:latin typeface="Cambria Math" panose="02040503050406030204" pitchFamily="18" charset="0"/>
                      </a:rPr>
                      <m:t>(</m:t>
                    </m:r>
                    <m:r>
                      <a:rPr lang="en-GB" sz="1800" b="0" i="1" smtClean="0">
                        <a:latin typeface="Cambria Math" panose="02040503050406030204" pitchFamily="18" charset="0"/>
                      </a:rPr>
                      <m:t>𝑦</m:t>
                    </m:r>
                    <m:r>
                      <a:rPr lang="en-GB" sz="1800" b="0" i="1" smtClean="0">
                        <a:latin typeface="Cambria Math" panose="02040503050406030204" pitchFamily="18" charset="0"/>
                      </a:rPr>
                      <m:t>)</m:t>
                    </m:r>
                  </m:oMath>
                </a14:m>
                <a:r>
                  <a:rPr lang="en-GB" sz="1800" dirty="0"/>
                  <a:t> (although analytic solutions are a subset of this case), e.g.</a:t>
                </a:r>
              </a:p>
              <a:p>
                <a:pPr lvl="1"/>
                <a14:m>
                  <m:oMathPara xmlns:m="http://schemas.openxmlformats.org/officeDocument/2006/math">
                    <m:oMath>
                      <m:r>
                        <a:rPr lang="en-GB" sz="1650" b="0" i="1" smtClean="0">
                          <a:latin typeface="Cambria Math" panose="02040503050406030204" pitchFamily="18" charset="0"/>
                        </a:rPr>
                        <m:t>𝑦</m:t>
                      </m:r>
                      <m:r>
                        <a:rPr lang="en-GB" sz="1650" b="0" i="0" smtClean="0">
                          <a:latin typeface="Cambria Math" panose="02040503050406030204" pitchFamily="18" charset="0"/>
                        </a:rPr>
                        <m:t>=</m:t>
                      </m:r>
                      <m:r>
                        <m:rPr>
                          <m:sty m:val="p"/>
                        </m:rPr>
                        <a:rPr lang="en-GB" sz="1650" i="0" smtClean="0">
                          <a:latin typeface="Cambria Math" panose="02040503050406030204" pitchFamily="18" charset="0"/>
                        </a:rPr>
                        <m:t>Φ</m:t>
                      </m:r>
                      <m:d>
                        <m:dPr>
                          <m:ctrlPr>
                            <a:rPr lang="en-GB" sz="1650" i="1">
                              <a:latin typeface="Cambria Math" panose="02040503050406030204" pitchFamily="18" charset="0"/>
                            </a:rPr>
                          </m:ctrlPr>
                        </m:dPr>
                        <m:e>
                          <m:r>
                            <a:rPr lang="en-GB" sz="1650" i="1">
                              <a:latin typeface="Cambria Math" panose="02040503050406030204" pitchFamily="18" charset="0"/>
                            </a:rPr>
                            <m:t>𝑥</m:t>
                          </m:r>
                        </m:e>
                      </m:d>
                      <m:r>
                        <a:rPr lang="en-GB" sz="1650" i="1">
                          <a:latin typeface="Cambria Math" panose="02040503050406030204" pitchFamily="18" charset="0"/>
                        </a:rPr>
                        <m:t>=</m:t>
                      </m:r>
                      <m:f>
                        <m:fPr>
                          <m:ctrlPr>
                            <a:rPr lang="en-GB" sz="1650" i="1">
                              <a:latin typeface="Cambria Math" panose="02040503050406030204" pitchFamily="18" charset="0"/>
                            </a:rPr>
                          </m:ctrlPr>
                        </m:fPr>
                        <m:num>
                          <m:r>
                            <a:rPr lang="en-GB" sz="1650" i="1">
                              <a:latin typeface="Cambria Math" panose="02040503050406030204" pitchFamily="18" charset="0"/>
                            </a:rPr>
                            <m:t>1</m:t>
                          </m:r>
                        </m:num>
                        <m:den>
                          <m:rad>
                            <m:radPr>
                              <m:degHide m:val="on"/>
                              <m:ctrlPr>
                                <a:rPr lang="en-GB" sz="1650" i="1">
                                  <a:latin typeface="Cambria Math" panose="02040503050406030204" pitchFamily="18" charset="0"/>
                                </a:rPr>
                              </m:ctrlPr>
                            </m:radPr>
                            <m:deg/>
                            <m:e>
                              <m:r>
                                <a:rPr lang="en-GB" sz="1650" i="1">
                                  <a:latin typeface="Cambria Math" panose="02040503050406030204" pitchFamily="18" charset="0"/>
                                </a:rPr>
                                <m:t>2</m:t>
                              </m:r>
                              <m:r>
                                <a:rPr lang="en-GB" sz="1650" i="1">
                                  <a:latin typeface="Cambria Math" panose="02040503050406030204" pitchFamily="18" charset="0"/>
                                </a:rPr>
                                <m:t>𝜋</m:t>
                              </m:r>
                            </m:e>
                          </m:rad>
                        </m:den>
                      </m:f>
                      <m:nary>
                        <m:naryPr>
                          <m:ctrlPr>
                            <a:rPr lang="en-GB" sz="1650" i="1">
                              <a:latin typeface="Cambria Math" panose="02040503050406030204" pitchFamily="18" charset="0"/>
                            </a:rPr>
                          </m:ctrlPr>
                        </m:naryPr>
                        <m:sub>
                          <m:r>
                            <a:rPr lang="en-GB" sz="1650" i="1">
                              <a:latin typeface="Cambria Math" panose="02040503050406030204" pitchFamily="18" charset="0"/>
                            </a:rPr>
                            <m:t>−∞</m:t>
                          </m:r>
                        </m:sub>
                        <m:sup>
                          <m:r>
                            <a:rPr lang="en-GB" sz="1650" i="1">
                              <a:latin typeface="Cambria Math" panose="02040503050406030204" pitchFamily="18" charset="0"/>
                            </a:rPr>
                            <m:t>𝑥</m:t>
                          </m:r>
                        </m:sup>
                        <m:e>
                          <m:sSup>
                            <m:sSupPr>
                              <m:ctrlPr>
                                <a:rPr lang="en-GB" sz="1650" i="1">
                                  <a:latin typeface="Cambria Math" panose="02040503050406030204" pitchFamily="18" charset="0"/>
                                </a:rPr>
                              </m:ctrlPr>
                            </m:sSupPr>
                            <m:e>
                              <m:r>
                                <a:rPr lang="en-GB" sz="1650" i="1">
                                  <a:latin typeface="Cambria Math" panose="02040503050406030204" pitchFamily="18" charset="0"/>
                                </a:rPr>
                                <m:t>𝑒</m:t>
                              </m:r>
                            </m:e>
                            <m:sup>
                              <m:sSup>
                                <m:sSupPr>
                                  <m:ctrlPr>
                                    <a:rPr lang="en-GB" sz="1650" i="1">
                                      <a:latin typeface="Cambria Math" panose="02040503050406030204" pitchFamily="18" charset="0"/>
                                    </a:rPr>
                                  </m:ctrlPr>
                                </m:sSupPr>
                                <m:e>
                                  <m:r>
                                    <a:rPr lang="en-GB" sz="1650" i="1">
                                      <a:latin typeface="Cambria Math" panose="02040503050406030204" pitchFamily="18" charset="0"/>
                                    </a:rPr>
                                    <m:t>𝑡</m:t>
                                  </m:r>
                                </m:e>
                                <m:sup>
                                  <m:r>
                                    <a:rPr lang="en-GB" sz="1650" i="1">
                                      <a:latin typeface="Cambria Math" panose="02040503050406030204" pitchFamily="18" charset="0"/>
                                    </a:rPr>
                                    <m:t>2</m:t>
                                  </m:r>
                                </m:sup>
                              </m:sSup>
                              <m:r>
                                <m:rPr>
                                  <m:lit/>
                                </m:rPr>
                                <a:rPr lang="en-GB" sz="1650" i="1">
                                  <a:latin typeface="Cambria Math" panose="02040503050406030204" pitchFamily="18" charset="0"/>
                                </a:rPr>
                                <m:t>/</m:t>
                              </m:r>
                              <m:r>
                                <a:rPr lang="en-GB" sz="1650" i="1">
                                  <a:latin typeface="Cambria Math" panose="02040503050406030204" pitchFamily="18" charset="0"/>
                                </a:rPr>
                                <m:t>2</m:t>
                              </m:r>
                            </m:sup>
                          </m:sSup>
                          <m:r>
                            <m:rPr>
                              <m:nor/>
                            </m:rPr>
                            <a:rPr lang="en-GB" sz="1650" i="0">
                              <a:latin typeface="Cambria Math" panose="02040503050406030204" pitchFamily="18" charset="0"/>
                            </a:rPr>
                            <m:t>d</m:t>
                          </m:r>
                        </m:e>
                      </m:nary>
                      <m:r>
                        <a:rPr lang="en-GB" sz="1650" i="1">
                          <a:latin typeface="Cambria Math" panose="02040503050406030204" pitchFamily="18" charset="0"/>
                        </a:rPr>
                        <m:t>𝑡</m:t>
                      </m:r>
                    </m:oMath>
                  </m:oMathPara>
                </a14:m>
                <a:endParaRPr lang="en-GB" sz="1650" dirty="0"/>
              </a:p>
              <a:p>
                <a:r>
                  <a:rPr lang="en-GB" sz="1800" b="1" dirty="0"/>
                  <a:t>Iterative solutions </a:t>
                </a:r>
                <a:r>
                  <a:rPr lang="en-GB" sz="1800" dirty="0"/>
                  <a:t>(or root-finding techniques) are computational (or algorithmic) methods which can compute exact solutions to an arbitrary degree of accuracy</a:t>
                </a:r>
              </a:p>
              <a:p>
                <a:r>
                  <a:rPr lang="en-GB" sz="1800" dirty="0"/>
                  <a:t>Numerical methods, often then use </a:t>
                </a:r>
                <a:r>
                  <a:rPr lang="en-GB" sz="1800" b="1" dirty="0"/>
                  <a:t>approximate solutions</a:t>
                </a:r>
                <a:r>
                  <a:rPr lang="en-GB" sz="1800" dirty="0"/>
                  <a:t>, for which we know we are correct only up to an order of accuracy</a:t>
                </a:r>
              </a:p>
            </p:txBody>
          </p:sp>
        </mc:Choice>
        <mc:Fallback xmlns="">
          <p:sp>
            <p:nvSpPr>
              <p:cNvPr id="5" name="Content Placeholder 4">
                <a:extLst>
                  <a:ext uri="{FF2B5EF4-FFF2-40B4-BE49-F238E27FC236}">
                    <a16:creationId xmlns:a16="http://schemas.microsoft.com/office/drawing/2014/main" id="{1EE1314E-A9AF-0238-5F7D-F118E0D92906}"/>
                  </a:ext>
                </a:extLst>
              </p:cNvPr>
              <p:cNvSpPr>
                <a:spLocks noGrp="1" noRot="1" noChangeAspect="1" noMove="1" noResize="1" noEditPoints="1" noAdjustHandles="1" noChangeArrowheads="1" noChangeShapeType="1" noTextEdit="1"/>
              </p:cNvSpPr>
              <p:nvPr>
                <p:ph sz="half" idx="10"/>
              </p:nvPr>
            </p:nvSpPr>
            <p:spPr>
              <a:xfrm>
                <a:off x="417502" y="1838632"/>
                <a:ext cx="11145847" cy="4740138"/>
              </a:xfrm>
              <a:blipFill>
                <a:blip r:embed="rId2"/>
                <a:stretch>
                  <a:fillRect l="-164" r="-328"/>
                </a:stretch>
              </a:blipFill>
            </p:spPr>
            <p:txBody>
              <a:bodyPr/>
              <a:lstStyle/>
              <a:p>
                <a:r>
                  <a:rPr lang="en-GB">
                    <a:noFill/>
                  </a:rPr>
                  <a:t> </a:t>
                </a:r>
              </a:p>
            </p:txBody>
          </p:sp>
        </mc:Fallback>
      </mc:AlternateContent>
    </p:spTree>
    <p:extLst>
      <p:ext uri="{BB962C8B-B14F-4D97-AF65-F5344CB8AC3E}">
        <p14:creationId xmlns:p14="http://schemas.microsoft.com/office/powerpoint/2010/main" val="5637975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Bisection method</a:t>
            </a:r>
          </a:p>
        </p:txBody>
      </p:sp>
      <mc:AlternateContent xmlns:mc="http://schemas.openxmlformats.org/markup-compatibility/2006" xmlns:a14="http://schemas.microsoft.com/office/drawing/2010/main">
        <mc:Choice Requires="a14">
          <p:sp>
            <p:nvSpPr>
              <p:cNvPr id="3" name="Content Placeholder 4">
                <a:extLst>
                  <a:ext uri="{FF2B5EF4-FFF2-40B4-BE49-F238E27FC236}">
                    <a16:creationId xmlns:a16="http://schemas.microsoft.com/office/drawing/2014/main" id="{546EB556-A39D-5D29-4496-A41F3DD0F30E}"/>
                  </a:ext>
                </a:extLst>
              </p:cNvPr>
              <p:cNvSpPr>
                <a:spLocks noGrp="1"/>
              </p:cNvSpPr>
              <p:nvPr>
                <p:ph sz="half" idx="10"/>
              </p:nvPr>
            </p:nvSpPr>
            <p:spPr>
              <a:xfrm>
                <a:off x="417502" y="1838632"/>
                <a:ext cx="11145847" cy="4814712"/>
              </a:xfrm>
            </p:spPr>
            <p:txBody>
              <a:bodyPr>
                <a:normAutofit fontScale="85000" lnSpcReduction="10000"/>
              </a:bodyPr>
              <a:lstStyle/>
              <a:p>
                <a:r>
                  <a:rPr lang="en-GB" sz="1800" dirty="0"/>
                  <a:t>The bisection method is a reliable, but relatively inefficient, algorithm for finding the roots to an equation</a:t>
                </a:r>
              </a:p>
              <a:p>
                <a:r>
                  <a:rPr lang="en-GB" sz="1800" dirty="0"/>
                  <a:t>Whatever we are trying to solve needs to be written as</a:t>
                </a:r>
                <a:br>
                  <a:rPr lang="en-GB" sz="1800" dirty="0"/>
                </a:br>
                <a14:m>
                  <m:oMath xmlns:m="http://schemas.openxmlformats.org/officeDocument/2006/math">
                    <m:r>
                      <a:rPr lang="en-GB" sz="1800" i="1" dirty="0" smtClean="0">
                        <a:latin typeface="Cambria Math" panose="02040503050406030204" pitchFamily="18" charset="0"/>
                      </a:rPr>
                      <m:t>𝑓</m:t>
                    </m:r>
                    <m:r>
                      <a:rPr lang="en-GB" sz="1800" i="1" dirty="0">
                        <a:latin typeface="Cambria Math" panose="02040503050406030204" pitchFamily="18" charset="0"/>
                      </a:rPr>
                      <m:t>(</m:t>
                    </m:r>
                    <m:r>
                      <a:rPr lang="en-GB" sz="1800" i="1" dirty="0">
                        <a:latin typeface="Cambria Math" panose="02040503050406030204" pitchFamily="18" charset="0"/>
                      </a:rPr>
                      <m:t>𝑥</m:t>
                    </m:r>
                    <m:r>
                      <a:rPr lang="en-GB" sz="1800" i="1" dirty="0">
                        <a:latin typeface="Cambria Math" panose="02040503050406030204" pitchFamily="18" charset="0"/>
                      </a:rPr>
                      <m:t>)=0</m:t>
                    </m:r>
                  </m:oMath>
                </a14:m>
                <a:endParaRPr lang="en-GB" sz="1800" dirty="0"/>
              </a:p>
              <a:p>
                <a:r>
                  <a:rPr lang="en-GB" sz="1800" dirty="0"/>
                  <a:t>For example</a:t>
                </a:r>
                <a:br>
                  <a:rPr lang="en-GB" sz="1800" dirty="0"/>
                </a:br>
                <a:br>
                  <a:rPr lang="en-GB" sz="1800" dirty="0"/>
                </a:br>
                <a:br>
                  <a:rPr lang="en-GB" sz="1800" dirty="0"/>
                </a:br>
                <a:r>
                  <a:rPr lang="en-GB" sz="1800" dirty="0"/>
                  <a:t>where we may know </a:t>
                </a:r>
                <a14:m>
                  <m:oMath xmlns:m="http://schemas.openxmlformats.org/officeDocument/2006/math">
                    <m:r>
                      <a:rPr lang="en-GB" sz="1800" i="1" dirty="0" smtClean="0">
                        <a:latin typeface="Cambria Math" panose="02040503050406030204" pitchFamily="18" charset="0"/>
                      </a:rPr>
                      <m:t>𝜀</m:t>
                    </m:r>
                  </m:oMath>
                </a14:m>
                <a:r>
                  <a:rPr lang="en-GB" sz="1800" dirty="0"/>
                  <a:t>, </a:t>
                </a:r>
                <a14:m>
                  <m:oMath xmlns:m="http://schemas.openxmlformats.org/officeDocument/2006/math">
                    <m:r>
                      <a:rPr lang="en-GB" sz="1800" i="1" dirty="0" smtClean="0">
                        <a:latin typeface="Cambria Math" panose="02040503050406030204" pitchFamily="18" charset="0"/>
                      </a:rPr>
                      <m:t>𝑠</m:t>
                    </m:r>
                  </m:oMath>
                </a14:m>
                <a:r>
                  <a:rPr lang="en-GB" sz="1800" dirty="0"/>
                  <a:t>,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𝐼</m:t>
                        </m:r>
                      </m:e>
                      <m:sub>
                        <m:r>
                          <a:rPr lang="en-GB" sz="1800" i="1" dirty="0" smtClean="0">
                            <a:latin typeface="Cambria Math" panose="02040503050406030204" pitchFamily="18" charset="0"/>
                          </a:rPr>
                          <m:t>1</m:t>
                        </m:r>
                      </m:sub>
                    </m:sSub>
                  </m:oMath>
                </a14:m>
                <a:r>
                  <a:rPr lang="en-GB" sz="1800" dirty="0"/>
                  <a:t> and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𝐼</m:t>
                        </m:r>
                      </m:e>
                      <m:sub>
                        <m:r>
                          <a:rPr lang="en-GB" sz="1800" i="1" dirty="0" smtClean="0">
                            <a:latin typeface="Cambria Math" panose="02040503050406030204" pitchFamily="18" charset="0"/>
                          </a:rPr>
                          <m:t>2</m:t>
                        </m:r>
                      </m:sub>
                    </m:sSub>
                  </m:oMath>
                </a14:m>
                <a:r>
                  <a:rPr lang="en-GB" sz="1800" dirty="0"/>
                  <a:t>, and want to find the value of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𝐼</m:t>
                        </m:r>
                      </m:e>
                      <m:sub>
                        <m:r>
                          <a:rPr lang="en-GB" sz="1800" i="1" dirty="0" smtClean="0">
                            <a:latin typeface="Cambria Math" panose="02040503050406030204" pitchFamily="18" charset="0"/>
                          </a:rPr>
                          <m:t>3</m:t>
                        </m:r>
                      </m:sub>
                    </m:sSub>
                  </m:oMath>
                </a14:m>
                <a:endParaRPr lang="en-GB" sz="1800" dirty="0"/>
              </a:p>
              <a:p>
                <a:r>
                  <a:rPr lang="en-GB" sz="1800" dirty="0"/>
                  <a:t>To start a bisection root finding algorithm, we need two values; one where </a:t>
                </a:r>
                <a14:m>
                  <m:oMath xmlns:m="http://schemas.openxmlformats.org/officeDocument/2006/math">
                    <m:r>
                      <a:rPr lang="en-GB" sz="1800" i="1" dirty="0" smtClean="0">
                        <a:latin typeface="Cambria Math" panose="02040503050406030204" pitchFamily="18" charset="0"/>
                      </a:rPr>
                      <m:t>𝑓</m:t>
                    </m:r>
                    <m:d>
                      <m:dPr>
                        <m:ctrlPr>
                          <a:rPr lang="en-GB" sz="1800" i="1" dirty="0">
                            <a:latin typeface="Cambria Math" panose="02040503050406030204" pitchFamily="18" charset="0"/>
                          </a:rPr>
                        </m:ctrlPr>
                      </m:dPr>
                      <m:e>
                        <m:sSub>
                          <m:sSubPr>
                            <m:ctrlPr>
                              <a:rPr lang="en-GB" sz="1800" i="1" dirty="0">
                                <a:latin typeface="Cambria Math" panose="02040503050406030204" pitchFamily="18" charset="0"/>
                              </a:rPr>
                            </m:ctrlPr>
                          </m:sSubPr>
                          <m:e>
                            <m:r>
                              <a:rPr lang="en-GB" sz="1800" i="1" dirty="0">
                                <a:latin typeface="Cambria Math" panose="02040503050406030204" pitchFamily="18" charset="0"/>
                              </a:rPr>
                              <m:t>𝐼</m:t>
                            </m:r>
                          </m:e>
                          <m:sub>
                            <m:r>
                              <a:rPr lang="en-GB" sz="1800" i="1" dirty="0">
                                <a:latin typeface="Cambria Math" panose="02040503050406030204" pitchFamily="18" charset="0"/>
                              </a:rPr>
                              <m:t>3</m:t>
                            </m:r>
                          </m:sub>
                        </m:sSub>
                      </m:e>
                    </m:d>
                    <m:r>
                      <a:rPr lang="en-GB" sz="1800" i="1" dirty="0">
                        <a:latin typeface="Cambria Math" panose="02040503050406030204" pitchFamily="18" charset="0"/>
                      </a:rPr>
                      <m:t>&gt;0</m:t>
                    </m:r>
                  </m:oMath>
                </a14:m>
                <a:r>
                  <a:rPr lang="en-GB" sz="1800" dirty="0"/>
                  <a:t>, and one where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𝐼</m:t>
                        </m:r>
                      </m:e>
                      <m:sub>
                        <m:r>
                          <a:rPr lang="en-GB" sz="1800" i="1" dirty="0" smtClean="0">
                            <a:latin typeface="Cambria Math" panose="02040503050406030204" pitchFamily="18" charset="0"/>
                          </a:rPr>
                          <m:t>3</m:t>
                        </m:r>
                      </m:sub>
                    </m:sSub>
                    <m:r>
                      <a:rPr lang="en-GB" sz="1800" i="1" dirty="0" smtClean="0">
                        <a:latin typeface="Cambria Math" panose="02040503050406030204" pitchFamily="18" charset="0"/>
                      </a:rPr>
                      <m:t>)&lt;0</m:t>
                    </m:r>
                  </m:oMath>
                </a14:m>
                <a:endParaRPr lang="en-GB" sz="1800" dirty="0"/>
              </a:p>
              <a:p>
                <a:r>
                  <a:rPr lang="en-GB" sz="1800" dirty="0"/>
                  <a:t>Provided our function is sensible (defined in this region), we know that somewhere between these two values, we have a root of this equation</a:t>
                </a:r>
              </a:p>
              <a:p>
                <a:r>
                  <a:rPr lang="en-GB" sz="1800" dirty="0"/>
                  <a:t>The bisection method is then guaranteed to find </a:t>
                </a:r>
                <a:r>
                  <a:rPr lang="en-GB" sz="1800" b="1" dirty="0"/>
                  <a:t>one root</a:t>
                </a:r>
                <a:r>
                  <a:rPr lang="en-GB" sz="1800" dirty="0"/>
                  <a:t> between these two values - this may not be the only root</a:t>
                </a:r>
                <a:br>
                  <a:rPr lang="en-GB" sz="1800" dirty="0"/>
                </a:br>
                <a:endParaRPr lang="en-GB" sz="1800" dirty="0"/>
              </a:p>
            </p:txBody>
          </p:sp>
        </mc:Choice>
        <mc:Fallback xmlns="">
          <p:sp>
            <p:nvSpPr>
              <p:cNvPr id="3" name="Content Placeholder 4">
                <a:extLst>
                  <a:ext uri="{FF2B5EF4-FFF2-40B4-BE49-F238E27FC236}">
                    <a16:creationId xmlns:a16="http://schemas.microsoft.com/office/drawing/2014/main" id="{546EB556-A39D-5D29-4496-A41F3DD0F30E}"/>
                  </a:ext>
                </a:extLst>
              </p:cNvPr>
              <p:cNvSpPr>
                <a:spLocks noGrp="1" noRot="1" noChangeAspect="1" noMove="1" noResize="1" noEditPoints="1" noAdjustHandles="1" noChangeArrowheads="1" noChangeShapeType="1" noTextEdit="1"/>
              </p:cNvSpPr>
              <p:nvPr>
                <p:ph sz="half" idx="10"/>
              </p:nvPr>
            </p:nvSpPr>
            <p:spPr>
              <a:xfrm>
                <a:off x="417502" y="1838632"/>
                <a:ext cx="11145847" cy="4814712"/>
              </a:xfrm>
              <a:blipFill>
                <a:blip r:embed="rId2"/>
                <a:stretch>
                  <a:fillRect l="-16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0DC5E79-C40D-60DC-D564-E04A4E5F42D3}"/>
                  </a:ext>
                </a:extLst>
              </p:cNvPr>
              <p:cNvSpPr txBox="1"/>
              <p:nvPr/>
            </p:nvSpPr>
            <p:spPr>
              <a:xfrm>
                <a:off x="2146167" y="3112823"/>
                <a:ext cx="7688515" cy="632353"/>
              </a:xfrm>
              <a:prstGeom prst="rect">
                <a:avLst/>
              </a:prstGeom>
              <a:noFill/>
            </p:spPr>
            <p:txBody>
              <a:bodyPr wrap="none" lIns="0" tIns="0" rIns="0" bIns="0" rtlCol="0">
                <a:spAutoFit/>
              </a:bodyPr>
              <a:lstStyle/>
              <a:p>
                <a:pPr/>
                <a14:m>
                  <m:oMathPara xmlns:m="http://schemas.openxmlformats.org/officeDocument/2006/math">
                    <m:oMath>
                      <m:r>
                        <a:rPr lang="en-GB" i="1" smtClean="0">
                          <a:latin typeface="Cambria Math" panose="02040503050406030204" pitchFamily="18" charset="0"/>
                        </a:rPr>
                        <m:t>𝑓</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3</m:t>
                              </m:r>
                            </m:sub>
                          </m:sSub>
                        </m:e>
                      </m:d>
                      <m:r>
                        <a:rPr lang="en-GB" i="1">
                          <a:latin typeface="Cambria Math" panose="02040503050406030204" pitchFamily="18" charset="0"/>
                        </a:rPr>
                        <m:t>=</m:t>
                      </m:r>
                      <m:r>
                        <a:rPr lang="en-GB" i="1">
                          <a:latin typeface="Cambria Math" panose="02040503050406030204" pitchFamily="18" charset="0"/>
                        </a:rPr>
                        <m:t>𝜀</m:t>
                      </m:r>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𝐾</m:t>
                              </m:r>
                            </m:e>
                            <m:sub>
                              <m:r>
                                <a:rPr lang="en-GB" i="1">
                                  <a:latin typeface="Cambria Math" panose="02040503050406030204" pitchFamily="18" charset="0"/>
                                </a:rPr>
                                <m:t>0</m:t>
                              </m:r>
                            </m:sub>
                          </m:sSub>
                        </m:num>
                        <m:den>
                          <m:r>
                            <a:rPr lang="en-GB" i="1">
                              <a:latin typeface="Cambria Math" panose="02040503050406030204" pitchFamily="18" charset="0"/>
                            </a:rPr>
                            <m:t>2</m:t>
                          </m:r>
                          <m:sSubSup>
                            <m:sSubSupPr>
                              <m:ctrlPr>
                                <a:rPr lang="en-GB" i="1">
                                  <a:latin typeface="Cambria Math" panose="02040503050406030204" pitchFamily="18" charset="0"/>
                                </a:rPr>
                              </m:ctrlPr>
                            </m:sSubSupPr>
                            <m:e>
                              <m:r>
                                <a:rPr lang="en-GB" i="1">
                                  <a:latin typeface="Cambria Math" panose="02040503050406030204" pitchFamily="18" charset="0"/>
                                </a:rPr>
                                <m:t>𝛼</m:t>
                              </m:r>
                            </m:e>
                            <m:sub>
                              <m:r>
                                <a:rPr lang="en-GB" i="1">
                                  <a:latin typeface="Cambria Math" panose="02040503050406030204" pitchFamily="18" charset="0"/>
                                </a:rPr>
                                <m:t>𝑅</m:t>
                              </m:r>
                            </m:sub>
                            <m:sup>
                              <m:r>
                                <a:rPr lang="en-GB" i="1">
                                  <a:latin typeface="Cambria Math" panose="02040503050406030204" pitchFamily="18" charset="0"/>
                                </a:rPr>
                                <m:t>2</m:t>
                              </m:r>
                            </m:sup>
                          </m:sSubSup>
                        </m:den>
                      </m:f>
                      <m:sSup>
                        <m:sSupPr>
                          <m:ctrlPr>
                            <a:rPr lang="en-GB" i="1">
                              <a:latin typeface="Cambria Math" panose="02040503050406030204" pitchFamily="18" charset="0"/>
                            </a:rPr>
                          </m:ctrlPr>
                        </m:sSupPr>
                        <m:e>
                          <m:d>
                            <m:dPr>
                              <m:ctrlPr>
                                <a:rPr lang="en-GB" i="1">
                                  <a:latin typeface="Cambria Math" panose="02040503050406030204" pitchFamily="18" charset="0"/>
                                </a:rPr>
                              </m:ctrlPr>
                            </m:dPr>
                            <m:e>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3</m:t>
                                  </m:r>
                                </m:sub>
                                <m:sup>
                                  <m:sSub>
                                    <m:sSubPr>
                                      <m:ctrlPr>
                                        <a:rPr lang="en-GB" i="1">
                                          <a:latin typeface="Cambria Math" panose="02040503050406030204" pitchFamily="18" charset="0"/>
                                        </a:rPr>
                                      </m:ctrlPr>
                                    </m:sSubPr>
                                    <m:e>
                                      <m:r>
                                        <a:rPr lang="en-GB" i="1">
                                          <a:latin typeface="Cambria Math" panose="02040503050406030204" pitchFamily="18" charset="0"/>
                                        </a:rPr>
                                        <m:t>𝛼</m:t>
                                      </m:r>
                                    </m:e>
                                    <m:sub>
                                      <m:r>
                                        <a:rPr lang="en-GB" i="1">
                                          <a:latin typeface="Cambria Math" panose="02040503050406030204" pitchFamily="18" charset="0"/>
                                        </a:rPr>
                                        <m:t>𝑅</m:t>
                                      </m:r>
                                    </m:sub>
                                  </m:sSub>
                                  <m:r>
                                    <m:rPr>
                                      <m:lit/>
                                    </m:rPr>
                                    <a:rPr lang="en-GB" i="1">
                                      <a:latin typeface="Cambria Math" panose="02040503050406030204" pitchFamily="18" charset="0"/>
                                    </a:rPr>
                                    <m:t>/</m:t>
                                  </m:r>
                                  <m:r>
                                    <a:rPr lang="en-GB" i="1">
                                      <a:latin typeface="Cambria Math" panose="02040503050406030204" pitchFamily="18" charset="0"/>
                                    </a:rPr>
                                    <m:t>2</m:t>
                                  </m:r>
                                </m:sup>
                              </m:sSubSup>
                              <m:r>
                                <a:rPr lang="en-GB" i="1">
                                  <a:latin typeface="Cambria Math" panose="02040503050406030204" pitchFamily="18" charset="0"/>
                                </a:rPr>
                                <m:t>−1</m:t>
                              </m:r>
                            </m:e>
                          </m:d>
                        </m:e>
                        <m:sup>
                          <m:r>
                            <a:rPr lang="en-GB" i="1">
                              <a:latin typeface="Cambria Math" panose="02040503050406030204" pitchFamily="18" charset="0"/>
                            </a:rPr>
                            <m:t>2</m:t>
                          </m:r>
                        </m:sup>
                      </m:sSup>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i="1">
                              <a:latin typeface="Cambria Math" panose="02040503050406030204" pitchFamily="18" charset="0"/>
                            </a:rPr>
                            <m:t>𝑉</m:t>
                          </m:r>
                        </m:sub>
                      </m:sSub>
                      <m:sSub>
                        <m:sSubPr>
                          <m:ctrlPr>
                            <a:rPr lang="en-GB" i="1">
                              <a:latin typeface="Cambria Math" panose="02040503050406030204" pitchFamily="18" charset="0"/>
                            </a:rPr>
                          </m:ctrlPr>
                        </m:sSubPr>
                        <m:e>
                          <m:r>
                            <a:rPr lang="en-GB" i="1">
                              <a:latin typeface="Cambria Math" panose="02040503050406030204" pitchFamily="18" charset="0"/>
                            </a:rPr>
                            <m:t>𝑇</m:t>
                          </m:r>
                        </m:e>
                        <m:sub>
                          <m:r>
                            <a:rPr lang="en-GB" i="1">
                              <a:latin typeface="Cambria Math" panose="02040503050406030204" pitchFamily="18" charset="0"/>
                            </a:rPr>
                            <m:t>0</m:t>
                          </m:r>
                        </m:sub>
                      </m:sSub>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3</m:t>
                          </m:r>
                        </m:sub>
                        <m:sup>
                          <m:sSub>
                            <m:sSubPr>
                              <m:ctrlPr>
                                <a:rPr lang="en-GB" i="1">
                                  <a:latin typeface="Cambria Math" panose="02040503050406030204" pitchFamily="18" charset="0"/>
                                </a:rPr>
                              </m:ctrlPr>
                            </m:sSubPr>
                            <m:e>
                              <m:r>
                                <a:rPr lang="en-GB" i="1">
                                  <a:latin typeface="Cambria Math" panose="02040503050406030204" pitchFamily="18" charset="0"/>
                                </a:rPr>
                                <m:t>𝛾</m:t>
                              </m:r>
                            </m:e>
                            <m:sub>
                              <m:r>
                                <a:rPr lang="en-GB" i="1">
                                  <a:latin typeface="Cambria Math" panose="02040503050406030204" pitchFamily="18" charset="0"/>
                                </a:rPr>
                                <m:t>𝑅</m:t>
                              </m:r>
                            </m:sub>
                          </m:sSub>
                          <m:r>
                            <m:rPr>
                              <m:lit/>
                            </m:rPr>
                            <a:rPr lang="en-GB" i="1">
                              <a:latin typeface="Cambria Math" panose="02040503050406030204" pitchFamily="18" charset="0"/>
                            </a:rPr>
                            <m:t>/</m:t>
                          </m:r>
                          <m:r>
                            <a:rPr lang="en-GB" i="1">
                              <a:latin typeface="Cambria Math" panose="02040503050406030204" pitchFamily="18" charset="0"/>
                            </a:rPr>
                            <m:t>2</m:t>
                          </m:r>
                        </m:sup>
                      </m:sSubSup>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𝑒</m:t>
                              </m:r>
                            </m:e>
                            <m:sup>
                              <m:r>
                                <a:rPr lang="en-GB" i="1">
                                  <a:latin typeface="Cambria Math" panose="02040503050406030204" pitchFamily="18" charset="0"/>
                                </a:rPr>
                                <m:t>𝑠</m:t>
                              </m:r>
                              <m:r>
                                <m:rPr>
                                  <m:lit/>
                                </m:rP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𝑐</m:t>
                                  </m:r>
                                </m:e>
                                <m:sub>
                                  <m:r>
                                    <a:rPr lang="en-GB" i="1">
                                      <a:latin typeface="Cambria Math" panose="02040503050406030204" pitchFamily="18" charset="0"/>
                                    </a:rPr>
                                    <m:t>𝑣</m:t>
                                  </m:r>
                                </m:sub>
                              </m:sSub>
                            </m:sup>
                          </m:sSup>
                          <m:r>
                            <a:rPr lang="en-GB" i="1">
                              <a:latin typeface="Cambria Math" panose="02040503050406030204" pitchFamily="18" charset="0"/>
                            </a:rPr>
                            <m:t>−1</m:t>
                          </m:r>
                        </m:e>
                      </m:d>
                      <m:r>
                        <a:rPr lang="en-GB" i="1">
                          <a:latin typeface="Cambria Math" panose="02040503050406030204" pitchFamily="18" charset="0"/>
                        </a:rPr>
                        <m:t>+</m:t>
                      </m:r>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𝑏</m:t>
                              </m:r>
                            </m:e>
                            <m:sub>
                              <m:r>
                                <a:rPr lang="en-GB" i="1">
                                  <a:latin typeface="Cambria Math" panose="02040503050406030204" pitchFamily="18" charset="0"/>
                                </a:rPr>
                                <m:t>0</m:t>
                              </m:r>
                            </m:sub>
                            <m:sup>
                              <m:r>
                                <a:rPr lang="en-GB" i="1">
                                  <a:latin typeface="Cambria Math" panose="02040503050406030204" pitchFamily="18" charset="0"/>
                                </a:rPr>
                                <m:t>2</m:t>
                              </m:r>
                            </m:sup>
                          </m:sSubSup>
                        </m:num>
                        <m:den>
                          <m:r>
                            <a:rPr lang="en-GB" i="1">
                              <a:latin typeface="Cambria Math" panose="02040503050406030204" pitchFamily="18" charset="0"/>
                            </a:rPr>
                            <m:t>2</m:t>
                          </m:r>
                        </m:den>
                      </m:f>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3</m:t>
                          </m:r>
                        </m:sub>
                        <m:sup>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𝑅</m:t>
                              </m:r>
                            </m:sub>
                          </m:sSub>
                          <m:r>
                            <m:rPr>
                              <m:lit/>
                            </m:rPr>
                            <a:rPr lang="en-GB" i="1">
                              <a:latin typeface="Cambria Math" panose="02040503050406030204" pitchFamily="18" charset="0"/>
                            </a:rPr>
                            <m:t>/</m:t>
                          </m:r>
                          <m:r>
                            <a:rPr lang="en-GB" i="1">
                              <a:latin typeface="Cambria Math" panose="02040503050406030204" pitchFamily="18" charset="0"/>
                            </a:rPr>
                            <m:t>2</m:t>
                          </m:r>
                        </m:sup>
                      </m:sSubSup>
                      <m:d>
                        <m:dPr>
                          <m:ctrlPr>
                            <a:rPr lang="en-GB" i="1">
                              <a:latin typeface="Cambria Math" panose="02040503050406030204" pitchFamily="18" charset="0"/>
                            </a:rPr>
                          </m:ctrlPr>
                        </m:dPr>
                        <m:e>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1</m:t>
                                  </m:r>
                                </m:sub>
                                <m:sup>
                                  <m:r>
                                    <a:rPr lang="en-GB" i="1">
                                      <a:latin typeface="Cambria Math" panose="02040503050406030204" pitchFamily="18" charset="0"/>
                                    </a:rPr>
                                    <m:t>2</m:t>
                                  </m:r>
                                </m:sup>
                              </m:sSubSup>
                            </m:num>
                            <m:den>
                              <m:r>
                                <a:rPr lang="en-GB" i="1">
                                  <a:latin typeface="Cambria Math" panose="02040503050406030204" pitchFamily="18" charset="0"/>
                                </a:rPr>
                                <m:t>3</m:t>
                              </m:r>
                            </m:den>
                          </m:f>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rPr>
                                <m:t>2</m:t>
                              </m:r>
                            </m:sub>
                          </m:sSub>
                        </m:e>
                      </m:d>
                      <m:r>
                        <a:rPr lang="en-GB" i="1">
                          <a:latin typeface="Cambria Math" panose="02040503050406030204" pitchFamily="18" charset="0"/>
                        </a:rPr>
                        <m:t>=0</m:t>
                      </m:r>
                    </m:oMath>
                  </m:oMathPara>
                </a14:m>
                <a:endParaRPr lang="en-GB" dirty="0"/>
              </a:p>
            </p:txBody>
          </p:sp>
        </mc:Choice>
        <mc:Fallback xmlns="">
          <p:sp>
            <p:nvSpPr>
              <p:cNvPr id="4" name="TextBox 3">
                <a:extLst>
                  <a:ext uri="{FF2B5EF4-FFF2-40B4-BE49-F238E27FC236}">
                    <a16:creationId xmlns:a16="http://schemas.microsoft.com/office/drawing/2014/main" id="{B0DC5E79-C40D-60DC-D564-E04A4E5F42D3}"/>
                  </a:ext>
                </a:extLst>
              </p:cNvPr>
              <p:cNvSpPr txBox="1">
                <a:spLocks noRot="1" noChangeAspect="1" noMove="1" noResize="1" noEditPoints="1" noAdjustHandles="1" noChangeArrowheads="1" noChangeShapeType="1" noTextEdit="1"/>
              </p:cNvSpPr>
              <p:nvPr/>
            </p:nvSpPr>
            <p:spPr>
              <a:xfrm>
                <a:off x="2146167" y="3112823"/>
                <a:ext cx="7688515" cy="632353"/>
              </a:xfrm>
              <a:prstGeom prst="rect">
                <a:avLst/>
              </a:prstGeom>
              <a:blipFill>
                <a:blip r:embed="rId3"/>
                <a:stretch>
                  <a:fillRect b="-971"/>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Bisection method</a:t>
            </a:r>
          </a:p>
        </p:txBody>
      </p:sp>
      <mc:AlternateContent xmlns:mc="http://schemas.openxmlformats.org/markup-compatibility/2006" xmlns:a14="http://schemas.microsoft.com/office/drawing/2010/main">
        <mc:Choice Requires="a14">
          <p:sp>
            <p:nvSpPr>
              <p:cNvPr id="8" name="Content Placeholder 4">
                <a:extLst>
                  <a:ext uri="{FF2B5EF4-FFF2-40B4-BE49-F238E27FC236}">
                    <a16:creationId xmlns:a16="http://schemas.microsoft.com/office/drawing/2014/main" id="{AB5AB131-8DBA-12CE-B9C4-4B5D5B5B1975}"/>
                  </a:ext>
                </a:extLst>
              </p:cNvPr>
              <p:cNvSpPr>
                <a:spLocks noGrp="1"/>
              </p:cNvSpPr>
              <p:nvPr>
                <p:ph sz="half" idx="10"/>
              </p:nvPr>
            </p:nvSpPr>
            <p:spPr>
              <a:xfrm>
                <a:off x="417502" y="1838632"/>
                <a:ext cx="11145847" cy="4287848"/>
              </a:xfrm>
            </p:spPr>
            <p:txBody>
              <a:bodyPr>
                <a:normAutofit/>
              </a:bodyPr>
              <a:lstStyle/>
              <a:p>
                <a:r>
                  <a:rPr lang="en-GB" sz="1800" dirty="0"/>
                  <a:t>Assume we have </a:t>
                </a:r>
                <a14:m>
                  <m:oMath xmlns:m="http://schemas.openxmlformats.org/officeDocument/2006/math">
                    <m:r>
                      <a:rPr lang="en-GB" sz="1800" i="1" dirty="0" smtClean="0">
                        <a:latin typeface="Cambria Math" panose="02040503050406030204" pitchFamily="18" charset="0"/>
                      </a:rPr>
                      <m:t>𝑎</m:t>
                    </m:r>
                  </m:oMath>
                </a14:m>
                <a:r>
                  <a:rPr lang="en-GB" sz="1800" dirty="0"/>
                  <a:t> and </a:t>
                </a:r>
                <a14:m>
                  <m:oMath xmlns:m="http://schemas.openxmlformats.org/officeDocument/2006/math">
                    <m:r>
                      <a:rPr lang="en-GB" sz="1800" i="1" dirty="0" smtClean="0">
                        <a:latin typeface="Cambria Math" panose="02040503050406030204" pitchFamily="18" charset="0"/>
                      </a:rPr>
                      <m:t>𝑏</m:t>
                    </m:r>
                  </m:oMath>
                </a14:m>
                <a:r>
                  <a:rPr lang="en-GB" sz="1800" dirty="0"/>
                  <a:t> such that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smtClean="0">
                        <a:latin typeface="Cambria Math" panose="02040503050406030204" pitchFamily="18" charset="0"/>
                      </a:rPr>
                      <m:t>𝑎</m:t>
                    </m:r>
                    <m:r>
                      <a:rPr lang="en-GB" sz="1800" i="1" dirty="0" smtClean="0">
                        <a:latin typeface="Cambria Math" panose="02040503050406030204" pitchFamily="18" charset="0"/>
                      </a:rPr>
                      <m:t>)&lt;0</m:t>
                    </m:r>
                  </m:oMath>
                </a14:m>
                <a:r>
                  <a:rPr lang="en-GB" sz="1800" dirty="0"/>
                  <a:t> and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smtClean="0">
                        <a:latin typeface="Cambria Math" panose="02040503050406030204" pitchFamily="18" charset="0"/>
                      </a:rPr>
                      <m:t>𝑏</m:t>
                    </m:r>
                    <m:r>
                      <a:rPr lang="en-GB" sz="1800" i="1" dirty="0" smtClean="0">
                        <a:latin typeface="Cambria Math" panose="02040503050406030204" pitchFamily="18" charset="0"/>
                      </a:rPr>
                      <m:t>)&gt;0</m:t>
                    </m:r>
                  </m:oMath>
                </a14:m>
                <a:endParaRPr lang="en-GB" sz="1800" dirty="0"/>
              </a:p>
              <a:p>
                <a:pPr marL="342900" indent="-342900">
                  <a:buFont typeface="+mj-lt"/>
                  <a:buAutoNum type="arabicPeriod"/>
                </a:pPr>
                <a:r>
                  <a:rPr lang="en-GB" sz="1800" dirty="0"/>
                  <a:t>Set </a:t>
                </a:r>
                <a14:m>
                  <m:oMath xmlns:m="http://schemas.openxmlformats.org/officeDocument/2006/math">
                    <m:r>
                      <a:rPr lang="en-GB" sz="1800" i="1" dirty="0" smtClean="0">
                        <a:latin typeface="Cambria Math" panose="02040503050406030204" pitchFamily="18" charset="0"/>
                      </a:rPr>
                      <m:t>𝑐</m:t>
                    </m:r>
                    <m:r>
                      <a:rPr lang="en-GB" sz="1800" i="1" dirty="0" smtClean="0">
                        <a:latin typeface="Cambria Math" panose="02040503050406030204" pitchFamily="18" charset="0"/>
                      </a:rPr>
                      <m:t>=</m:t>
                    </m:r>
                    <m:f>
                      <m:fPr>
                        <m:ctrlPr>
                          <a:rPr lang="en-GB" sz="1800" i="1" dirty="0" smtClean="0">
                            <a:latin typeface="Cambria Math" panose="02040503050406030204" pitchFamily="18" charset="0"/>
                          </a:rPr>
                        </m:ctrlPr>
                      </m:fPr>
                      <m:num>
                        <m:r>
                          <a:rPr lang="en-GB" sz="1800" i="1" dirty="0" smtClean="0">
                            <a:latin typeface="Cambria Math" panose="02040503050406030204" pitchFamily="18" charset="0"/>
                          </a:rPr>
                          <m:t>1</m:t>
                        </m:r>
                      </m:num>
                      <m:den>
                        <m:r>
                          <a:rPr lang="en-GB" sz="1800" i="1" dirty="0" smtClean="0">
                            <a:latin typeface="Cambria Math" panose="02040503050406030204" pitchFamily="18" charset="0"/>
                          </a:rPr>
                          <m:t>2</m:t>
                        </m:r>
                      </m:den>
                    </m:f>
                    <m:d>
                      <m:dPr>
                        <m:ctrlPr>
                          <a:rPr lang="en-GB" sz="1800" i="1" dirty="0">
                            <a:latin typeface="Cambria Math" panose="02040503050406030204" pitchFamily="18" charset="0"/>
                          </a:rPr>
                        </m:ctrlPr>
                      </m:dPr>
                      <m:e>
                        <m:r>
                          <a:rPr lang="en-GB" sz="1800" i="1" dirty="0">
                            <a:latin typeface="Cambria Math" panose="02040503050406030204" pitchFamily="18" charset="0"/>
                          </a:rPr>
                          <m:t>𝑎</m:t>
                        </m:r>
                        <m:r>
                          <a:rPr lang="en-GB" sz="1800" i="1" dirty="0">
                            <a:latin typeface="Cambria Math" panose="02040503050406030204" pitchFamily="18" charset="0"/>
                          </a:rPr>
                          <m:t>+</m:t>
                        </m:r>
                        <m:r>
                          <a:rPr lang="en-GB" sz="1800" i="1" dirty="0">
                            <a:latin typeface="Cambria Math" panose="02040503050406030204" pitchFamily="18" charset="0"/>
                          </a:rPr>
                          <m:t>𝑏</m:t>
                        </m:r>
                      </m:e>
                    </m:d>
                  </m:oMath>
                </a14:m>
                <a:endParaRPr lang="en-GB" sz="1800" dirty="0"/>
              </a:p>
              <a:p>
                <a:pPr marL="342900" indent="-342900">
                  <a:buFont typeface="+mj-lt"/>
                  <a:buAutoNum type="arabicPeriod"/>
                </a:pPr>
                <a:r>
                  <a:rPr lang="en-GB" sz="1800" dirty="0"/>
                  <a:t>Evaluate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smtClean="0">
                        <a:latin typeface="Cambria Math" panose="02040503050406030204" pitchFamily="18" charset="0"/>
                      </a:rPr>
                      <m:t>𝑐</m:t>
                    </m:r>
                    <m:r>
                      <a:rPr lang="en-GB" sz="1800" i="1" dirty="0">
                        <a:latin typeface="Cambria Math" panose="02040503050406030204" pitchFamily="18" charset="0"/>
                      </a:rPr>
                      <m:t>)</m:t>
                    </m:r>
                  </m:oMath>
                </a14:m>
                <a:endParaRPr lang="en-GB" sz="1800" dirty="0"/>
              </a:p>
              <a:p>
                <a:pPr marL="342900" indent="-342900">
                  <a:buFont typeface="+mj-lt"/>
                  <a:buAutoNum type="arabicPeriod"/>
                </a:pPr>
                <a:r>
                  <a:rPr lang="en-GB" sz="1800" dirty="0"/>
                  <a:t>If </a:t>
                </a:r>
                <a14:m>
                  <m:oMath xmlns:m="http://schemas.openxmlformats.org/officeDocument/2006/math">
                    <m:r>
                      <a:rPr lang="en-GB" sz="1800" i="1" dirty="0" smtClean="0">
                        <a:latin typeface="Cambria Math" panose="02040503050406030204" pitchFamily="18" charset="0"/>
                      </a:rPr>
                      <m:t>|</m:t>
                    </m:r>
                    <m:r>
                      <a:rPr lang="en-GB" sz="1800" i="1" dirty="0" smtClean="0">
                        <a:latin typeface="Cambria Math" panose="02040503050406030204" pitchFamily="18" charset="0"/>
                      </a:rPr>
                      <m:t>𝑓</m:t>
                    </m:r>
                    <m:r>
                      <a:rPr lang="en-GB" sz="1800" i="1" dirty="0" smtClean="0">
                        <a:latin typeface="Cambria Math" panose="02040503050406030204" pitchFamily="18" charset="0"/>
                      </a:rPr>
                      <m:t> (</m:t>
                    </m:r>
                    <m:r>
                      <a:rPr lang="en-GB" sz="1800" i="1" dirty="0" smtClean="0">
                        <a:latin typeface="Cambria Math" panose="02040503050406030204" pitchFamily="18" charset="0"/>
                      </a:rPr>
                      <m:t>𝑐</m:t>
                    </m:r>
                    <m:r>
                      <a:rPr lang="en-GB" sz="1800" i="1" dirty="0" smtClean="0">
                        <a:latin typeface="Cambria Math" panose="02040503050406030204" pitchFamily="18" charset="0"/>
                      </a:rPr>
                      <m:t>)|&lt;</m:t>
                    </m:r>
                    <m:r>
                      <a:rPr lang="en-GB" sz="1800" i="1" dirty="0" smtClean="0">
                        <a:latin typeface="Cambria Math" panose="02040503050406030204" pitchFamily="18" charset="0"/>
                      </a:rPr>
                      <m:t>𝜖</m:t>
                    </m:r>
                  </m:oMath>
                </a14:m>
                <a:r>
                  <a:rPr lang="en-GB" sz="1800" dirty="0"/>
                  <a:t>, or </a:t>
                </a:r>
                <a14:m>
                  <m:oMath xmlns:m="http://schemas.openxmlformats.org/officeDocument/2006/math">
                    <m:f>
                      <m:fPr>
                        <m:ctrlPr>
                          <a:rPr lang="en-GB" sz="1800" i="1" dirty="0" smtClean="0">
                            <a:latin typeface="Cambria Math" panose="02040503050406030204" pitchFamily="18" charset="0"/>
                          </a:rPr>
                        </m:ctrlPr>
                      </m:fPr>
                      <m:num>
                        <m:d>
                          <m:dPr>
                            <m:begChr m:val="|"/>
                            <m:endChr m:val="|"/>
                            <m:ctrlPr>
                              <a:rPr lang="en-GB" sz="1800" i="1" dirty="0" smtClean="0">
                                <a:latin typeface="Cambria Math" panose="02040503050406030204" pitchFamily="18" charset="0"/>
                              </a:rPr>
                            </m:ctrlPr>
                          </m:dPr>
                          <m:e>
                            <m:r>
                              <a:rPr lang="en-GB" sz="1800" i="1" dirty="0" smtClean="0">
                                <a:latin typeface="Cambria Math" panose="02040503050406030204" pitchFamily="18" charset="0"/>
                              </a:rPr>
                              <m:t>𝑓</m:t>
                            </m:r>
                            <m:r>
                              <a:rPr lang="en-GB" sz="1800" i="1" dirty="0" smtClean="0">
                                <a:latin typeface="Cambria Math" panose="02040503050406030204" pitchFamily="18" charset="0"/>
                              </a:rPr>
                              <m:t> </m:t>
                            </m:r>
                            <m:d>
                              <m:dPr>
                                <m:ctrlPr>
                                  <a:rPr lang="en-GB" sz="1800" i="1" dirty="0" smtClean="0">
                                    <a:latin typeface="Cambria Math" panose="02040503050406030204" pitchFamily="18" charset="0"/>
                                  </a:rPr>
                                </m:ctrlPr>
                              </m:dPr>
                              <m:e>
                                <m:r>
                                  <a:rPr lang="en-GB" sz="1800" i="1" dirty="0" smtClean="0">
                                    <a:latin typeface="Cambria Math" panose="02040503050406030204" pitchFamily="18" charset="0"/>
                                  </a:rPr>
                                  <m:t>𝑐</m:t>
                                </m:r>
                              </m:e>
                            </m:d>
                          </m:e>
                        </m:d>
                      </m:num>
                      <m:den>
                        <m:r>
                          <a:rPr lang="en-GB" sz="1800" i="1" dirty="0" smtClean="0">
                            <a:latin typeface="Cambria Math" panose="02040503050406030204" pitchFamily="18" charset="0"/>
                          </a:rPr>
                          <m:t>𝑐</m:t>
                        </m:r>
                      </m:den>
                    </m:f>
                    <m:r>
                      <a:rPr lang="en-GB" sz="1800" i="1" dirty="0">
                        <a:latin typeface="Cambria Math" panose="02040503050406030204" pitchFamily="18" charset="0"/>
                      </a:rPr>
                      <m:t>&lt;</m:t>
                    </m:r>
                    <m:r>
                      <a:rPr lang="en-GB" sz="1800" i="1" dirty="0">
                        <a:latin typeface="Cambria Math" panose="02040503050406030204" pitchFamily="18" charset="0"/>
                      </a:rPr>
                      <m:t>𝜖</m:t>
                    </m:r>
                  </m:oMath>
                </a14:m>
                <a:r>
                  <a:rPr lang="en-GB" sz="1800" dirty="0"/>
                  <a:t>, where </a:t>
                </a:r>
                <a14:m>
                  <m:oMath xmlns:m="http://schemas.openxmlformats.org/officeDocument/2006/math">
                    <m:r>
                      <a:rPr lang="en-GB" sz="1800" i="1" dirty="0" smtClean="0">
                        <a:latin typeface="Cambria Math" panose="02040503050406030204" pitchFamily="18" charset="0"/>
                      </a:rPr>
                      <m:t>𝜖</m:t>
                    </m:r>
                  </m:oMath>
                </a14:m>
                <a:r>
                  <a:rPr lang="en-GB" sz="1800" dirty="0"/>
                  <a:t> is some sufficiently small number, then </a:t>
                </a:r>
                <a14:m>
                  <m:oMath xmlns:m="http://schemas.openxmlformats.org/officeDocument/2006/math">
                    <m:r>
                      <a:rPr lang="en-GB" sz="1800" i="1" dirty="0" smtClean="0">
                        <a:latin typeface="Cambria Math" panose="02040503050406030204" pitchFamily="18" charset="0"/>
                      </a:rPr>
                      <m:t>𝑐</m:t>
                    </m:r>
                  </m:oMath>
                </a14:m>
                <a:r>
                  <a:rPr lang="en-GB" sz="1800" dirty="0"/>
                  <a:t> is the root of the equation</a:t>
                </a:r>
              </a:p>
              <a:p>
                <a:pPr marL="342900" indent="-342900">
                  <a:buFont typeface="+mj-lt"/>
                  <a:buAutoNum type="arabicPeriod"/>
                </a:pPr>
                <a:r>
                  <a:rPr lang="en-GB" sz="1800" dirty="0"/>
                  <a:t>Otherwise, </a:t>
                </a:r>
                <a14:m>
                  <m:oMath xmlns:m="http://schemas.openxmlformats.org/officeDocument/2006/math">
                    <m:r>
                      <a:rPr lang="en-GB" sz="1800" i="1" dirty="0" smtClean="0">
                        <a:latin typeface="Cambria Math" panose="02040503050406030204" pitchFamily="18" charset="0"/>
                      </a:rPr>
                      <m:t>𝑐</m:t>
                    </m:r>
                  </m:oMath>
                </a14:m>
                <a:r>
                  <a:rPr lang="en-GB" sz="1800" dirty="0"/>
                  <a:t> will replace either </a:t>
                </a:r>
                <a14:m>
                  <m:oMath xmlns:m="http://schemas.openxmlformats.org/officeDocument/2006/math">
                    <m:r>
                      <a:rPr lang="en-GB" sz="1800" i="1" dirty="0" smtClean="0">
                        <a:latin typeface="Cambria Math" panose="02040503050406030204" pitchFamily="18" charset="0"/>
                      </a:rPr>
                      <m:t>𝑎</m:t>
                    </m:r>
                  </m:oMath>
                </a14:m>
                <a:r>
                  <a:rPr lang="en-GB" sz="1800" dirty="0"/>
                  <a:t> or </a:t>
                </a:r>
                <a14:m>
                  <m:oMath xmlns:m="http://schemas.openxmlformats.org/officeDocument/2006/math">
                    <m:r>
                      <a:rPr lang="en-GB" sz="1800" i="1" dirty="0" smtClean="0">
                        <a:latin typeface="Cambria Math" panose="02040503050406030204" pitchFamily="18" charset="0"/>
                      </a:rPr>
                      <m:t>𝑏</m:t>
                    </m:r>
                  </m:oMath>
                </a14:m>
                <a:endParaRPr lang="en-GB" sz="1800" dirty="0"/>
              </a:p>
              <a:p>
                <a:pPr marL="342900" indent="-342900">
                  <a:buFont typeface="+mj-lt"/>
                  <a:buAutoNum type="arabicPeriod"/>
                </a:pPr>
                <a:endParaRPr lang="en-GB" sz="1800" dirty="0"/>
              </a:p>
              <a:p>
                <a:pPr marL="342900" indent="-342900">
                  <a:buFont typeface="+mj-lt"/>
                  <a:buAutoNum type="arabicPeriod"/>
                </a:pPr>
                <a:r>
                  <a:rPr lang="en-GB" sz="1800" dirty="0"/>
                  <a:t>Repeat until we have found the root of the equation</a:t>
                </a:r>
              </a:p>
            </p:txBody>
          </p:sp>
        </mc:Choice>
        <mc:Fallback xmlns="">
          <p:sp>
            <p:nvSpPr>
              <p:cNvPr id="8" name="Content Placeholder 4">
                <a:extLst>
                  <a:ext uri="{FF2B5EF4-FFF2-40B4-BE49-F238E27FC236}">
                    <a16:creationId xmlns:a16="http://schemas.microsoft.com/office/drawing/2014/main" id="{AB5AB131-8DBA-12CE-B9C4-4B5D5B5B1975}"/>
                  </a:ext>
                </a:extLst>
              </p:cNvPr>
              <p:cNvSpPr>
                <a:spLocks noGrp="1" noRot="1" noChangeAspect="1" noMove="1" noResize="1" noEditPoints="1" noAdjustHandles="1" noChangeArrowheads="1" noChangeShapeType="1" noTextEdit="1"/>
              </p:cNvSpPr>
              <p:nvPr>
                <p:ph sz="half" idx="10"/>
              </p:nvPr>
            </p:nvSpPr>
            <p:spPr>
              <a:xfrm>
                <a:off x="417502" y="1838632"/>
                <a:ext cx="11145847" cy="4287848"/>
              </a:xfrm>
              <a:blipFill>
                <a:blip r:embed="rId2"/>
                <a:stretch>
                  <a:fillRect l="-3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5915483-A4B2-4607-8901-31DE85EA2578}"/>
                  </a:ext>
                </a:extLst>
              </p:cNvPr>
              <p:cNvSpPr txBox="1"/>
              <p:nvPr/>
            </p:nvSpPr>
            <p:spPr>
              <a:xfrm>
                <a:off x="5143500" y="4494276"/>
                <a:ext cx="2145074" cy="61786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a:rPr lang="en-GB" i="1" smtClean="0">
                                  <a:latin typeface="Cambria Math" panose="02040503050406030204" pitchFamily="18" charset="0"/>
                                </a:rPr>
                                <m:t>𝑓</m:t>
                              </m:r>
                              <m:d>
                                <m:dPr>
                                  <m:ctrlPr>
                                    <a:rPr lang="en-GB" i="1" smtClean="0">
                                      <a:latin typeface="Cambria Math" panose="02040503050406030204" pitchFamily="18" charset="0"/>
                                    </a:rPr>
                                  </m:ctrlPr>
                                </m:dPr>
                                <m:e>
                                  <m:r>
                                    <a:rPr lang="en-GB" i="1" smtClean="0">
                                      <a:latin typeface="Cambria Math" panose="02040503050406030204" pitchFamily="18" charset="0"/>
                                    </a:rPr>
                                    <m:t>𝑐</m:t>
                                  </m:r>
                                </m:e>
                              </m:d>
                              <m:r>
                                <a:rPr lang="en-GB" i="1" smtClean="0">
                                  <a:latin typeface="Cambria Math" panose="02040503050406030204" pitchFamily="18" charset="0"/>
                                </a:rPr>
                                <m:t>&lt;0:</m:t>
                              </m:r>
                              <m:r>
                                <a:rPr lang="en-GB" b="0" i="1" smtClean="0">
                                  <a:latin typeface="Cambria Math" panose="02040503050406030204" pitchFamily="18" charset="0"/>
                                </a:rPr>
                                <m:t> </m:t>
                              </m:r>
                              <m:r>
                                <a:rPr lang="en-GB" i="1" smtClean="0">
                                  <a:latin typeface="Cambria Math" panose="02040503050406030204" pitchFamily="18" charset="0"/>
                                </a:rPr>
                                <m:t> </m:t>
                              </m:r>
                              <m:r>
                                <m:rPr>
                                  <m:nor/>
                                </m:rPr>
                                <a:rPr lang="en-GB" b="0" i="0" smtClean="0">
                                  <a:latin typeface="Cambria Math" panose="02040503050406030204" pitchFamily="18" charset="0"/>
                                </a:rPr>
                                <m:t>set </m:t>
                              </m:r>
                              <m:r>
                                <a:rPr lang="en-GB" i="1" smtClean="0">
                                  <a:latin typeface="Cambria Math" panose="02040503050406030204" pitchFamily="18" charset="0"/>
                                </a:rPr>
                                <m:t>𝑎</m:t>
                              </m:r>
                              <m:r>
                                <a:rPr lang="en-GB" i="1" smtClean="0">
                                  <a:latin typeface="Cambria Math" panose="02040503050406030204" pitchFamily="18" charset="0"/>
                                </a:rPr>
                                <m:t>=</m:t>
                              </m:r>
                              <m:r>
                                <a:rPr lang="en-GB" i="1" smtClean="0">
                                  <a:latin typeface="Cambria Math" panose="02040503050406030204" pitchFamily="18" charset="0"/>
                                </a:rPr>
                                <m:t>𝑐</m:t>
                              </m:r>
                            </m:e>
                            <m:e>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)&gt;0:  </m:t>
                              </m:r>
                              <m:r>
                                <m:rPr>
                                  <m:nor/>
                                </m:rPr>
                                <a:rPr lang="en-GB" b="0" i="0" smtClean="0">
                                  <a:latin typeface="Cambria Math" panose="02040503050406030204" pitchFamily="18" charset="0"/>
                                </a:rPr>
                                <m:t>set</m:t>
                              </m:r>
                              <m:r>
                                <a:rPr lang="en-GB" b="0" i="1" smtClean="0">
                                  <a:latin typeface="Cambria Math" panose="02040503050406030204" pitchFamily="18" charset="0"/>
                                </a:rPr>
                                <m:t> </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e>
                          </m:eqArr>
                        </m:e>
                      </m:d>
                    </m:oMath>
                  </m:oMathPara>
                </a14:m>
                <a:endParaRPr lang="en-GB" dirty="0"/>
              </a:p>
            </p:txBody>
          </p:sp>
        </mc:Choice>
        <mc:Fallback xmlns="">
          <p:sp>
            <p:nvSpPr>
              <p:cNvPr id="9" name="TextBox 8">
                <a:extLst>
                  <a:ext uri="{FF2B5EF4-FFF2-40B4-BE49-F238E27FC236}">
                    <a16:creationId xmlns:a16="http://schemas.microsoft.com/office/drawing/2014/main" id="{25915483-A4B2-4607-8901-31DE85EA2578}"/>
                  </a:ext>
                </a:extLst>
              </p:cNvPr>
              <p:cNvSpPr txBox="1">
                <a:spLocks noRot="1" noChangeAspect="1" noMove="1" noResize="1" noEditPoints="1" noAdjustHandles="1" noChangeArrowheads="1" noChangeShapeType="1" noTextEdit="1"/>
              </p:cNvSpPr>
              <p:nvPr/>
            </p:nvSpPr>
            <p:spPr>
              <a:xfrm>
                <a:off x="5143500" y="4494276"/>
                <a:ext cx="2145074" cy="617861"/>
              </a:xfrm>
              <a:prstGeom prst="rect">
                <a:avLst/>
              </a:prstGeom>
              <a:blipFill>
                <a:blip r:embed="rId3"/>
                <a:stretch>
                  <a:fillRect/>
                </a:stretch>
              </a:blipFill>
            </p:spPr>
            <p:txBody>
              <a:bodyPr/>
              <a:lstStyle/>
              <a:p>
                <a:r>
                  <a:rPr lang="en-GB">
                    <a:noFill/>
                  </a:rPr>
                  <a:t> </a:t>
                </a:r>
              </a:p>
            </p:txBody>
          </p:sp>
        </mc:Fallback>
      </mc:AlternateContent>
      <p:sp>
        <p:nvSpPr>
          <p:cNvPr id="10" name="TextBox 9">
            <a:extLst>
              <a:ext uri="{FF2B5EF4-FFF2-40B4-BE49-F238E27FC236}">
                <a16:creationId xmlns:a16="http://schemas.microsoft.com/office/drawing/2014/main" id="{38DF64DA-C11C-0E67-9C4F-0F2996354FC2}"/>
              </a:ext>
            </a:extLst>
          </p:cNvPr>
          <p:cNvSpPr txBox="1"/>
          <p:nvPr/>
        </p:nvSpPr>
        <p:spPr>
          <a:xfrm>
            <a:off x="7002217" y="1672354"/>
            <a:ext cx="4148553" cy="923330"/>
          </a:xfrm>
          <a:prstGeom prst="rect">
            <a:avLst/>
          </a:prstGeom>
          <a:noFill/>
          <a:ln>
            <a:solidFill>
              <a:schemeClr val="tx2"/>
            </a:solidFill>
          </a:ln>
        </p:spPr>
        <p:txBody>
          <a:bodyPr wrap="square" rtlCol="0">
            <a:spAutoFit/>
          </a:bodyPr>
          <a:lstStyle/>
          <a:p>
            <a:r>
              <a:rPr lang="en-GB"/>
              <a:t>We have two checks here – the first checks the </a:t>
            </a:r>
            <a:r>
              <a:rPr lang="en-GB" b="1"/>
              <a:t>absolute</a:t>
            </a:r>
            <a:r>
              <a:rPr lang="en-GB"/>
              <a:t> error, and the second the </a:t>
            </a:r>
            <a:r>
              <a:rPr lang="en-GB" b="1"/>
              <a:t>relative </a:t>
            </a:r>
            <a:r>
              <a:rPr lang="en-GB"/>
              <a:t>error</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DCB00E2-5E8E-DB66-6261-4A90725E2035}"/>
                  </a:ext>
                </a:extLst>
              </p:cNvPr>
              <p:cNvSpPr txBox="1"/>
              <p:nvPr/>
            </p:nvSpPr>
            <p:spPr>
              <a:xfrm>
                <a:off x="7488604" y="2781310"/>
                <a:ext cx="4285894" cy="923330"/>
              </a:xfrm>
              <a:prstGeom prst="rect">
                <a:avLst/>
              </a:prstGeom>
              <a:noFill/>
              <a:ln>
                <a:solidFill>
                  <a:schemeClr val="tx2"/>
                </a:solidFill>
              </a:ln>
            </p:spPr>
            <p:txBody>
              <a:bodyPr wrap="square" rtlCol="0">
                <a:spAutoFit/>
              </a:bodyPr>
              <a:lstStyle/>
              <a:p>
                <a:r>
                  <a:rPr lang="en-GB"/>
                  <a:t>Typical values for </a:t>
                </a:r>
                <a14:m>
                  <m:oMath xmlns:m="http://schemas.openxmlformats.org/officeDocument/2006/math">
                    <m:r>
                      <a:rPr lang="en-GB" b="0" i="1" smtClean="0">
                        <a:latin typeface="Cambria Math" panose="02040503050406030204" pitchFamily="18" charset="0"/>
                      </a:rPr>
                      <m:t>𝜖</m:t>
                    </m:r>
                  </m:oMath>
                </a14:m>
                <a:r>
                  <a:rPr lang="en-GB"/>
                  <a:t> are around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10</m:t>
                        </m:r>
                      </m:e>
                      <m:sup>
                        <m:r>
                          <a:rPr lang="en-GB" b="0" i="1" smtClean="0">
                            <a:latin typeface="Cambria Math" panose="02040503050406030204" pitchFamily="18" charset="0"/>
                          </a:rPr>
                          <m:t>−8</m:t>
                        </m:r>
                      </m:sup>
                    </m:sSup>
                  </m:oMath>
                </a14:m>
                <a:r>
                  <a:rPr lang="en-GB"/>
                  <a:t> or smaller, whilst we might have variables of around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10</m:t>
                        </m:r>
                      </m:e>
                      <m:sup>
                        <m:r>
                          <a:rPr lang="en-GB" b="0" i="1" smtClean="0">
                            <a:latin typeface="Cambria Math" panose="02040503050406030204" pitchFamily="18" charset="0"/>
                          </a:rPr>
                          <m:t>8</m:t>
                        </m:r>
                      </m:sup>
                    </m:sSup>
                  </m:oMath>
                </a14:m>
                <a:r>
                  <a:rPr lang="en-GB"/>
                  <a:t>, e.g. pressure in an explosion</a:t>
                </a:r>
              </a:p>
            </p:txBody>
          </p:sp>
        </mc:Choice>
        <mc:Fallback xmlns="">
          <p:sp>
            <p:nvSpPr>
              <p:cNvPr id="11" name="TextBox 10">
                <a:extLst>
                  <a:ext uri="{FF2B5EF4-FFF2-40B4-BE49-F238E27FC236}">
                    <a16:creationId xmlns:a16="http://schemas.microsoft.com/office/drawing/2014/main" id="{ADCB00E2-5E8E-DB66-6261-4A90725E2035}"/>
                  </a:ext>
                </a:extLst>
              </p:cNvPr>
              <p:cNvSpPr txBox="1">
                <a:spLocks noRot="1" noChangeAspect="1" noMove="1" noResize="1" noEditPoints="1" noAdjustHandles="1" noChangeArrowheads="1" noChangeShapeType="1" noTextEdit="1"/>
              </p:cNvSpPr>
              <p:nvPr/>
            </p:nvSpPr>
            <p:spPr>
              <a:xfrm>
                <a:off x="7488604" y="2781310"/>
                <a:ext cx="4285894" cy="923330"/>
              </a:xfrm>
              <a:prstGeom prst="rect">
                <a:avLst/>
              </a:prstGeom>
              <a:blipFill>
                <a:blip r:embed="rId4"/>
                <a:stretch>
                  <a:fillRect l="-992" t="-1948" r="-992" b="-9091"/>
                </a:stretch>
              </a:blipFill>
              <a:ln>
                <a:solidFill>
                  <a:schemeClr val="tx2"/>
                </a:solidFill>
              </a:ln>
            </p:spPr>
            <p:txBody>
              <a:bodyPr/>
              <a:lstStyle/>
              <a:p>
                <a:r>
                  <a:rPr lang="en-GB">
                    <a:noFill/>
                  </a:rPr>
                  <a:t> </a:t>
                </a:r>
              </a:p>
            </p:txBody>
          </p:sp>
        </mc:Fallback>
      </mc:AlternateContent>
      <p:sp>
        <p:nvSpPr>
          <p:cNvPr id="12" name="TextBox 11">
            <a:extLst>
              <a:ext uri="{FF2B5EF4-FFF2-40B4-BE49-F238E27FC236}">
                <a16:creationId xmlns:a16="http://schemas.microsoft.com/office/drawing/2014/main" id="{F2814459-9F09-54AB-D1EB-E3BEB82AC9B9}"/>
              </a:ext>
            </a:extLst>
          </p:cNvPr>
          <p:cNvSpPr txBox="1"/>
          <p:nvPr/>
        </p:nvSpPr>
        <p:spPr>
          <a:xfrm>
            <a:off x="7625945" y="4188807"/>
            <a:ext cx="4148553" cy="923330"/>
          </a:xfrm>
          <a:prstGeom prst="rect">
            <a:avLst/>
          </a:prstGeom>
          <a:noFill/>
          <a:ln>
            <a:solidFill>
              <a:schemeClr val="tx2"/>
            </a:solidFill>
          </a:ln>
        </p:spPr>
        <p:txBody>
          <a:bodyPr wrap="square" rtlCol="0">
            <a:spAutoFit/>
          </a:bodyPr>
          <a:lstStyle/>
          <a:p>
            <a:r>
              <a:rPr lang="en-GB"/>
              <a:t>Computationally, achieving the absolute error might be very challenging, so we use relative error</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AF28343-BCF9-23AC-4F42-97820E301953}"/>
                  </a:ext>
                </a:extLst>
              </p:cNvPr>
              <p:cNvSpPr txBox="1"/>
              <p:nvPr/>
            </p:nvSpPr>
            <p:spPr>
              <a:xfrm>
                <a:off x="7358476" y="5153987"/>
                <a:ext cx="4148553" cy="1200329"/>
              </a:xfrm>
              <a:prstGeom prst="rect">
                <a:avLst/>
              </a:prstGeom>
              <a:noFill/>
              <a:ln>
                <a:solidFill>
                  <a:schemeClr val="tx2"/>
                </a:solidFill>
              </a:ln>
            </p:spPr>
            <p:txBody>
              <a:bodyPr wrap="square" rtlCol="0">
                <a:spAutoFit/>
              </a:bodyPr>
              <a:lstStyle/>
              <a:p>
                <a:r>
                  <a:rPr lang="en-GB"/>
                  <a:t>However, if </a:t>
                </a:r>
                <a14:m>
                  <m:oMath xmlns:m="http://schemas.openxmlformats.org/officeDocument/2006/math">
                    <m:r>
                      <a:rPr lang="en-GB" b="0" i="1" smtClean="0">
                        <a:latin typeface="Cambria Math" panose="02040503050406030204" pitchFamily="18" charset="0"/>
                      </a:rPr>
                      <m:t>𝑐</m:t>
                    </m:r>
                  </m:oMath>
                </a14:m>
                <a:r>
                  <a:rPr lang="en-GB"/>
                  <a:t> is very small, then </a:t>
                </a:r>
                <a14:m>
                  <m:oMath xmlns:m="http://schemas.openxmlformats.org/officeDocument/2006/math">
                    <m:r>
                      <a:rPr lang="en-GB" b="0" i="1" smtClean="0">
                        <a:latin typeface="Cambria Math" panose="02040503050406030204" pitchFamily="18" charset="0"/>
                      </a:rPr>
                      <m:t>1/</m:t>
                    </m:r>
                    <m:r>
                      <a:rPr lang="en-GB" b="0" i="1" smtClean="0">
                        <a:latin typeface="Cambria Math" panose="02040503050406030204" pitchFamily="18" charset="0"/>
                      </a:rPr>
                      <m:t>𝑐</m:t>
                    </m:r>
                  </m:oMath>
                </a14:m>
                <a:r>
                  <a:rPr lang="en-GB"/>
                  <a:t> becomes very large, and this can also be computationally challenging – we need both options</a:t>
                </a:r>
              </a:p>
            </p:txBody>
          </p:sp>
        </mc:Choice>
        <mc:Fallback xmlns="">
          <p:sp>
            <p:nvSpPr>
              <p:cNvPr id="13" name="TextBox 12">
                <a:extLst>
                  <a:ext uri="{FF2B5EF4-FFF2-40B4-BE49-F238E27FC236}">
                    <a16:creationId xmlns:a16="http://schemas.microsoft.com/office/drawing/2014/main" id="{8AF28343-BCF9-23AC-4F42-97820E301953}"/>
                  </a:ext>
                </a:extLst>
              </p:cNvPr>
              <p:cNvSpPr txBox="1">
                <a:spLocks noRot="1" noChangeAspect="1" noMove="1" noResize="1" noEditPoints="1" noAdjustHandles="1" noChangeArrowheads="1" noChangeShapeType="1" noTextEdit="1"/>
              </p:cNvSpPr>
              <p:nvPr/>
            </p:nvSpPr>
            <p:spPr>
              <a:xfrm>
                <a:off x="7358476" y="5153987"/>
                <a:ext cx="4148553" cy="1200329"/>
              </a:xfrm>
              <a:prstGeom prst="rect">
                <a:avLst/>
              </a:prstGeom>
              <a:blipFill>
                <a:blip r:embed="rId5"/>
                <a:stretch>
                  <a:fillRect l="-1025" t="-1508" r="-2196" b="-7035"/>
                </a:stretch>
              </a:blipFill>
              <a:ln>
                <a:solidFill>
                  <a:schemeClr val="tx2"/>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64919B5-C973-7EC0-E7A2-6B5062B3276A}"/>
                  </a:ext>
                </a:extLst>
              </p:cNvPr>
              <p:cNvSpPr txBox="1"/>
              <p:nvPr/>
            </p:nvSpPr>
            <p:spPr>
              <a:xfrm>
                <a:off x="152400" y="5990897"/>
                <a:ext cx="6379779" cy="830997"/>
              </a:xfrm>
              <a:prstGeom prst="rect">
                <a:avLst/>
              </a:prstGeom>
              <a:noFill/>
              <a:ln>
                <a:solidFill>
                  <a:schemeClr val="tx2"/>
                </a:solidFill>
              </a:ln>
            </p:spPr>
            <p:txBody>
              <a:bodyPr wrap="square" rtlCol="0">
                <a:spAutoFit/>
              </a:bodyPr>
              <a:lstStyle/>
              <a:p>
                <a:r>
                  <a:rPr lang="en-GB" sz="1600" dirty="0"/>
                  <a:t>What if </a:t>
                </a:r>
                <a14:m>
                  <m:oMath xmlns:m="http://schemas.openxmlformats.org/officeDocument/2006/math">
                    <m:r>
                      <a:rPr lang="en-GB" sz="1600" b="0" i="1" smtClean="0">
                        <a:latin typeface="Cambria Math" panose="02040503050406030204" pitchFamily="18" charset="0"/>
                      </a:rPr>
                      <m:t>𝑓</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𝑎</m:t>
                        </m:r>
                      </m:e>
                    </m:d>
                    <m:r>
                      <a:rPr lang="en-GB" sz="1600" b="0" i="1" smtClean="0">
                        <a:latin typeface="Cambria Math" panose="02040503050406030204" pitchFamily="18" charset="0"/>
                      </a:rPr>
                      <m:t>&gt;0</m:t>
                    </m:r>
                  </m:oMath>
                </a14:m>
                <a:r>
                  <a:rPr lang="en-GB" sz="1600" dirty="0"/>
                  <a:t> and </a:t>
                </a:r>
                <a14:m>
                  <m:oMath xmlns:m="http://schemas.openxmlformats.org/officeDocument/2006/math">
                    <m:r>
                      <a:rPr lang="en-GB" sz="1600" b="0" i="1" smtClean="0">
                        <a:latin typeface="Cambria Math" panose="02040503050406030204" pitchFamily="18" charset="0"/>
                      </a:rPr>
                      <m:t>𝑓</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𝑏</m:t>
                        </m:r>
                      </m:e>
                    </m:d>
                    <m:r>
                      <a:rPr lang="en-GB" sz="1600" b="0" i="1" smtClean="0">
                        <a:latin typeface="Cambria Math" panose="02040503050406030204" pitchFamily="18" charset="0"/>
                      </a:rPr>
                      <m:t>&lt;0</m:t>
                    </m:r>
                  </m:oMath>
                </a14:m>
                <a:r>
                  <a:rPr lang="en-GB" sz="1600" dirty="0"/>
                  <a:t> at the start?  We switch the logic in step 4.  More generally, if </a:t>
                </a:r>
                <a14:m>
                  <m:oMath xmlns:m="http://schemas.openxmlformats.org/officeDocument/2006/math">
                    <m:r>
                      <a:rPr lang="en-GB" sz="1600" b="0" i="1" smtClean="0">
                        <a:latin typeface="Cambria Math" panose="02040503050406030204" pitchFamily="18" charset="0"/>
                      </a:rPr>
                      <m:t>𝑓</m:t>
                    </m:r>
                    <m:r>
                      <a:rPr lang="en-GB" sz="1600" b="0" i="1" smtClean="0">
                        <a:latin typeface="Cambria Math" panose="02040503050406030204" pitchFamily="18" charset="0"/>
                      </a:rPr>
                      <m:t>(</m:t>
                    </m:r>
                    <m:r>
                      <a:rPr lang="en-GB" sz="1600" b="0" i="1" smtClean="0">
                        <a:latin typeface="Cambria Math" panose="02040503050406030204" pitchFamily="18" charset="0"/>
                      </a:rPr>
                      <m:t>𝑐</m:t>
                    </m:r>
                    <m:r>
                      <a:rPr lang="en-GB" sz="1600" b="0" i="1" smtClean="0">
                        <a:latin typeface="Cambria Math" panose="02040503050406030204" pitchFamily="18" charset="0"/>
                      </a:rPr>
                      <m:t>)</m:t>
                    </m:r>
                  </m:oMath>
                </a14:m>
                <a:r>
                  <a:rPr lang="en-GB" sz="1600" dirty="0"/>
                  <a:t> and </a:t>
                </a:r>
                <a14:m>
                  <m:oMath xmlns:m="http://schemas.openxmlformats.org/officeDocument/2006/math">
                    <m:r>
                      <a:rPr lang="en-GB" sz="1600" b="0" i="1" smtClean="0">
                        <a:latin typeface="Cambria Math" panose="02040503050406030204" pitchFamily="18" charset="0"/>
                      </a:rPr>
                      <m:t>𝑓</m:t>
                    </m:r>
                    <m:r>
                      <a:rPr lang="en-GB" sz="1600" b="0" i="1" smtClean="0">
                        <a:latin typeface="Cambria Math" panose="02040503050406030204" pitchFamily="18" charset="0"/>
                      </a:rPr>
                      <m:t>(</m:t>
                    </m:r>
                    <m:r>
                      <a:rPr lang="en-GB" sz="1600" b="0" i="1" smtClean="0">
                        <a:latin typeface="Cambria Math" panose="02040503050406030204" pitchFamily="18" charset="0"/>
                      </a:rPr>
                      <m:t>𝑎</m:t>
                    </m:r>
                    <m:r>
                      <a:rPr lang="en-GB" sz="1600" b="0" i="1" smtClean="0">
                        <a:latin typeface="Cambria Math" panose="02040503050406030204" pitchFamily="18" charset="0"/>
                      </a:rPr>
                      <m:t>)</m:t>
                    </m:r>
                  </m:oMath>
                </a14:m>
                <a:r>
                  <a:rPr lang="en-GB" sz="1600" dirty="0"/>
                  <a:t> have </a:t>
                </a:r>
                <a:r>
                  <a:rPr lang="en-GB" sz="1600" b="1" dirty="0"/>
                  <a:t>the same sign</a:t>
                </a:r>
                <a:r>
                  <a:rPr lang="en-GB" sz="1600" dirty="0"/>
                  <a:t>, then we set </a:t>
                </a:r>
                <a14:m>
                  <m:oMath xmlns:m="http://schemas.openxmlformats.org/officeDocument/2006/math">
                    <m:r>
                      <a:rPr lang="en-GB" sz="1600" b="0" i="1" smtClean="0">
                        <a:latin typeface="Cambria Math" panose="02040503050406030204" pitchFamily="18" charset="0"/>
                      </a:rPr>
                      <m:t>𝑎</m:t>
                    </m:r>
                    <m:r>
                      <a:rPr lang="en-GB" sz="1600" b="0" i="1" smtClean="0">
                        <a:latin typeface="Cambria Math" panose="02040503050406030204" pitchFamily="18" charset="0"/>
                      </a:rPr>
                      <m:t>=</m:t>
                    </m:r>
                    <m:r>
                      <a:rPr lang="en-GB" sz="1600" b="0" i="1" smtClean="0">
                        <a:latin typeface="Cambria Math" panose="02040503050406030204" pitchFamily="18" charset="0"/>
                      </a:rPr>
                      <m:t>𝑐</m:t>
                    </m:r>
                  </m:oMath>
                </a14:m>
                <a:r>
                  <a:rPr lang="en-GB" sz="1600" dirty="0"/>
                  <a:t>, and if </a:t>
                </a:r>
                <a14:m>
                  <m:oMath xmlns:m="http://schemas.openxmlformats.org/officeDocument/2006/math">
                    <m:r>
                      <a:rPr lang="en-GB" sz="1600" b="0" i="1" smtClean="0">
                        <a:latin typeface="Cambria Math" panose="02040503050406030204" pitchFamily="18" charset="0"/>
                      </a:rPr>
                      <m:t>𝑓</m:t>
                    </m:r>
                    <m:r>
                      <a:rPr lang="en-GB" sz="1600" b="0" i="1" smtClean="0">
                        <a:latin typeface="Cambria Math" panose="02040503050406030204" pitchFamily="18" charset="0"/>
                      </a:rPr>
                      <m:t>(</m:t>
                    </m:r>
                    <m:r>
                      <a:rPr lang="en-GB" sz="1600" b="0" i="1" smtClean="0">
                        <a:latin typeface="Cambria Math" panose="02040503050406030204" pitchFamily="18" charset="0"/>
                      </a:rPr>
                      <m:t>𝑐</m:t>
                    </m:r>
                    <m:r>
                      <a:rPr lang="en-GB" sz="1600" b="0" i="1" smtClean="0">
                        <a:latin typeface="Cambria Math" panose="02040503050406030204" pitchFamily="18" charset="0"/>
                      </a:rPr>
                      <m:t>)</m:t>
                    </m:r>
                  </m:oMath>
                </a14:m>
                <a:r>
                  <a:rPr lang="en-GB" sz="1600" dirty="0"/>
                  <a:t> and </a:t>
                </a:r>
                <a14:m>
                  <m:oMath xmlns:m="http://schemas.openxmlformats.org/officeDocument/2006/math">
                    <m:r>
                      <a:rPr lang="en-GB" sz="1600" b="0" i="1" smtClean="0">
                        <a:latin typeface="Cambria Math" panose="02040503050406030204" pitchFamily="18" charset="0"/>
                      </a:rPr>
                      <m:t>𝑓</m:t>
                    </m:r>
                    <m:r>
                      <a:rPr lang="en-GB" sz="1600" b="0" i="1" smtClean="0">
                        <a:latin typeface="Cambria Math" panose="02040503050406030204" pitchFamily="18" charset="0"/>
                      </a:rPr>
                      <m:t>(</m:t>
                    </m:r>
                    <m:r>
                      <a:rPr lang="en-GB" sz="1600" b="0" i="1" smtClean="0">
                        <a:latin typeface="Cambria Math" panose="02040503050406030204" pitchFamily="18" charset="0"/>
                      </a:rPr>
                      <m:t>𝑏</m:t>
                    </m:r>
                    <m:r>
                      <a:rPr lang="en-GB" sz="1600" b="0" i="1" smtClean="0">
                        <a:latin typeface="Cambria Math" panose="02040503050406030204" pitchFamily="18" charset="0"/>
                      </a:rPr>
                      <m:t>)</m:t>
                    </m:r>
                  </m:oMath>
                </a14:m>
                <a:r>
                  <a:rPr lang="en-GB" sz="1600" dirty="0"/>
                  <a:t> have </a:t>
                </a:r>
                <a:r>
                  <a:rPr lang="en-GB" sz="1600" b="1" dirty="0"/>
                  <a:t>the same sign</a:t>
                </a:r>
                <a:r>
                  <a:rPr lang="en-GB" sz="1600" dirty="0"/>
                  <a:t>, we set </a:t>
                </a:r>
                <a14:m>
                  <m:oMath xmlns:m="http://schemas.openxmlformats.org/officeDocument/2006/math">
                    <m:r>
                      <a:rPr lang="en-GB" sz="1600" b="0" i="1" smtClean="0">
                        <a:latin typeface="Cambria Math" panose="02040503050406030204" pitchFamily="18" charset="0"/>
                      </a:rPr>
                      <m:t>𝑏</m:t>
                    </m:r>
                    <m:r>
                      <a:rPr lang="en-GB" sz="1600" b="0" i="1" smtClean="0">
                        <a:latin typeface="Cambria Math" panose="02040503050406030204" pitchFamily="18" charset="0"/>
                      </a:rPr>
                      <m:t>=</m:t>
                    </m:r>
                    <m:r>
                      <a:rPr lang="en-GB" sz="1600" b="0" i="1" smtClean="0">
                        <a:latin typeface="Cambria Math" panose="02040503050406030204" pitchFamily="18" charset="0"/>
                      </a:rPr>
                      <m:t>𝑐</m:t>
                    </m:r>
                  </m:oMath>
                </a14:m>
                <a:endParaRPr lang="en-GB" sz="1600" dirty="0"/>
              </a:p>
            </p:txBody>
          </p:sp>
        </mc:Choice>
        <mc:Fallback xmlns="">
          <p:sp>
            <p:nvSpPr>
              <p:cNvPr id="14" name="TextBox 13">
                <a:extLst>
                  <a:ext uri="{FF2B5EF4-FFF2-40B4-BE49-F238E27FC236}">
                    <a16:creationId xmlns:a16="http://schemas.microsoft.com/office/drawing/2014/main" id="{264919B5-C973-7EC0-E7A2-6B5062B3276A}"/>
                  </a:ext>
                </a:extLst>
              </p:cNvPr>
              <p:cNvSpPr txBox="1">
                <a:spLocks noRot="1" noChangeAspect="1" noMove="1" noResize="1" noEditPoints="1" noAdjustHandles="1" noChangeArrowheads="1" noChangeShapeType="1" noTextEdit="1"/>
              </p:cNvSpPr>
              <p:nvPr/>
            </p:nvSpPr>
            <p:spPr>
              <a:xfrm>
                <a:off x="152400" y="5990897"/>
                <a:ext cx="6379779" cy="830997"/>
              </a:xfrm>
              <a:prstGeom prst="rect">
                <a:avLst/>
              </a:prstGeom>
              <a:blipFill>
                <a:blip r:embed="rId6"/>
                <a:stretch>
                  <a:fillRect l="-381" t="-1449" b="-7971"/>
                </a:stretch>
              </a:blipFill>
              <a:ln>
                <a:solidFill>
                  <a:schemeClr val="tx2"/>
                </a:solidFill>
              </a:ln>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4" end="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9" grpId="0"/>
      <p:bldP spid="10" grpId="0" animBg="1"/>
      <p:bldP spid="11" grpId="0" animBg="1"/>
      <p:bldP spid="12" grpId="0" animBg="1"/>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F8991-CEE8-4474-D36C-E36E8B6DDA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C04A5EA-139C-308F-113B-287BEF55C1DF}"/>
              </a:ext>
            </a:extLst>
          </p:cNvPr>
          <p:cNvSpPr>
            <a:spLocks noGrp="1"/>
          </p:cNvSpPr>
          <p:nvPr>
            <p:ph type="title"/>
          </p:nvPr>
        </p:nvSpPr>
        <p:spPr/>
        <p:txBody>
          <a:bodyPr/>
          <a:lstStyle/>
          <a:p>
            <a:r>
              <a:rPr lang="en-GB"/>
              <a:t>Bisection method – an example</a:t>
            </a:r>
          </a:p>
        </p:txBody>
      </p:sp>
      <p:pic>
        <p:nvPicPr>
          <p:cNvPr id="9" name="Picture 8">
            <a:extLst>
              <a:ext uri="{FF2B5EF4-FFF2-40B4-BE49-F238E27FC236}">
                <a16:creationId xmlns:a16="http://schemas.microsoft.com/office/drawing/2014/main" id="{558D5A64-6C4F-57B6-3C69-ECE6E80A3559}"/>
              </a:ext>
            </a:extLst>
          </p:cNvPr>
          <p:cNvPicPr>
            <a:picLocks noChangeAspect="1"/>
          </p:cNvPicPr>
          <p:nvPr/>
        </p:nvPicPr>
        <p:blipFill>
          <a:blip r:embed="rId2"/>
          <a:stretch>
            <a:fillRect/>
          </a:stretch>
        </p:blipFill>
        <p:spPr>
          <a:xfrm>
            <a:off x="3003938" y="1775735"/>
            <a:ext cx="5763429" cy="4239217"/>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D0DDAFC-EEA9-EB9F-5451-6E227980BDBC}"/>
                  </a:ext>
                </a:extLst>
              </p:cNvPr>
              <p:cNvSpPr txBox="1"/>
              <p:nvPr/>
            </p:nvSpPr>
            <p:spPr>
              <a:xfrm>
                <a:off x="8966030" y="1976086"/>
                <a:ext cx="2957991" cy="646331"/>
              </a:xfrm>
              <a:prstGeom prst="rect">
                <a:avLst/>
              </a:prstGeom>
              <a:noFill/>
            </p:spPr>
            <p:txBody>
              <a:bodyPr wrap="square" rtlCol="0">
                <a:spAutoFit/>
              </a:bodyPr>
              <a:lstStyle/>
              <a:p>
                <a:r>
                  <a:rPr lang="en-GB"/>
                  <a:t>We find that </a:t>
                </a:r>
                <a14:m>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0</m:t>
                        </m:r>
                      </m:e>
                    </m:d>
                    <m:r>
                      <a:rPr lang="en-GB" b="0" i="1" smtClean="0">
                        <a:latin typeface="Cambria Math" panose="02040503050406030204" pitchFamily="18" charset="0"/>
                      </a:rPr>
                      <m:t>=−4</m:t>
                    </m:r>
                    <m:r>
                      <a:rPr lang="en-GB" b="0" i="0" smtClean="0">
                        <a:latin typeface="Cambria Math" panose="02040503050406030204" pitchFamily="18" charset="0"/>
                      </a:rPr>
                      <m:t>&lt;0</m:t>
                    </m:r>
                  </m:oMath>
                </a14:m>
                <a:r>
                  <a:rPr lang="en-GB"/>
                  <a:t> and </a:t>
                </a:r>
                <a14:m>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2</m:t>
                        </m:r>
                      </m:e>
                    </m:d>
                    <m:r>
                      <a:rPr lang="en-GB" b="0" i="1" smtClean="0">
                        <a:latin typeface="Cambria Math" panose="02040503050406030204" pitchFamily="18" charset="0"/>
                      </a:rPr>
                      <m:t>=4&gt;0</m:t>
                    </m:r>
                  </m:oMath>
                </a14:m>
                <a:endParaRPr lang="en-GB"/>
              </a:p>
            </p:txBody>
          </p:sp>
        </mc:Choice>
        <mc:Fallback xmlns="">
          <p:sp>
            <p:nvSpPr>
              <p:cNvPr id="2" name="TextBox 1">
                <a:extLst>
                  <a:ext uri="{FF2B5EF4-FFF2-40B4-BE49-F238E27FC236}">
                    <a16:creationId xmlns:a16="http://schemas.microsoft.com/office/drawing/2014/main" id="{FD0DDAFC-EEA9-EB9F-5451-6E227980BDBC}"/>
                  </a:ext>
                </a:extLst>
              </p:cNvPr>
              <p:cNvSpPr txBox="1">
                <a:spLocks noRot="1" noChangeAspect="1" noMove="1" noResize="1" noEditPoints="1" noAdjustHandles="1" noChangeArrowheads="1" noChangeShapeType="1" noTextEdit="1"/>
              </p:cNvSpPr>
              <p:nvPr/>
            </p:nvSpPr>
            <p:spPr>
              <a:xfrm>
                <a:off x="8966030" y="1976086"/>
                <a:ext cx="2957991" cy="646331"/>
              </a:xfrm>
              <a:prstGeom prst="rect">
                <a:avLst/>
              </a:prstGeom>
              <a:blipFill>
                <a:blip r:embed="rId4"/>
                <a:stretch>
                  <a:fillRect l="-1856"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C81608C-9822-EDA9-0715-8E7CA4D4A8A3}"/>
                  </a:ext>
                </a:extLst>
              </p:cNvPr>
              <p:cNvSpPr txBox="1"/>
              <p:nvPr/>
            </p:nvSpPr>
            <p:spPr>
              <a:xfrm>
                <a:off x="8892387" y="3050046"/>
                <a:ext cx="2804569" cy="369332"/>
              </a:xfrm>
              <a:prstGeom prst="rect">
                <a:avLst/>
              </a:prstGeom>
              <a:noFill/>
            </p:spPr>
            <p:txBody>
              <a:bodyPr wrap="square" rtlCol="0">
                <a:spAutoFit/>
              </a:bodyPr>
              <a:lstStyle/>
              <a:p>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=0, </m:t>
                    </m:r>
                    <m:r>
                      <a:rPr lang="en-GB" b="0" i="1" smtClean="0">
                        <a:latin typeface="Cambria Math" panose="02040503050406030204" pitchFamily="18" charset="0"/>
                      </a:rPr>
                      <m:t>𝑏</m:t>
                    </m:r>
                    <m:r>
                      <a:rPr lang="en-GB" b="0" i="1" smtClean="0">
                        <a:latin typeface="Cambria Math" panose="02040503050406030204" pitchFamily="18" charset="0"/>
                      </a:rPr>
                      <m:t>=2</m:t>
                    </m:r>
                  </m:oMath>
                </a14:m>
                <a:r>
                  <a:rPr lang="en-GB"/>
                  <a:t> so </a:t>
                </a:r>
                <a14:m>
                  <m:oMath xmlns:m="http://schemas.openxmlformats.org/officeDocument/2006/math">
                    <m:r>
                      <a:rPr lang="en-GB" b="0" i="1" smtClean="0">
                        <a:latin typeface="Cambria Math" panose="02040503050406030204" pitchFamily="18" charset="0"/>
                      </a:rPr>
                      <m:t>𝑐</m:t>
                    </m:r>
                    <m:r>
                      <a:rPr lang="en-GB" b="0" i="1" smtClean="0">
                        <a:latin typeface="Cambria Math" panose="02040503050406030204" pitchFamily="18" charset="0"/>
                      </a:rPr>
                      <m:t>=1</m:t>
                    </m:r>
                  </m:oMath>
                </a14:m>
                <a:endParaRPr lang="en-GB"/>
              </a:p>
            </p:txBody>
          </p:sp>
        </mc:Choice>
        <mc:Fallback xmlns="">
          <p:sp>
            <p:nvSpPr>
              <p:cNvPr id="4" name="TextBox 3">
                <a:extLst>
                  <a:ext uri="{FF2B5EF4-FFF2-40B4-BE49-F238E27FC236}">
                    <a16:creationId xmlns:a16="http://schemas.microsoft.com/office/drawing/2014/main" id="{5C81608C-9822-EDA9-0715-8E7CA4D4A8A3}"/>
                  </a:ext>
                </a:extLst>
              </p:cNvPr>
              <p:cNvSpPr txBox="1">
                <a:spLocks noRot="1" noChangeAspect="1" noMove="1" noResize="1" noEditPoints="1" noAdjustHandles="1" noChangeArrowheads="1" noChangeShapeType="1" noTextEdit="1"/>
              </p:cNvSpPr>
              <p:nvPr/>
            </p:nvSpPr>
            <p:spPr>
              <a:xfrm>
                <a:off x="8892387" y="3050046"/>
                <a:ext cx="2804569" cy="369332"/>
              </a:xfrm>
              <a:prstGeom prst="rect">
                <a:avLst/>
              </a:prstGeom>
              <a:blipFill>
                <a:blip r:embed="rId5"/>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4A30043-6198-19E2-33E9-FD8D2F5533BA}"/>
                  </a:ext>
                </a:extLst>
              </p:cNvPr>
              <p:cNvSpPr txBox="1"/>
              <p:nvPr/>
            </p:nvSpPr>
            <p:spPr>
              <a:xfrm>
                <a:off x="655845" y="2790744"/>
                <a:ext cx="1358962" cy="518604"/>
              </a:xfrm>
              <a:prstGeom prst="rect">
                <a:avLst/>
              </a:prstGeom>
              <a:noFill/>
            </p:spPr>
            <p:txBody>
              <a:bodyPr wrap="none" lIns="0" tIns="0" rIns="0" bIns="0" rtlCol="0">
                <a:spAutoFit/>
              </a:bodyPr>
              <a:lstStyle/>
              <a:p>
                <a:pPr/>
                <a14:m>
                  <m:oMathPara xmlns:m="http://schemas.openxmlformats.org/officeDocument/2006/math">
                    <m:oMath>
                      <m:r>
                        <a:rPr lang="en-GB" i="1" dirty="0">
                          <a:latin typeface="Cambria Math" panose="02040503050406030204" pitchFamily="18" charset="0"/>
                        </a:rPr>
                        <m:t>𝑐</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1</m:t>
                          </m:r>
                        </m:num>
                        <m:den>
                          <m:r>
                            <a:rPr lang="en-GB" i="1" dirty="0">
                              <a:latin typeface="Cambria Math" panose="02040503050406030204" pitchFamily="18" charset="0"/>
                            </a:rPr>
                            <m:t>2</m:t>
                          </m:r>
                        </m:den>
                      </m:f>
                      <m:d>
                        <m:dPr>
                          <m:ctrlPr>
                            <a:rPr lang="en-GB" i="1" dirty="0">
                              <a:latin typeface="Cambria Math" panose="02040503050406030204" pitchFamily="18" charset="0"/>
                            </a:rPr>
                          </m:ctrlPr>
                        </m:dPr>
                        <m:e>
                          <m:r>
                            <a:rPr lang="en-GB" i="1" dirty="0">
                              <a:latin typeface="Cambria Math" panose="02040503050406030204" pitchFamily="18" charset="0"/>
                            </a:rPr>
                            <m:t>𝑎</m:t>
                          </m:r>
                          <m:r>
                            <a:rPr lang="en-GB" i="1" dirty="0">
                              <a:latin typeface="Cambria Math" panose="02040503050406030204" pitchFamily="18" charset="0"/>
                            </a:rPr>
                            <m:t>+</m:t>
                          </m:r>
                          <m:r>
                            <a:rPr lang="en-GB" i="1" dirty="0">
                              <a:latin typeface="Cambria Math" panose="02040503050406030204" pitchFamily="18" charset="0"/>
                            </a:rPr>
                            <m:t>𝑏</m:t>
                          </m:r>
                        </m:e>
                      </m:d>
                    </m:oMath>
                  </m:oMathPara>
                </a14:m>
                <a:endParaRPr lang="en-GB"/>
              </a:p>
            </p:txBody>
          </p:sp>
        </mc:Choice>
        <mc:Fallback xmlns="">
          <p:sp>
            <p:nvSpPr>
              <p:cNvPr id="5" name="TextBox 4">
                <a:extLst>
                  <a:ext uri="{FF2B5EF4-FFF2-40B4-BE49-F238E27FC236}">
                    <a16:creationId xmlns:a16="http://schemas.microsoft.com/office/drawing/2014/main" id="{24A30043-6198-19E2-33E9-FD8D2F5533BA}"/>
                  </a:ext>
                </a:extLst>
              </p:cNvPr>
              <p:cNvSpPr txBox="1">
                <a:spLocks noRot="1" noChangeAspect="1" noMove="1" noResize="1" noEditPoints="1" noAdjustHandles="1" noChangeArrowheads="1" noChangeShapeType="1" noTextEdit="1"/>
              </p:cNvSpPr>
              <p:nvPr/>
            </p:nvSpPr>
            <p:spPr>
              <a:xfrm>
                <a:off x="655845" y="2790744"/>
                <a:ext cx="1358962" cy="51860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559B371-01F8-192E-0BBF-F9E0D4DCC874}"/>
                  </a:ext>
                </a:extLst>
              </p:cNvPr>
              <p:cNvSpPr txBox="1"/>
              <p:nvPr/>
            </p:nvSpPr>
            <p:spPr>
              <a:xfrm>
                <a:off x="364299" y="3668163"/>
                <a:ext cx="2145074" cy="61786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a:rPr lang="en-GB" i="1" smtClean="0">
                                  <a:latin typeface="Cambria Math" panose="02040503050406030204" pitchFamily="18" charset="0"/>
                                </a:rPr>
                                <m:t>𝑓</m:t>
                              </m:r>
                              <m:d>
                                <m:dPr>
                                  <m:ctrlPr>
                                    <a:rPr lang="en-GB" i="1" smtClean="0">
                                      <a:latin typeface="Cambria Math" panose="02040503050406030204" pitchFamily="18" charset="0"/>
                                    </a:rPr>
                                  </m:ctrlPr>
                                </m:dPr>
                                <m:e>
                                  <m:r>
                                    <a:rPr lang="en-GB" i="1" smtClean="0">
                                      <a:latin typeface="Cambria Math" panose="02040503050406030204" pitchFamily="18" charset="0"/>
                                    </a:rPr>
                                    <m:t>𝑐</m:t>
                                  </m:r>
                                </m:e>
                              </m:d>
                              <m:r>
                                <a:rPr lang="en-GB" i="1" smtClean="0">
                                  <a:latin typeface="Cambria Math" panose="02040503050406030204" pitchFamily="18" charset="0"/>
                                </a:rPr>
                                <m:t>&lt;0:</m:t>
                              </m:r>
                              <m:r>
                                <a:rPr lang="en-GB" b="0" i="1" smtClean="0">
                                  <a:latin typeface="Cambria Math" panose="02040503050406030204" pitchFamily="18" charset="0"/>
                                </a:rPr>
                                <m:t> </m:t>
                              </m:r>
                              <m:r>
                                <a:rPr lang="en-GB" i="1" smtClean="0">
                                  <a:latin typeface="Cambria Math" panose="02040503050406030204" pitchFamily="18" charset="0"/>
                                </a:rPr>
                                <m:t> </m:t>
                              </m:r>
                              <m:r>
                                <m:rPr>
                                  <m:nor/>
                                </m:rPr>
                                <a:rPr lang="en-GB" b="0" i="0" smtClean="0">
                                  <a:latin typeface="Cambria Math" panose="02040503050406030204" pitchFamily="18" charset="0"/>
                                </a:rPr>
                                <m:t>set </m:t>
                              </m:r>
                              <m:r>
                                <a:rPr lang="en-GB" i="1" smtClean="0">
                                  <a:latin typeface="Cambria Math" panose="02040503050406030204" pitchFamily="18" charset="0"/>
                                </a:rPr>
                                <m:t>𝑎</m:t>
                              </m:r>
                              <m:r>
                                <a:rPr lang="en-GB" i="1" smtClean="0">
                                  <a:latin typeface="Cambria Math" panose="02040503050406030204" pitchFamily="18" charset="0"/>
                                </a:rPr>
                                <m:t>=</m:t>
                              </m:r>
                              <m:r>
                                <a:rPr lang="en-GB" i="1" smtClean="0">
                                  <a:latin typeface="Cambria Math" panose="02040503050406030204" pitchFamily="18" charset="0"/>
                                </a:rPr>
                                <m:t>𝑐</m:t>
                              </m:r>
                            </m:e>
                            <m:e>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)&gt;0:  </m:t>
                              </m:r>
                              <m:r>
                                <m:rPr>
                                  <m:nor/>
                                </m:rPr>
                                <a:rPr lang="en-GB" b="0" i="0" smtClean="0">
                                  <a:latin typeface="Cambria Math" panose="02040503050406030204" pitchFamily="18" charset="0"/>
                                </a:rPr>
                                <m:t>set</m:t>
                              </m:r>
                              <m:r>
                                <a:rPr lang="en-GB" b="0" i="1" smtClean="0">
                                  <a:latin typeface="Cambria Math" panose="02040503050406030204" pitchFamily="18" charset="0"/>
                                </a:rPr>
                                <m:t> </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e>
                          </m:eqArr>
                        </m:e>
                      </m:d>
                    </m:oMath>
                  </m:oMathPara>
                </a14:m>
                <a:endParaRPr lang="en-GB" dirty="0"/>
              </a:p>
            </p:txBody>
          </p:sp>
        </mc:Choice>
        <mc:Fallback xmlns="">
          <p:sp>
            <p:nvSpPr>
              <p:cNvPr id="7" name="TextBox 6">
                <a:extLst>
                  <a:ext uri="{FF2B5EF4-FFF2-40B4-BE49-F238E27FC236}">
                    <a16:creationId xmlns:a16="http://schemas.microsoft.com/office/drawing/2014/main" id="{B559B371-01F8-192E-0BBF-F9E0D4DCC874}"/>
                  </a:ext>
                </a:extLst>
              </p:cNvPr>
              <p:cNvSpPr txBox="1">
                <a:spLocks noRot="1" noChangeAspect="1" noMove="1" noResize="1" noEditPoints="1" noAdjustHandles="1" noChangeArrowheads="1" noChangeShapeType="1" noTextEdit="1"/>
              </p:cNvSpPr>
              <p:nvPr/>
            </p:nvSpPr>
            <p:spPr>
              <a:xfrm>
                <a:off x="364299" y="3668163"/>
                <a:ext cx="2145074" cy="617861"/>
              </a:xfrm>
              <a:prstGeom prst="rect">
                <a:avLst/>
              </a:prstGeom>
              <a:blipFill>
                <a:blip r:embed="rId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06316882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BC286-D3E7-082C-64FE-AB094661612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DEB826-CF14-314D-894F-FB7D371FF8D4}"/>
              </a:ext>
            </a:extLst>
          </p:cNvPr>
          <p:cNvSpPr>
            <a:spLocks noGrp="1"/>
          </p:cNvSpPr>
          <p:nvPr>
            <p:ph type="title"/>
          </p:nvPr>
        </p:nvSpPr>
        <p:spPr/>
        <p:txBody>
          <a:bodyPr/>
          <a:lstStyle/>
          <a:p>
            <a:r>
              <a:rPr lang="en-GB"/>
              <a:t>Bisection method</a:t>
            </a:r>
          </a:p>
        </p:txBody>
      </p:sp>
      <p:pic>
        <p:nvPicPr>
          <p:cNvPr id="9" name="Picture 8">
            <a:extLst>
              <a:ext uri="{FF2B5EF4-FFF2-40B4-BE49-F238E27FC236}">
                <a16:creationId xmlns:a16="http://schemas.microsoft.com/office/drawing/2014/main" id="{542D5162-D8FE-9E18-0BEC-9B028443CD9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03938" y="1921995"/>
            <a:ext cx="5763429" cy="3946696"/>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840139C-C01B-0E2D-F392-C76CD834BEB7}"/>
                  </a:ext>
                </a:extLst>
              </p:cNvPr>
              <p:cNvSpPr txBox="1"/>
              <p:nvPr/>
            </p:nvSpPr>
            <p:spPr>
              <a:xfrm>
                <a:off x="8892387" y="3050046"/>
                <a:ext cx="2804569" cy="369332"/>
              </a:xfrm>
              <a:prstGeom prst="rect">
                <a:avLst/>
              </a:prstGeom>
              <a:noFill/>
            </p:spPr>
            <p:txBody>
              <a:bodyPr wrap="square" rtlCol="0">
                <a:spAutoFit/>
              </a:bodyPr>
              <a:lstStyle/>
              <a:p>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=0, </m:t>
                    </m:r>
                    <m:r>
                      <a:rPr lang="en-GB" b="0" i="1" smtClean="0">
                        <a:latin typeface="Cambria Math" panose="02040503050406030204" pitchFamily="18" charset="0"/>
                      </a:rPr>
                      <m:t>𝑏</m:t>
                    </m:r>
                    <m:r>
                      <a:rPr lang="en-GB" b="0" i="1" smtClean="0">
                        <a:latin typeface="Cambria Math" panose="02040503050406030204" pitchFamily="18" charset="0"/>
                      </a:rPr>
                      <m:t>=2</m:t>
                    </m:r>
                  </m:oMath>
                </a14:m>
                <a:r>
                  <a:rPr lang="en-GB"/>
                  <a:t> so </a:t>
                </a:r>
                <a14:m>
                  <m:oMath xmlns:m="http://schemas.openxmlformats.org/officeDocument/2006/math">
                    <m:r>
                      <a:rPr lang="en-GB" b="0" i="1" smtClean="0">
                        <a:latin typeface="Cambria Math" panose="02040503050406030204" pitchFamily="18" charset="0"/>
                      </a:rPr>
                      <m:t>𝑐</m:t>
                    </m:r>
                    <m:r>
                      <a:rPr lang="en-GB" b="0" i="1" smtClean="0">
                        <a:latin typeface="Cambria Math" panose="02040503050406030204" pitchFamily="18" charset="0"/>
                      </a:rPr>
                      <m:t>=1</m:t>
                    </m:r>
                  </m:oMath>
                </a14:m>
                <a:endParaRPr lang="en-GB"/>
              </a:p>
            </p:txBody>
          </p:sp>
        </mc:Choice>
        <mc:Fallback xmlns="">
          <p:sp>
            <p:nvSpPr>
              <p:cNvPr id="2" name="TextBox 1">
                <a:extLst>
                  <a:ext uri="{FF2B5EF4-FFF2-40B4-BE49-F238E27FC236}">
                    <a16:creationId xmlns:a16="http://schemas.microsoft.com/office/drawing/2014/main" id="{3840139C-C01B-0E2D-F392-C76CD834BEB7}"/>
                  </a:ext>
                </a:extLst>
              </p:cNvPr>
              <p:cNvSpPr txBox="1">
                <a:spLocks noRot="1" noChangeAspect="1" noMove="1" noResize="1" noEditPoints="1" noAdjustHandles="1" noChangeArrowheads="1" noChangeShapeType="1" noTextEdit="1"/>
              </p:cNvSpPr>
              <p:nvPr/>
            </p:nvSpPr>
            <p:spPr>
              <a:xfrm>
                <a:off x="8892387" y="3050046"/>
                <a:ext cx="2804569" cy="369332"/>
              </a:xfrm>
              <a:prstGeom prst="rect">
                <a:avLst/>
              </a:prstGeom>
              <a:blipFill>
                <a:blip r:embed="rId4"/>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AB617B9-1DEE-758F-D7E9-8BBB22B3F738}"/>
                  </a:ext>
                </a:extLst>
              </p:cNvPr>
              <p:cNvSpPr txBox="1"/>
              <p:nvPr/>
            </p:nvSpPr>
            <p:spPr>
              <a:xfrm>
                <a:off x="8892386" y="3783884"/>
                <a:ext cx="2804569" cy="369332"/>
              </a:xfrm>
              <a:prstGeom prst="rect">
                <a:avLst/>
              </a:prstGeom>
              <a:noFill/>
            </p:spPr>
            <p:txBody>
              <a:bodyPr wrap="square" rtlCol="0">
                <a:spAutoFit/>
              </a:bodyPr>
              <a:lstStyle/>
              <a:p>
                <a14:m>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1</m:t>
                        </m:r>
                      </m:e>
                    </m:d>
                    <m:r>
                      <a:rPr lang="en-GB" b="0" i="1" smtClean="0">
                        <a:latin typeface="Cambria Math" panose="02040503050406030204" pitchFamily="18" charset="0"/>
                      </a:rPr>
                      <m:t>&lt;0</m:t>
                    </m:r>
                  </m:oMath>
                </a14:m>
                <a:r>
                  <a:rPr lang="en-GB"/>
                  <a:t> so we replace </a:t>
                </a:r>
                <a14:m>
                  <m:oMath xmlns:m="http://schemas.openxmlformats.org/officeDocument/2006/math">
                    <m:r>
                      <a:rPr lang="en-GB" b="0" i="1" smtClean="0">
                        <a:latin typeface="Cambria Math" panose="02040503050406030204" pitchFamily="18" charset="0"/>
                      </a:rPr>
                      <m:t>𝑎</m:t>
                    </m:r>
                  </m:oMath>
                </a14:m>
                <a:endParaRPr lang="en-GB"/>
              </a:p>
            </p:txBody>
          </p:sp>
        </mc:Choice>
        <mc:Fallback xmlns="">
          <p:sp>
            <p:nvSpPr>
              <p:cNvPr id="4" name="TextBox 3">
                <a:extLst>
                  <a:ext uri="{FF2B5EF4-FFF2-40B4-BE49-F238E27FC236}">
                    <a16:creationId xmlns:a16="http://schemas.microsoft.com/office/drawing/2014/main" id="{8AB617B9-1DEE-758F-D7E9-8BBB22B3F738}"/>
                  </a:ext>
                </a:extLst>
              </p:cNvPr>
              <p:cNvSpPr txBox="1">
                <a:spLocks noRot="1" noChangeAspect="1" noMove="1" noResize="1" noEditPoints="1" noAdjustHandles="1" noChangeArrowheads="1" noChangeShapeType="1" noTextEdit="1"/>
              </p:cNvSpPr>
              <p:nvPr/>
            </p:nvSpPr>
            <p:spPr>
              <a:xfrm>
                <a:off x="8892386" y="3783884"/>
                <a:ext cx="2804569" cy="369332"/>
              </a:xfrm>
              <a:prstGeom prst="rect">
                <a:avLst/>
              </a:prstGeom>
              <a:blipFill>
                <a:blip r:embed="rId5"/>
                <a:stretch>
                  <a:fillRect l="-652"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97F9846-57BF-B2EF-CAEC-674ECE85C6A1}"/>
                  </a:ext>
                </a:extLst>
              </p:cNvPr>
              <p:cNvSpPr txBox="1"/>
              <p:nvPr/>
            </p:nvSpPr>
            <p:spPr>
              <a:xfrm>
                <a:off x="8892385" y="4612404"/>
                <a:ext cx="2804569" cy="369332"/>
              </a:xfrm>
              <a:prstGeom prst="rect">
                <a:avLst/>
              </a:prstGeom>
              <a:noFill/>
            </p:spPr>
            <p:txBody>
              <a:bodyPr wrap="square" rtlCol="0">
                <a:spAutoFit/>
              </a:bodyPr>
              <a:lstStyle/>
              <a:p>
                <a:r>
                  <a:rPr lang="en-GB"/>
                  <a:t>Now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=1, </m:t>
                    </m:r>
                    <m:r>
                      <a:rPr lang="en-GB" b="0" i="1" smtClean="0">
                        <a:latin typeface="Cambria Math" panose="02040503050406030204" pitchFamily="18" charset="0"/>
                      </a:rPr>
                      <m:t>𝑏</m:t>
                    </m:r>
                    <m:r>
                      <a:rPr lang="en-GB" b="0" i="1" smtClean="0">
                        <a:latin typeface="Cambria Math" panose="02040503050406030204" pitchFamily="18" charset="0"/>
                      </a:rPr>
                      <m:t>=2, </m:t>
                    </m:r>
                    <m:r>
                      <a:rPr lang="en-GB" b="0" i="1" smtClean="0">
                        <a:latin typeface="Cambria Math" panose="02040503050406030204" pitchFamily="18" charset="0"/>
                      </a:rPr>
                      <m:t>𝑐</m:t>
                    </m:r>
                    <m:r>
                      <a:rPr lang="en-GB" b="0" i="1" smtClean="0">
                        <a:latin typeface="Cambria Math" panose="02040503050406030204" pitchFamily="18" charset="0"/>
                      </a:rPr>
                      <m:t>=1.5</m:t>
                    </m:r>
                  </m:oMath>
                </a14:m>
                <a:endParaRPr lang="en-GB"/>
              </a:p>
            </p:txBody>
          </p:sp>
        </mc:Choice>
        <mc:Fallback xmlns="">
          <p:sp>
            <p:nvSpPr>
              <p:cNvPr id="5" name="TextBox 4">
                <a:extLst>
                  <a:ext uri="{FF2B5EF4-FFF2-40B4-BE49-F238E27FC236}">
                    <a16:creationId xmlns:a16="http://schemas.microsoft.com/office/drawing/2014/main" id="{797F9846-57BF-B2EF-CAEC-674ECE85C6A1}"/>
                  </a:ext>
                </a:extLst>
              </p:cNvPr>
              <p:cNvSpPr txBox="1">
                <a:spLocks noRot="1" noChangeAspect="1" noMove="1" noResize="1" noEditPoints="1" noAdjustHandles="1" noChangeArrowheads="1" noChangeShapeType="1" noTextEdit="1"/>
              </p:cNvSpPr>
              <p:nvPr/>
            </p:nvSpPr>
            <p:spPr>
              <a:xfrm>
                <a:off x="8892385" y="4612404"/>
                <a:ext cx="2804569" cy="369332"/>
              </a:xfrm>
              <a:prstGeom prst="rect">
                <a:avLst/>
              </a:prstGeom>
              <a:blipFill>
                <a:blip r:embed="rId6"/>
                <a:stretch>
                  <a:fillRect l="-1957"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94E78BC-84F0-4EAB-D715-9E898530B04D}"/>
                  </a:ext>
                </a:extLst>
              </p:cNvPr>
              <p:cNvSpPr txBox="1"/>
              <p:nvPr/>
            </p:nvSpPr>
            <p:spPr>
              <a:xfrm>
                <a:off x="8966030" y="1976086"/>
                <a:ext cx="2957991" cy="646331"/>
              </a:xfrm>
              <a:prstGeom prst="rect">
                <a:avLst/>
              </a:prstGeom>
              <a:noFill/>
            </p:spPr>
            <p:txBody>
              <a:bodyPr wrap="square" rtlCol="0">
                <a:spAutoFit/>
              </a:bodyPr>
              <a:lstStyle/>
              <a:p>
                <a:r>
                  <a:rPr lang="en-GB"/>
                  <a:t>We find that </a:t>
                </a:r>
                <a14:m>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0</m:t>
                        </m:r>
                      </m:e>
                    </m:d>
                    <m:r>
                      <a:rPr lang="en-GB" b="0" i="0" smtClean="0">
                        <a:latin typeface="Cambria Math" panose="02040503050406030204" pitchFamily="18" charset="0"/>
                      </a:rPr>
                      <m:t>&lt;0</m:t>
                    </m:r>
                  </m:oMath>
                </a14:m>
                <a:r>
                  <a:rPr lang="en-GB"/>
                  <a:t> and </a:t>
                </a:r>
                <a14:m>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2</m:t>
                        </m:r>
                      </m:e>
                    </m:d>
                    <m:r>
                      <a:rPr lang="en-GB" b="0" i="1" smtClean="0">
                        <a:latin typeface="Cambria Math" panose="02040503050406030204" pitchFamily="18" charset="0"/>
                      </a:rPr>
                      <m:t>&gt;0</m:t>
                    </m:r>
                  </m:oMath>
                </a14:m>
                <a:endParaRPr lang="en-GB"/>
              </a:p>
            </p:txBody>
          </p:sp>
        </mc:Choice>
        <mc:Fallback xmlns="">
          <p:sp>
            <p:nvSpPr>
              <p:cNvPr id="7" name="TextBox 6">
                <a:extLst>
                  <a:ext uri="{FF2B5EF4-FFF2-40B4-BE49-F238E27FC236}">
                    <a16:creationId xmlns:a16="http://schemas.microsoft.com/office/drawing/2014/main" id="{C94E78BC-84F0-4EAB-D715-9E898530B04D}"/>
                  </a:ext>
                </a:extLst>
              </p:cNvPr>
              <p:cNvSpPr txBox="1">
                <a:spLocks noRot="1" noChangeAspect="1" noMove="1" noResize="1" noEditPoints="1" noAdjustHandles="1" noChangeArrowheads="1" noChangeShapeType="1" noTextEdit="1"/>
              </p:cNvSpPr>
              <p:nvPr/>
            </p:nvSpPr>
            <p:spPr>
              <a:xfrm>
                <a:off x="8966030" y="1976086"/>
                <a:ext cx="2957991" cy="646331"/>
              </a:xfrm>
              <a:prstGeom prst="rect">
                <a:avLst/>
              </a:prstGeom>
              <a:blipFill>
                <a:blip r:embed="rId7"/>
                <a:stretch>
                  <a:fillRect l="-1856" t="-4717" b="-75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1D4B05F-F0D0-35EE-68A4-83A928D80346}"/>
                  </a:ext>
                </a:extLst>
              </p:cNvPr>
              <p:cNvSpPr txBox="1"/>
              <p:nvPr/>
            </p:nvSpPr>
            <p:spPr>
              <a:xfrm>
                <a:off x="655845" y="2790744"/>
                <a:ext cx="1358962" cy="518604"/>
              </a:xfrm>
              <a:prstGeom prst="rect">
                <a:avLst/>
              </a:prstGeom>
              <a:noFill/>
            </p:spPr>
            <p:txBody>
              <a:bodyPr wrap="none" lIns="0" tIns="0" rIns="0" bIns="0" rtlCol="0">
                <a:spAutoFit/>
              </a:bodyPr>
              <a:lstStyle/>
              <a:p>
                <a:pPr/>
                <a14:m>
                  <m:oMathPara xmlns:m="http://schemas.openxmlformats.org/officeDocument/2006/math">
                    <m:oMath>
                      <m:r>
                        <a:rPr lang="en-GB" i="1" dirty="0">
                          <a:latin typeface="Cambria Math" panose="02040503050406030204" pitchFamily="18" charset="0"/>
                        </a:rPr>
                        <m:t>𝑐</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1</m:t>
                          </m:r>
                        </m:num>
                        <m:den>
                          <m:r>
                            <a:rPr lang="en-GB" i="1" dirty="0">
                              <a:latin typeface="Cambria Math" panose="02040503050406030204" pitchFamily="18" charset="0"/>
                            </a:rPr>
                            <m:t>2</m:t>
                          </m:r>
                        </m:den>
                      </m:f>
                      <m:d>
                        <m:dPr>
                          <m:ctrlPr>
                            <a:rPr lang="en-GB" i="1" dirty="0">
                              <a:latin typeface="Cambria Math" panose="02040503050406030204" pitchFamily="18" charset="0"/>
                            </a:rPr>
                          </m:ctrlPr>
                        </m:dPr>
                        <m:e>
                          <m:r>
                            <a:rPr lang="en-GB" i="1" dirty="0">
                              <a:latin typeface="Cambria Math" panose="02040503050406030204" pitchFamily="18" charset="0"/>
                            </a:rPr>
                            <m:t>𝑎</m:t>
                          </m:r>
                          <m:r>
                            <a:rPr lang="en-GB" i="1" dirty="0">
                              <a:latin typeface="Cambria Math" panose="02040503050406030204" pitchFamily="18" charset="0"/>
                            </a:rPr>
                            <m:t>+</m:t>
                          </m:r>
                          <m:r>
                            <a:rPr lang="en-GB" i="1" dirty="0">
                              <a:latin typeface="Cambria Math" panose="02040503050406030204" pitchFamily="18" charset="0"/>
                            </a:rPr>
                            <m:t>𝑏</m:t>
                          </m:r>
                        </m:e>
                      </m:d>
                    </m:oMath>
                  </m:oMathPara>
                </a14:m>
                <a:endParaRPr lang="en-GB"/>
              </a:p>
            </p:txBody>
          </p:sp>
        </mc:Choice>
        <mc:Fallback xmlns="">
          <p:sp>
            <p:nvSpPr>
              <p:cNvPr id="8" name="TextBox 7">
                <a:extLst>
                  <a:ext uri="{FF2B5EF4-FFF2-40B4-BE49-F238E27FC236}">
                    <a16:creationId xmlns:a16="http://schemas.microsoft.com/office/drawing/2014/main" id="{E1D4B05F-F0D0-35EE-68A4-83A928D80346}"/>
                  </a:ext>
                </a:extLst>
              </p:cNvPr>
              <p:cNvSpPr txBox="1">
                <a:spLocks noRot="1" noChangeAspect="1" noMove="1" noResize="1" noEditPoints="1" noAdjustHandles="1" noChangeArrowheads="1" noChangeShapeType="1" noTextEdit="1"/>
              </p:cNvSpPr>
              <p:nvPr/>
            </p:nvSpPr>
            <p:spPr>
              <a:xfrm>
                <a:off x="655845" y="2790744"/>
                <a:ext cx="1358962" cy="51860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207DCA8-C516-508C-FA66-C0FB8BFDB60A}"/>
                  </a:ext>
                </a:extLst>
              </p:cNvPr>
              <p:cNvSpPr txBox="1"/>
              <p:nvPr/>
            </p:nvSpPr>
            <p:spPr>
              <a:xfrm>
                <a:off x="364299" y="3668163"/>
                <a:ext cx="2145074" cy="61786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a:rPr lang="en-GB" i="1" smtClean="0">
                                  <a:latin typeface="Cambria Math" panose="02040503050406030204" pitchFamily="18" charset="0"/>
                                </a:rPr>
                                <m:t>𝑓</m:t>
                              </m:r>
                              <m:d>
                                <m:dPr>
                                  <m:ctrlPr>
                                    <a:rPr lang="en-GB" i="1" smtClean="0">
                                      <a:latin typeface="Cambria Math" panose="02040503050406030204" pitchFamily="18" charset="0"/>
                                    </a:rPr>
                                  </m:ctrlPr>
                                </m:dPr>
                                <m:e>
                                  <m:r>
                                    <a:rPr lang="en-GB" i="1" smtClean="0">
                                      <a:latin typeface="Cambria Math" panose="02040503050406030204" pitchFamily="18" charset="0"/>
                                    </a:rPr>
                                    <m:t>𝑐</m:t>
                                  </m:r>
                                </m:e>
                              </m:d>
                              <m:r>
                                <a:rPr lang="en-GB" i="1" smtClean="0">
                                  <a:latin typeface="Cambria Math" panose="02040503050406030204" pitchFamily="18" charset="0"/>
                                </a:rPr>
                                <m:t>&lt;0:</m:t>
                              </m:r>
                              <m:r>
                                <a:rPr lang="en-GB" b="0" i="1" smtClean="0">
                                  <a:latin typeface="Cambria Math" panose="02040503050406030204" pitchFamily="18" charset="0"/>
                                </a:rPr>
                                <m:t> </m:t>
                              </m:r>
                              <m:r>
                                <a:rPr lang="en-GB" i="1" smtClean="0">
                                  <a:latin typeface="Cambria Math" panose="02040503050406030204" pitchFamily="18" charset="0"/>
                                </a:rPr>
                                <m:t> </m:t>
                              </m:r>
                              <m:r>
                                <m:rPr>
                                  <m:nor/>
                                </m:rPr>
                                <a:rPr lang="en-GB" b="0" i="0" smtClean="0">
                                  <a:latin typeface="Cambria Math" panose="02040503050406030204" pitchFamily="18" charset="0"/>
                                </a:rPr>
                                <m:t>set </m:t>
                              </m:r>
                              <m:r>
                                <a:rPr lang="en-GB" i="1" smtClean="0">
                                  <a:latin typeface="Cambria Math" panose="02040503050406030204" pitchFamily="18" charset="0"/>
                                </a:rPr>
                                <m:t>𝑎</m:t>
                              </m:r>
                              <m:r>
                                <a:rPr lang="en-GB" i="1" smtClean="0">
                                  <a:latin typeface="Cambria Math" panose="02040503050406030204" pitchFamily="18" charset="0"/>
                                </a:rPr>
                                <m:t>=</m:t>
                              </m:r>
                              <m:r>
                                <a:rPr lang="en-GB" i="1" smtClean="0">
                                  <a:latin typeface="Cambria Math" panose="02040503050406030204" pitchFamily="18" charset="0"/>
                                </a:rPr>
                                <m:t>𝑐</m:t>
                              </m:r>
                            </m:e>
                            <m:e>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)&gt;0:  </m:t>
                              </m:r>
                              <m:r>
                                <m:rPr>
                                  <m:nor/>
                                </m:rPr>
                                <a:rPr lang="en-GB" b="0" i="0" smtClean="0">
                                  <a:latin typeface="Cambria Math" panose="02040503050406030204" pitchFamily="18" charset="0"/>
                                </a:rPr>
                                <m:t>set</m:t>
                              </m:r>
                              <m:r>
                                <a:rPr lang="en-GB" b="0" i="1" smtClean="0">
                                  <a:latin typeface="Cambria Math" panose="02040503050406030204" pitchFamily="18" charset="0"/>
                                </a:rPr>
                                <m:t> </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e>
                          </m:eqArr>
                        </m:e>
                      </m:d>
                    </m:oMath>
                  </m:oMathPara>
                </a14:m>
                <a:endParaRPr lang="en-GB" dirty="0"/>
              </a:p>
            </p:txBody>
          </p:sp>
        </mc:Choice>
        <mc:Fallback xmlns="">
          <p:sp>
            <p:nvSpPr>
              <p:cNvPr id="10" name="TextBox 9">
                <a:extLst>
                  <a:ext uri="{FF2B5EF4-FFF2-40B4-BE49-F238E27FC236}">
                    <a16:creationId xmlns:a16="http://schemas.microsoft.com/office/drawing/2014/main" id="{B207DCA8-C516-508C-FA66-C0FB8BFDB60A}"/>
                  </a:ext>
                </a:extLst>
              </p:cNvPr>
              <p:cNvSpPr txBox="1">
                <a:spLocks noRot="1" noChangeAspect="1" noMove="1" noResize="1" noEditPoints="1" noAdjustHandles="1" noChangeArrowheads="1" noChangeShapeType="1" noTextEdit="1"/>
              </p:cNvSpPr>
              <p:nvPr/>
            </p:nvSpPr>
            <p:spPr>
              <a:xfrm>
                <a:off x="364299" y="3668163"/>
                <a:ext cx="2145074" cy="617861"/>
              </a:xfrm>
              <a:prstGeom prst="rect">
                <a:avLst/>
              </a:prstGeom>
              <a:blipFill>
                <a:blip r:embed="rId9"/>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6064987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8D815-8CC8-C644-A95D-F58A03F7BD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2018593-D74F-D8AD-642C-32BFB5738E00}"/>
              </a:ext>
            </a:extLst>
          </p:cNvPr>
          <p:cNvSpPr>
            <a:spLocks noGrp="1"/>
          </p:cNvSpPr>
          <p:nvPr>
            <p:ph type="title"/>
          </p:nvPr>
        </p:nvSpPr>
        <p:spPr/>
        <p:txBody>
          <a:bodyPr/>
          <a:lstStyle/>
          <a:p>
            <a:r>
              <a:rPr lang="en-GB"/>
              <a:t>Bisection method</a:t>
            </a:r>
          </a:p>
        </p:txBody>
      </p:sp>
      <p:pic>
        <p:nvPicPr>
          <p:cNvPr id="9" name="Picture 8">
            <a:extLst>
              <a:ext uri="{FF2B5EF4-FFF2-40B4-BE49-F238E27FC236}">
                <a16:creationId xmlns:a16="http://schemas.microsoft.com/office/drawing/2014/main" id="{9F7C752F-276D-45E0-EED9-38A562543C4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152268" y="1921995"/>
            <a:ext cx="5466768" cy="3946696"/>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23654CD-E1FB-A766-7A4F-20A640BD66F4}"/>
                  </a:ext>
                </a:extLst>
              </p:cNvPr>
              <p:cNvSpPr txBox="1"/>
              <p:nvPr/>
            </p:nvSpPr>
            <p:spPr>
              <a:xfrm>
                <a:off x="8573268" y="2697687"/>
                <a:ext cx="3129824" cy="923330"/>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𝑎</m:t>
                      </m:r>
                      <m:r>
                        <a:rPr lang="en-GB" b="0" i="1" smtClean="0">
                          <a:latin typeface="Cambria Math" panose="02040503050406030204" pitchFamily="18" charset="0"/>
                        </a:rPr>
                        <m:t>=1, </m:t>
                      </m:r>
                      <m:r>
                        <a:rPr lang="en-GB" b="0" i="1" smtClean="0">
                          <a:latin typeface="Cambria Math" panose="02040503050406030204" pitchFamily="18" charset="0"/>
                        </a:rPr>
                        <m:t>𝑏</m:t>
                      </m:r>
                      <m:r>
                        <a:rPr lang="en-GB" b="0" i="1" smtClean="0">
                          <a:latin typeface="Cambria Math" panose="02040503050406030204" pitchFamily="18" charset="0"/>
                        </a:rPr>
                        <m:t>=2, </m:t>
                      </m:r>
                      <m:r>
                        <a:rPr lang="en-GB" b="0" i="1" smtClean="0">
                          <a:latin typeface="Cambria Math" panose="02040503050406030204" pitchFamily="18" charset="0"/>
                        </a:rPr>
                        <m:t>𝑐</m:t>
                      </m:r>
                      <m:r>
                        <a:rPr lang="en-GB" b="0" i="1" smtClean="0">
                          <a:latin typeface="Cambria Math" panose="02040503050406030204" pitchFamily="18" charset="0"/>
                        </a:rPr>
                        <m:t>=1.5</m:t>
                      </m:r>
                    </m:oMath>
                    <m:o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1.5</m:t>
                          </m:r>
                        </m:e>
                      </m:d>
                      <m:r>
                        <a:rPr lang="en-GB" b="0" i="1" smtClean="0">
                          <a:latin typeface="Cambria Math" panose="02040503050406030204" pitchFamily="18" charset="0"/>
                        </a:rPr>
                        <m:t>&gt;0 </m:t>
                      </m:r>
                    </m:oMath>
                  </m:oMathPara>
                </a14:m>
                <a:br>
                  <a:rPr lang="en-GB" b="0"/>
                </a:br>
                <a:r>
                  <a:rPr lang="en-GB" b="0"/>
                  <a:t>Now </a:t>
                </a:r>
                <a14:m>
                  <m:oMath xmlns:m="http://schemas.openxmlformats.org/officeDocument/2006/math">
                    <m:r>
                      <a:rPr lang="en-GB" b="0" i="1" smtClean="0">
                        <a:latin typeface="Cambria Math" panose="02040503050406030204" pitchFamily="18" charset="0"/>
                      </a:rPr>
                      <m:t>𝑎</m:t>
                    </m:r>
                    <m:r>
                      <a:rPr lang="en-GB" b="0" i="1" smtClean="0">
                        <a:latin typeface="Cambria Math" panose="02040503050406030204" pitchFamily="18" charset="0"/>
                      </a:rPr>
                      <m:t>=1,</m:t>
                    </m:r>
                    <m:r>
                      <a:rPr lang="en-GB" b="0" i="1" smtClean="0">
                        <a:latin typeface="Cambria Math" panose="02040503050406030204" pitchFamily="18" charset="0"/>
                      </a:rPr>
                      <m:t>𝑏</m:t>
                    </m:r>
                    <m:r>
                      <a:rPr lang="en-GB" b="0" i="1" smtClean="0">
                        <a:latin typeface="Cambria Math" panose="02040503050406030204" pitchFamily="18" charset="0"/>
                      </a:rPr>
                      <m:t>=1.5,</m:t>
                    </m:r>
                    <m:r>
                      <a:rPr lang="en-GB" b="0" i="1" smtClean="0">
                        <a:latin typeface="Cambria Math" panose="02040503050406030204" pitchFamily="18" charset="0"/>
                      </a:rPr>
                      <m:t>𝑐</m:t>
                    </m:r>
                    <m:r>
                      <a:rPr lang="en-GB" b="0" i="1" smtClean="0">
                        <a:latin typeface="Cambria Math" panose="02040503050406030204" pitchFamily="18" charset="0"/>
                      </a:rPr>
                      <m:t>=1.25</m:t>
                    </m:r>
                  </m:oMath>
                </a14:m>
                <a:endParaRPr lang="en-GB" b="0"/>
              </a:p>
            </p:txBody>
          </p:sp>
        </mc:Choice>
        <mc:Fallback xmlns="">
          <p:sp>
            <p:nvSpPr>
              <p:cNvPr id="2" name="TextBox 1">
                <a:extLst>
                  <a:ext uri="{FF2B5EF4-FFF2-40B4-BE49-F238E27FC236}">
                    <a16:creationId xmlns:a16="http://schemas.microsoft.com/office/drawing/2014/main" id="{F23654CD-E1FB-A766-7A4F-20A640BD66F4}"/>
                  </a:ext>
                </a:extLst>
              </p:cNvPr>
              <p:cNvSpPr txBox="1">
                <a:spLocks noRot="1" noChangeAspect="1" noMove="1" noResize="1" noEditPoints="1" noAdjustHandles="1" noChangeArrowheads="1" noChangeShapeType="1" noTextEdit="1"/>
              </p:cNvSpPr>
              <p:nvPr/>
            </p:nvSpPr>
            <p:spPr>
              <a:xfrm>
                <a:off x="8573268" y="2697687"/>
                <a:ext cx="3129824" cy="923330"/>
              </a:xfrm>
              <a:prstGeom prst="rect">
                <a:avLst/>
              </a:prstGeom>
              <a:blipFill>
                <a:blip r:embed="rId4"/>
                <a:stretch>
                  <a:fillRect l="-1556" b="-99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D1E18AA-984C-0DC1-7604-A9ED49A7487F}"/>
                  </a:ext>
                </a:extLst>
              </p:cNvPr>
              <p:cNvSpPr txBox="1"/>
              <p:nvPr/>
            </p:nvSpPr>
            <p:spPr>
              <a:xfrm>
                <a:off x="655845" y="2790744"/>
                <a:ext cx="1358962" cy="518604"/>
              </a:xfrm>
              <a:prstGeom prst="rect">
                <a:avLst/>
              </a:prstGeom>
              <a:noFill/>
            </p:spPr>
            <p:txBody>
              <a:bodyPr wrap="none" lIns="0" tIns="0" rIns="0" bIns="0" rtlCol="0">
                <a:spAutoFit/>
              </a:bodyPr>
              <a:lstStyle/>
              <a:p>
                <a:pPr/>
                <a14:m>
                  <m:oMathPara xmlns:m="http://schemas.openxmlformats.org/officeDocument/2006/math">
                    <m:oMath>
                      <m:r>
                        <a:rPr lang="en-GB" i="1" dirty="0">
                          <a:latin typeface="Cambria Math" panose="02040503050406030204" pitchFamily="18" charset="0"/>
                        </a:rPr>
                        <m:t>𝑐</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1</m:t>
                          </m:r>
                        </m:num>
                        <m:den>
                          <m:r>
                            <a:rPr lang="en-GB" i="1" dirty="0">
                              <a:latin typeface="Cambria Math" panose="02040503050406030204" pitchFamily="18" charset="0"/>
                            </a:rPr>
                            <m:t>2</m:t>
                          </m:r>
                        </m:den>
                      </m:f>
                      <m:d>
                        <m:dPr>
                          <m:ctrlPr>
                            <a:rPr lang="en-GB" i="1" dirty="0">
                              <a:latin typeface="Cambria Math" panose="02040503050406030204" pitchFamily="18" charset="0"/>
                            </a:rPr>
                          </m:ctrlPr>
                        </m:dPr>
                        <m:e>
                          <m:r>
                            <a:rPr lang="en-GB" i="1" dirty="0">
                              <a:latin typeface="Cambria Math" panose="02040503050406030204" pitchFamily="18" charset="0"/>
                            </a:rPr>
                            <m:t>𝑎</m:t>
                          </m:r>
                          <m:r>
                            <a:rPr lang="en-GB" i="1" dirty="0">
                              <a:latin typeface="Cambria Math" panose="02040503050406030204" pitchFamily="18" charset="0"/>
                            </a:rPr>
                            <m:t>+</m:t>
                          </m:r>
                          <m:r>
                            <a:rPr lang="en-GB" i="1" dirty="0">
                              <a:latin typeface="Cambria Math" panose="02040503050406030204" pitchFamily="18" charset="0"/>
                            </a:rPr>
                            <m:t>𝑏</m:t>
                          </m:r>
                        </m:e>
                      </m:d>
                    </m:oMath>
                  </m:oMathPara>
                </a14:m>
                <a:endParaRPr lang="en-GB"/>
              </a:p>
            </p:txBody>
          </p:sp>
        </mc:Choice>
        <mc:Fallback xmlns="">
          <p:sp>
            <p:nvSpPr>
              <p:cNvPr id="4" name="TextBox 3">
                <a:extLst>
                  <a:ext uri="{FF2B5EF4-FFF2-40B4-BE49-F238E27FC236}">
                    <a16:creationId xmlns:a16="http://schemas.microsoft.com/office/drawing/2014/main" id="{6D1E18AA-984C-0DC1-7604-A9ED49A7487F}"/>
                  </a:ext>
                </a:extLst>
              </p:cNvPr>
              <p:cNvSpPr txBox="1">
                <a:spLocks noRot="1" noChangeAspect="1" noMove="1" noResize="1" noEditPoints="1" noAdjustHandles="1" noChangeArrowheads="1" noChangeShapeType="1" noTextEdit="1"/>
              </p:cNvSpPr>
              <p:nvPr/>
            </p:nvSpPr>
            <p:spPr>
              <a:xfrm>
                <a:off x="655845" y="2790744"/>
                <a:ext cx="1358962" cy="51860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31FB0C1-C8BB-3290-A9BE-F960271B7AD0}"/>
                  </a:ext>
                </a:extLst>
              </p:cNvPr>
              <p:cNvSpPr txBox="1"/>
              <p:nvPr/>
            </p:nvSpPr>
            <p:spPr>
              <a:xfrm>
                <a:off x="364299" y="3668163"/>
                <a:ext cx="2145074" cy="61786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a:rPr lang="en-GB" i="1" smtClean="0">
                                  <a:latin typeface="Cambria Math" panose="02040503050406030204" pitchFamily="18" charset="0"/>
                                </a:rPr>
                                <m:t>𝑓</m:t>
                              </m:r>
                              <m:d>
                                <m:dPr>
                                  <m:ctrlPr>
                                    <a:rPr lang="en-GB" i="1" smtClean="0">
                                      <a:latin typeface="Cambria Math" panose="02040503050406030204" pitchFamily="18" charset="0"/>
                                    </a:rPr>
                                  </m:ctrlPr>
                                </m:dPr>
                                <m:e>
                                  <m:r>
                                    <a:rPr lang="en-GB" i="1" smtClean="0">
                                      <a:latin typeface="Cambria Math" panose="02040503050406030204" pitchFamily="18" charset="0"/>
                                    </a:rPr>
                                    <m:t>𝑐</m:t>
                                  </m:r>
                                </m:e>
                              </m:d>
                              <m:r>
                                <a:rPr lang="en-GB" i="1" smtClean="0">
                                  <a:latin typeface="Cambria Math" panose="02040503050406030204" pitchFamily="18" charset="0"/>
                                </a:rPr>
                                <m:t>&lt;0:</m:t>
                              </m:r>
                              <m:r>
                                <a:rPr lang="en-GB" b="0" i="1" smtClean="0">
                                  <a:latin typeface="Cambria Math" panose="02040503050406030204" pitchFamily="18" charset="0"/>
                                </a:rPr>
                                <m:t> </m:t>
                              </m:r>
                              <m:r>
                                <a:rPr lang="en-GB" i="1" smtClean="0">
                                  <a:latin typeface="Cambria Math" panose="02040503050406030204" pitchFamily="18" charset="0"/>
                                </a:rPr>
                                <m:t> </m:t>
                              </m:r>
                              <m:r>
                                <m:rPr>
                                  <m:nor/>
                                </m:rPr>
                                <a:rPr lang="en-GB" b="0" i="0" smtClean="0">
                                  <a:latin typeface="Cambria Math" panose="02040503050406030204" pitchFamily="18" charset="0"/>
                                </a:rPr>
                                <m:t>set </m:t>
                              </m:r>
                              <m:r>
                                <a:rPr lang="en-GB" i="1" smtClean="0">
                                  <a:latin typeface="Cambria Math" panose="02040503050406030204" pitchFamily="18" charset="0"/>
                                </a:rPr>
                                <m:t>𝑎</m:t>
                              </m:r>
                              <m:r>
                                <a:rPr lang="en-GB" i="1" smtClean="0">
                                  <a:latin typeface="Cambria Math" panose="02040503050406030204" pitchFamily="18" charset="0"/>
                                </a:rPr>
                                <m:t>=</m:t>
                              </m:r>
                              <m:r>
                                <a:rPr lang="en-GB" i="1" smtClean="0">
                                  <a:latin typeface="Cambria Math" panose="02040503050406030204" pitchFamily="18" charset="0"/>
                                </a:rPr>
                                <m:t>𝑐</m:t>
                              </m:r>
                            </m:e>
                            <m:e>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)&gt;0:  </m:t>
                              </m:r>
                              <m:r>
                                <m:rPr>
                                  <m:nor/>
                                </m:rPr>
                                <a:rPr lang="en-GB" b="0" i="0" smtClean="0">
                                  <a:latin typeface="Cambria Math" panose="02040503050406030204" pitchFamily="18" charset="0"/>
                                </a:rPr>
                                <m:t>set</m:t>
                              </m:r>
                              <m:r>
                                <a:rPr lang="en-GB" b="0" i="1" smtClean="0">
                                  <a:latin typeface="Cambria Math" panose="02040503050406030204" pitchFamily="18" charset="0"/>
                                </a:rPr>
                                <m:t> </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e>
                          </m:eqArr>
                        </m:e>
                      </m:d>
                    </m:oMath>
                  </m:oMathPara>
                </a14:m>
                <a:endParaRPr lang="en-GB" dirty="0"/>
              </a:p>
            </p:txBody>
          </p:sp>
        </mc:Choice>
        <mc:Fallback xmlns="">
          <p:sp>
            <p:nvSpPr>
              <p:cNvPr id="5" name="TextBox 4">
                <a:extLst>
                  <a:ext uri="{FF2B5EF4-FFF2-40B4-BE49-F238E27FC236}">
                    <a16:creationId xmlns:a16="http://schemas.microsoft.com/office/drawing/2014/main" id="{231FB0C1-C8BB-3290-A9BE-F960271B7AD0}"/>
                  </a:ext>
                </a:extLst>
              </p:cNvPr>
              <p:cNvSpPr txBox="1">
                <a:spLocks noRot="1" noChangeAspect="1" noMove="1" noResize="1" noEditPoints="1" noAdjustHandles="1" noChangeArrowheads="1" noChangeShapeType="1" noTextEdit="1"/>
              </p:cNvSpPr>
              <p:nvPr/>
            </p:nvSpPr>
            <p:spPr>
              <a:xfrm>
                <a:off x="364299" y="3668163"/>
                <a:ext cx="2145074" cy="617861"/>
              </a:xfrm>
              <a:prstGeom prst="rect">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92217682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95595-2236-A677-B723-5F6C08269B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A6A37D-EAD8-9B21-3220-D32ECCCAE807}"/>
              </a:ext>
            </a:extLst>
          </p:cNvPr>
          <p:cNvSpPr>
            <a:spLocks noGrp="1"/>
          </p:cNvSpPr>
          <p:nvPr>
            <p:ph type="title"/>
          </p:nvPr>
        </p:nvSpPr>
        <p:spPr/>
        <p:txBody>
          <a:bodyPr/>
          <a:lstStyle/>
          <a:p>
            <a:r>
              <a:rPr lang="en-GB"/>
              <a:t>Bisection method</a:t>
            </a:r>
          </a:p>
        </p:txBody>
      </p:sp>
      <p:pic>
        <p:nvPicPr>
          <p:cNvPr id="9" name="Picture 8">
            <a:extLst>
              <a:ext uri="{FF2B5EF4-FFF2-40B4-BE49-F238E27FC236}">
                <a16:creationId xmlns:a16="http://schemas.microsoft.com/office/drawing/2014/main" id="{BBE30D8F-4657-DDAE-FC86-4BF2E830A92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31522" y="1921995"/>
            <a:ext cx="5308260" cy="3946696"/>
          </a:xfrm>
          <a:prstGeom prst="rect">
            <a:avLst/>
          </a:prstGeom>
        </p:spPr>
      </p:pic>
      <p:sp>
        <p:nvSpPr>
          <p:cNvPr id="2" name="Rectangle 1">
            <a:extLst>
              <a:ext uri="{FF2B5EF4-FFF2-40B4-BE49-F238E27FC236}">
                <a16:creationId xmlns:a16="http://schemas.microsoft.com/office/drawing/2014/main" id="{38D1D671-B31C-DF32-B130-FD4C080CB6C7}"/>
              </a:ext>
            </a:extLst>
          </p:cNvPr>
          <p:cNvSpPr/>
          <p:nvPr/>
        </p:nvSpPr>
        <p:spPr>
          <a:xfrm>
            <a:off x="5922121" y="3504177"/>
            <a:ext cx="1227382" cy="68119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6F76E37A-B15D-F59A-D6AC-7629B2883704}"/>
              </a:ext>
            </a:extLst>
          </p:cNvPr>
          <p:cNvSpPr txBox="1"/>
          <p:nvPr/>
        </p:nvSpPr>
        <p:spPr>
          <a:xfrm>
            <a:off x="8855565" y="2497723"/>
            <a:ext cx="2301342" cy="369332"/>
          </a:xfrm>
          <a:prstGeom prst="rect">
            <a:avLst/>
          </a:prstGeom>
          <a:noFill/>
        </p:spPr>
        <p:txBody>
          <a:bodyPr wrap="square" rtlCol="0">
            <a:spAutoFit/>
          </a:bodyPr>
          <a:lstStyle/>
          <a:p>
            <a:r>
              <a:rPr lang="en-GB"/>
              <a:t>And so 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2DC5C14-20A4-9600-E1D1-AFA88927496D}"/>
                  </a:ext>
                </a:extLst>
              </p:cNvPr>
              <p:cNvSpPr txBox="1"/>
              <p:nvPr/>
            </p:nvSpPr>
            <p:spPr>
              <a:xfrm>
                <a:off x="655845" y="2790744"/>
                <a:ext cx="1358962" cy="518604"/>
              </a:xfrm>
              <a:prstGeom prst="rect">
                <a:avLst/>
              </a:prstGeom>
              <a:noFill/>
            </p:spPr>
            <p:txBody>
              <a:bodyPr wrap="none" lIns="0" tIns="0" rIns="0" bIns="0" rtlCol="0">
                <a:spAutoFit/>
              </a:bodyPr>
              <a:lstStyle/>
              <a:p>
                <a:pPr/>
                <a14:m>
                  <m:oMathPara xmlns:m="http://schemas.openxmlformats.org/officeDocument/2006/math">
                    <m:oMath>
                      <m:r>
                        <a:rPr lang="en-GB" i="1" dirty="0">
                          <a:latin typeface="Cambria Math" panose="02040503050406030204" pitchFamily="18" charset="0"/>
                        </a:rPr>
                        <m:t>𝑐</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1</m:t>
                          </m:r>
                        </m:num>
                        <m:den>
                          <m:r>
                            <a:rPr lang="en-GB" i="1" dirty="0">
                              <a:latin typeface="Cambria Math" panose="02040503050406030204" pitchFamily="18" charset="0"/>
                            </a:rPr>
                            <m:t>2</m:t>
                          </m:r>
                        </m:den>
                      </m:f>
                      <m:d>
                        <m:dPr>
                          <m:ctrlPr>
                            <a:rPr lang="en-GB" i="1" dirty="0">
                              <a:latin typeface="Cambria Math" panose="02040503050406030204" pitchFamily="18" charset="0"/>
                            </a:rPr>
                          </m:ctrlPr>
                        </m:dPr>
                        <m:e>
                          <m:r>
                            <a:rPr lang="en-GB" i="1" dirty="0">
                              <a:latin typeface="Cambria Math" panose="02040503050406030204" pitchFamily="18" charset="0"/>
                            </a:rPr>
                            <m:t>𝑎</m:t>
                          </m:r>
                          <m:r>
                            <a:rPr lang="en-GB" i="1" dirty="0">
                              <a:latin typeface="Cambria Math" panose="02040503050406030204" pitchFamily="18" charset="0"/>
                            </a:rPr>
                            <m:t>+</m:t>
                          </m:r>
                          <m:r>
                            <a:rPr lang="en-GB" i="1" dirty="0">
                              <a:latin typeface="Cambria Math" panose="02040503050406030204" pitchFamily="18" charset="0"/>
                            </a:rPr>
                            <m:t>𝑏</m:t>
                          </m:r>
                        </m:e>
                      </m:d>
                    </m:oMath>
                  </m:oMathPara>
                </a14:m>
                <a:endParaRPr lang="en-GB"/>
              </a:p>
            </p:txBody>
          </p:sp>
        </mc:Choice>
        <mc:Fallback xmlns="">
          <p:sp>
            <p:nvSpPr>
              <p:cNvPr id="5" name="TextBox 4">
                <a:extLst>
                  <a:ext uri="{FF2B5EF4-FFF2-40B4-BE49-F238E27FC236}">
                    <a16:creationId xmlns:a16="http://schemas.microsoft.com/office/drawing/2014/main" id="{92DC5C14-20A4-9600-E1D1-AFA88927496D}"/>
                  </a:ext>
                </a:extLst>
              </p:cNvPr>
              <p:cNvSpPr txBox="1">
                <a:spLocks noRot="1" noChangeAspect="1" noMove="1" noResize="1" noEditPoints="1" noAdjustHandles="1" noChangeArrowheads="1" noChangeShapeType="1" noTextEdit="1"/>
              </p:cNvSpPr>
              <p:nvPr/>
            </p:nvSpPr>
            <p:spPr>
              <a:xfrm>
                <a:off x="655845" y="2790744"/>
                <a:ext cx="1358962" cy="5186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E174C78-15C0-7E9E-5A30-43C21650E474}"/>
                  </a:ext>
                </a:extLst>
              </p:cNvPr>
              <p:cNvSpPr txBox="1"/>
              <p:nvPr/>
            </p:nvSpPr>
            <p:spPr>
              <a:xfrm>
                <a:off x="364299" y="3668163"/>
                <a:ext cx="2145074" cy="61786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a:rPr lang="en-GB" i="1" smtClean="0">
                                  <a:latin typeface="Cambria Math" panose="02040503050406030204" pitchFamily="18" charset="0"/>
                                </a:rPr>
                                <m:t>𝑓</m:t>
                              </m:r>
                              <m:d>
                                <m:dPr>
                                  <m:ctrlPr>
                                    <a:rPr lang="en-GB" i="1" smtClean="0">
                                      <a:latin typeface="Cambria Math" panose="02040503050406030204" pitchFamily="18" charset="0"/>
                                    </a:rPr>
                                  </m:ctrlPr>
                                </m:dPr>
                                <m:e>
                                  <m:r>
                                    <a:rPr lang="en-GB" i="1" smtClean="0">
                                      <a:latin typeface="Cambria Math" panose="02040503050406030204" pitchFamily="18" charset="0"/>
                                    </a:rPr>
                                    <m:t>𝑐</m:t>
                                  </m:r>
                                </m:e>
                              </m:d>
                              <m:r>
                                <a:rPr lang="en-GB" i="1" smtClean="0">
                                  <a:latin typeface="Cambria Math" panose="02040503050406030204" pitchFamily="18" charset="0"/>
                                </a:rPr>
                                <m:t>&lt;0:</m:t>
                              </m:r>
                              <m:r>
                                <a:rPr lang="en-GB" b="0" i="1" smtClean="0">
                                  <a:latin typeface="Cambria Math" panose="02040503050406030204" pitchFamily="18" charset="0"/>
                                </a:rPr>
                                <m:t> </m:t>
                              </m:r>
                              <m:r>
                                <a:rPr lang="en-GB" i="1" smtClean="0">
                                  <a:latin typeface="Cambria Math" panose="02040503050406030204" pitchFamily="18" charset="0"/>
                                </a:rPr>
                                <m:t> </m:t>
                              </m:r>
                              <m:r>
                                <m:rPr>
                                  <m:nor/>
                                </m:rPr>
                                <a:rPr lang="en-GB" b="0" i="0" smtClean="0">
                                  <a:latin typeface="Cambria Math" panose="02040503050406030204" pitchFamily="18" charset="0"/>
                                </a:rPr>
                                <m:t>set </m:t>
                              </m:r>
                              <m:r>
                                <a:rPr lang="en-GB" i="1" smtClean="0">
                                  <a:latin typeface="Cambria Math" panose="02040503050406030204" pitchFamily="18" charset="0"/>
                                </a:rPr>
                                <m:t>𝑎</m:t>
                              </m:r>
                              <m:r>
                                <a:rPr lang="en-GB" i="1" smtClean="0">
                                  <a:latin typeface="Cambria Math" panose="02040503050406030204" pitchFamily="18" charset="0"/>
                                </a:rPr>
                                <m:t>=</m:t>
                              </m:r>
                              <m:r>
                                <a:rPr lang="en-GB" i="1" smtClean="0">
                                  <a:latin typeface="Cambria Math" panose="02040503050406030204" pitchFamily="18" charset="0"/>
                                </a:rPr>
                                <m:t>𝑐</m:t>
                              </m:r>
                            </m:e>
                            <m:e>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)&gt;0:  </m:t>
                              </m:r>
                              <m:r>
                                <m:rPr>
                                  <m:nor/>
                                </m:rPr>
                                <a:rPr lang="en-GB" b="0" i="0" smtClean="0">
                                  <a:latin typeface="Cambria Math" panose="02040503050406030204" pitchFamily="18" charset="0"/>
                                </a:rPr>
                                <m:t>set</m:t>
                              </m:r>
                              <m:r>
                                <a:rPr lang="en-GB" b="0" i="1" smtClean="0">
                                  <a:latin typeface="Cambria Math" panose="02040503050406030204" pitchFamily="18" charset="0"/>
                                </a:rPr>
                                <m:t> </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e>
                          </m:eqArr>
                        </m:e>
                      </m:d>
                    </m:oMath>
                  </m:oMathPara>
                </a14:m>
                <a:endParaRPr lang="en-GB" dirty="0"/>
              </a:p>
            </p:txBody>
          </p:sp>
        </mc:Choice>
        <mc:Fallback xmlns="">
          <p:sp>
            <p:nvSpPr>
              <p:cNvPr id="7" name="TextBox 6">
                <a:extLst>
                  <a:ext uri="{FF2B5EF4-FFF2-40B4-BE49-F238E27FC236}">
                    <a16:creationId xmlns:a16="http://schemas.microsoft.com/office/drawing/2014/main" id="{DE174C78-15C0-7E9E-5A30-43C21650E474}"/>
                  </a:ext>
                </a:extLst>
              </p:cNvPr>
              <p:cNvSpPr txBox="1">
                <a:spLocks noRot="1" noChangeAspect="1" noMove="1" noResize="1" noEditPoints="1" noAdjustHandles="1" noChangeArrowheads="1" noChangeShapeType="1" noTextEdit="1"/>
              </p:cNvSpPr>
              <p:nvPr/>
            </p:nvSpPr>
            <p:spPr>
              <a:xfrm>
                <a:off x="364299" y="3668163"/>
                <a:ext cx="2145074" cy="617861"/>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14005070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40DEA-9AC7-FA74-87DB-FB5C663D0E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036483-F662-2C16-97C0-3E7AC8ACB5AC}"/>
              </a:ext>
            </a:extLst>
          </p:cNvPr>
          <p:cNvSpPr>
            <a:spLocks noGrp="1"/>
          </p:cNvSpPr>
          <p:nvPr>
            <p:ph type="title"/>
          </p:nvPr>
        </p:nvSpPr>
        <p:spPr/>
        <p:txBody>
          <a:bodyPr/>
          <a:lstStyle/>
          <a:p>
            <a:r>
              <a:rPr lang="en-GB"/>
              <a:t>Bisection method</a:t>
            </a:r>
          </a:p>
        </p:txBody>
      </p:sp>
      <p:pic>
        <p:nvPicPr>
          <p:cNvPr id="9" name="Picture 8">
            <a:extLst>
              <a:ext uri="{FF2B5EF4-FFF2-40B4-BE49-F238E27FC236}">
                <a16:creationId xmlns:a16="http://schemas.microsoft.com/office/drawing/2014/main" id="{35DE3233-EBF2-3C1E-7A28-0B4D5BD9FA4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63595" y="1921995"/>
            <a:ext cx="5244115" cy="3946696"/>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6373029-FAE1-9E65-3A08-89C7E737F1DF}"/>
                  </a:ext>
                </a:extLst>
              </p:cNvPr>
              <p:cNvSpPr txBox="1"/>
              <p:nvPr/>
            </p:nvSpPr>
            <p:spPr>
              <a:xfrm>
                <a:off x="655845" y="2790744"/>
                <a:ext cx="1358962" cy="518604"/>
              </a:xfrm>
              <a:prstGeom prst="rect">
                <a:avLst/>
              </a:prstGeom>
              <a:noFill/>
            </p:spPr>
            <p:txBody>
              <a:bodyPr wrap="none" lIns="0" tIns="0" rIns="0" bIns="0" rtlCol="0">
                <a:spAutoFit/>
              </a:bodyPr>
              <a:lstStyle/>
              <a:p>
                <a:pPr/>
                <a14:m>
                  <m:oMathPara xmlns:m="http://schemas.openxmlformats.org/officeDocument/2006/math">
                    <m:oMath>
                      <m:r>
                        <a:rPr lang="en-GB" i="1" dirty="0">
                          <a:latin typeface="Cambria Math" panose="02040503050406030204" pitchFamily="18" charset="0"/>
                        </a:rPr>
                        <m:t>𝑐</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1</m:t>
                          </m:r>
                        </m:num>
                        <m:den>
                          <m:r>
                            <a:rPr lang="en-GB" i="1" dirty="0">
                              <a:latin typeface="Cambria Math" panose="02040503050406030204" pitchFamily="18" charset="0"/>
                            </a:rPr>
                            <m:t>2</m:t>
                          </m:r>
                        </m:den>
                      </m:f>
                      <m:d>
                        <m:dPr>
                          <m:ctrlPr>
                            <a:rPr lang="en-GB" i="1" dirty="0">
                              <a:latin typeface="Cambria Math" panose="02040503050406030204" pitchFamily="18" charset="0"/>
                            </a:rPr>
                          </m:ctrlPr>
                        </m:dPr>
                        <m:e>
                          <m:r>
                            <a:rPr lang="en-GB" i="1" dirty="0">
                              <a:latin typeface="Cambria Math" panose="02040503050406030204" pitchFamily="18" charset="0"/>
                            </a:rPr>
                            <m:t>𝑎</m:t>
                          </m:r>
                          <m:r>
                            <a:rPr lang="en-GB" i="1" dirty="0">
                              <a:latin typeface="Cambria Math" panose="02040503050406030204" pitchFamily="18" charset="0"/>
                            </a:rPr>
                            <m:t>+</m:t>
                          </m:r>
                          <m:r>
                            <a:rPr lang="en-GB" i="1" dirty="0">
                              <a:latin typeface="Cambria Math" panose="02040503050406030204" pitchFamily="18" charset="0"/>
                            </a:rPr>
                            <m:t>𝑏</m:t>
                          </m:r>
                        </m:e>
                      </m:d>
                    </m:oMath>
                  </m:oMathPara>
                </a14:m>
                <a:endParaRPr lang="en-GB"/>
              </a:p>
            </p:txBody>
          </p:sp>
        </mc:Choice>
        <mc:Fallback xmlns="">
          <p:sp>
            <p:nvSpPr>
              <p:cNvPr id="2" name="TextBox 1">
                <a:extLst>
                  <a:ext uri="{FF2B5EF4-FFF2-40B4-BE49-F238E27FC236}">
                    <a16:creationId xmlns:a16="http://schemas.microsoft.com/office/drawing/2014/main" id="{86373029-FAE1-9E65-3A08-89C7E737F1DF}"/>
                  </a:ext>
                </a:extLst>
              </p:cNvPr>
              <p:cNvSpPr txBox="1">
                <a:spLocks noRot="1" noChangeAspect="1" noMove="1" noResize="1" noEditPoints="1" noAdjustHandles="1" noChangeArrowheads="1" noChangeShapeType="1" noTextEdit="1"/>
              </p:cNvSpPr>
              <p:nvPr/>
            </p:nvSpPr>
            <p:spPr>
              <a:xfrm>
                <a:off x="655845" y="2790744"/>
                <a:ext cx="1358962" cy="5186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724D3A6-BA66-C405-5E03-5E942BB810A9}"/>
                  </a:ext>
                </a:extLst>
              </p:cNvPr>
              <p:cNvSpPr txBox="1"/>
              <p:nvPr/>
            </p:nvSpPr>
            <p:spPr>
              <a:xfrm>
                <a:off x="364299" y="3668163"/>
                <a:ext cx="2145074" cy="61786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a:rPr lang="en-GB" i="1" smtClean="0">
                                  <a:latin typeface="Cambria Math" panose="02040503050406030204" pitchFamily="18" charset="0"/>
                                </a:rPr>
                                <m:t>𝑓</m:t>
                              </m:r>
                              <m:d>
                                <m:dPr>
                                  <m:ctrlPr>
                                    <a:rPr lang="en-GB" i="1" smtClean="0">
                                      <a:latin typeface="Cambria Math" panose="02040503050406030204" pitchFamily="18" charset="0"/>
                                    </a:rPr>
                                  </m:ctrlPr>
                                </m:dPr>
                                <m:e>
                                  <m:r>
                                    <a:rPr lang="en-GB" i="1" smtClean="0">
                                      <a:latin typeface="Cambria Math" panose="02040503050406030204" pitchFamily="18" charset="0"/>
                                    </a:rPr>
                                    <m:t>𝑐</m:t>
                                  </m:r>
                                </m:e>
                              </m:d>
                              <m:r>
                                <a:rPr lang="en-GB" i="1" smtClean="0">
                                  <a:latin typeface="Cambria Math" panose="02040503050406030204" pitchFamily="18" charset="0"/>
                                </a:rPr>
                                <m:t>&lt;0:</m:t>
                              </m:r>
                              <m:r>
                                <a:rPr lang="en-GB" b="0" i="1" smtClean="0">
                                  <a:latin typeface="Cambria Math" panose="02040503050406030204" pitchFamily="18" charset="0"/>
                                </a:rPr>
                                <m:t> </m:t>
                              </m:r>
                              <m:r>
                                <a:rPr lang="en-GB" i="1" smtClean="0">
                                  <a:latin typeface="Cambria Math" panose="02040503050406030204" pitchFamily="18" charset="0"/>
                                </a:rPr>
                                <m:t> </m:t>
                              </m:r>
                              <m:r>
                                <m:rPr>
                                  <m:nor/>
                                </m:rPr>
                                <a:rPr lang="en-GB" b="0" i="0" smtClean="0">
                                  <a:latin typeface="Cambria Math" panose="02040503050406030204" pitchFamily="18" charset="0"/>
                                </a:rPr>
                                <m:t>set </m:t>
                              </m:r>
                              <m:r>
                                <a:rPr lang="en-GB" i="1" smtClean="0">
                                  <a:latin typeface="Cambria Math" panose="02040503050406030204" pitchFamily="18" charset="0"/>
                                </a:rPr>
                                <m:t>𝑎</m:t>
                              </m:r>
                              <m:r>
                                <a:rPr lang="en-GB" i="1" smtClean="0">
                                  <a:latin typeface="Cambria Math" panose="02040503050406030204" pitchFamily="18" charset="0"/>
                                </a:rPr>
                                <m:t>=</m:t>
                              </m:r>
                              <m:r>
                                <a:rPr lang="en-GB" i="1" smtClean="0">
                                  <a:latin typeface="Cambria Math" panose="02040503050406030204" pitchFamily="18" charset="0"/>
                                </a:rPr>
                                <m:t>𝑐</m:t>
                              </m:r>
                            </m:e>
                            <m:e>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)&gt;0:  </m:t>
                              </m:r>
                              <m:r>
                                <m:rPr>
                                  <m:nor/>
                                </m:rPr>
                                <a:rPr lang="en-GB" b="0" i="0" smtClean="0">
                                  <a:latin typeface="Cambria Math" panose="02040503050406030204" pitchFamily="18" charset="0"/>
                                </a:rPr>
                                <m:t>set</m:t>
                              </m:r>
                              <m:r>
                                <a:rPr lang="en-GB" b="0" i="1" smtClean="0">
                                  <a:latin typeface="Cambria Math" panose="02040503050406030204" pitchFamily="18" charset="0"/>
                                </a:rPr>
                                <m:t> </m:t>
                              </m:r>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e>
                          </m:eqArr>
                        </m:e>
                      </m:d>
                    </m:oMath>
                  </m:oMathPara>
                </a14:m>
                <a:endParaRPr lang="en-GB"/>
              </a:p>
            </p:txBody>
          </p:sp>
        </mc:Choice>
        <mc:Fallback xmlns="">
          <p:sp>
            <p:nvSpPr>
              <p:cNvPr id="4" name="TextBox 3">
                <a:extLst>
                  <a:ext uri="{FF2B5EF4-FFF2-40B4-BE49-F238E27FC236}">
                    <a16:creationId xmlns:a16="http://schemas.microsoft.com/office/drawing/2014/main" id="{E724D3A6-BA66-C405-5E03-5E942BB810A9}"/>
                  </a:ext>
                </a:extLst>
              </p:cNvPr>
              <p:cNvSpPr txBox="1">
                <a:spLocks noRot="1" noChangeAspect="1" noMove="1" noResize="1" noEditPoints="1" noAdjustHandles="1" noChangeArrowheads="1" noChangeShapeType="1" noTextEdit="1"/>
              </p:cNvSpPr>
              <p:nvPr/>
            </p:nvSpPr>
            <p:spPr>
              <a:xfrm>
                <a:off x="364299" y="3668163"/>
                <a:ext cx="2145074" cy="617861"/>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12819422"/>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BDF28-6511-10D4-F441-54DAEB12E0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2A02920-2EF5-B0F8-9734-7A722AC82662}"/>
              </a:ext>
            </a:extLst>
          </p:cNvPr>
          <p:cNvSpPr>
            <a:spLocks noGrp="1"/>
          </p:cNvSpPr>
          <p:nvPr>
            <p:ph type="title"/>
          </p:nvPr>
        </p:nvSpPr>
        <p:spPr/>
        <p:txBody>
          <a:bodyPr/>
          <a:lstStyle/>
          <a:p>
            <a:r>
              <a:rPr lang="en-GB"/>
              <a:t>Bisection method</a:t>
            </a:r>
          </a:p>
        </p:txBody>
      </p:sp>
      <p:pic>
        <p:nvPicPr>
          <p:cNvPr id="9" name="Picture 8">
            <a:extLst>
              <a:ext uri="{FF2B5EF4-FFF2-40B4-BE49-F238E27FC236}">
                <a16:creationId xmlns:a16="http://schemas.microsoft.com/office/drawing/2014/main" id="{7D3A8066-B7B8-2015-D2B4-410742249C2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12947" y="1921995"/>
            <a:ext cx="5345411" cy="3946696"/>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9AA043F-2D3C-9F53-B227-0046FEE5293E}"/>
                  </a:ext>
                </a:extLst>
              </p:cNvPr>
              <p:cNvSpPr txBox="1"/>
              <p:nvPr/>
            </p:nvSpPr>
            <p:spPr>
              <a:xfrm>
                <a:off x="655845" y="2790744"/>
                <a:ext cx="1358962" cy="518604"/>
              </a:xfrm>
              <a:prstGeom prst="rect">
                <a:avLst/>
              </a:prstGeom>
              <a:noFill/>
            </p:spPr>
            <p:txBody>
              <a:bodyPr wrap="none" lIns="0" tIns="0" rIns="0" bIns="0" rtlCol="0">
                <a:spAutoFit/>
              </a:bodyPr>
              <a:lstStyle/>
              <a:p>
                <a:pPr/>
                <a14:m>
                  <m:oMathPara xmlns:m="http://schemas.openxmlformats.org/officeDocument/2006/math">
                    <m:oMath>
                      <m:r>
                        <a:rPr lang="en-GB" i="1" dirty="0">
                          <a:latin typeface="Cambria Math" panose="02040503050406030204" pitchFamily="18" charset="0"/>
                        </a:rPr>
                        <m:t>𝑐</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1</m:t>
                          </m:r>
                        </m:num>
                        <m:den>
                          <m:r>
                            <a:rPr lang="en-GB" i="1" dirty="0">
                              <a:latin typeface="Cambria Math" panose="02040503050406030204" pitchFamily="18" charset="0"/>
                            </a:rPr>
                            <m:t>2</m:t>
                          </m:r>
                        </m:den>
                      </m:f>
                      <m:d>
                        <m:dPr>
                          <m:ctrlPr>
                            <a:rPr lang="en-GB" i="1" dirty="0">
                              <a:latin typeface="Cambria Math" panose="02040503050406030204" pitchFamily="18" charset="0"/>
                            </a:rPr>
                          </m:ctrlPr>
                        </m:dPr>
                        <m:e>
                          <m:r>
                            <a:rPr lang="en-GB" i="1" dirty="0">
                              <a:latin typeface="Cambria Math" panose="02040503050406030204" pitchFamily="18" charset="0"/>
                            </a:rPr>
                            <m:t>𝑎</m:t>
                          </m:r>
                          <m:r>
                            <a:rPr lang="en-GB" i="1" dirty="0">
                              <a:latin typeface="Cambria Math" panose="02040503050406030204" pitchFamily="18" charset="0"/>
                            </a:rPr>
                            <m:t>+</m:t>
                          </m:r>
                          <m:r>
                            <a:rPr lang="en-GB" i="1" dirty="0">
                              <a:latin typeface="Cambria Math" panose="02040503050406030204" pitchFamily="18" charset="0"/>
                            </a:rPr>
                            <m:t>𝑏</m:t>
                          </m:r>
                        </m:e>
                      </m:d>
                    </m:oMath>
                  </m:oMathPara>
                </a14:m>
                <a:endParaRPr lang="en-GB"/>
              </a:p>
            </p:txBody>
          </p:sp>
        </mc:Choice>
        <mc:Fallback xmlns="">
          <p:sp>
            <p:nvSpPr>
              <p:cNvPr id="2" name="TextBox 1">
                <a:extLst>
                  <a:ext uri="{FF2B5EF4-FFF2-40B4-BE49-F238E27FC236}">
                    <a16:creationId xmlns:a16="http://schemas.microsoft.com/office/drawing/2014/main" id="{E9AA043F-2D3C-9F53-B227-0046FEE5293E}"/>
                  </a:ext>
                </a:extLst>
              </p:cNvPr>
              <p:cNvSpPr txBox="1">
                <a:spLocks noRot="1" noChangeAspect="1" noMove="1" noResize="1" noEditPoints="1" noAdjustHandles="1" noChangeArrowheads="1" noChangeShapeType="1" noTextEdit="1"/>
              </p:cNvSpPr>
              <p:nvPr/>
            </p:nvSpPr>
            <p:spPr>
              <a:xfrm>
                <a:off x="655845" y="2790744"/>
                <a:ext cx="1358962" cy="5186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B85DB2F-D9C1-EACB-937B-D1AF58856F33}"/>
                  </a:ext>
                </a:extLst>
              </p:cNvPr>
              <p:cNvSpPr txBox="1"/>
              <p:nvPr/>
            </p:nvSpPr>
            <p:spPr>
              <a:xfrm>
                <a:off x="364299" y="3668163"/>
                <a:ext cx="2145074" cy="61786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a:rPr lang="en-GB" i="1" smtClean="0">
                                  <a:latin typeface="Cambria Math" panose="02040503050406030204" pitchFamily="18" charset="0"/>
                                </a:rPr>
                                <m:t>𝑓</m:t>
                              </m:r>
                              <m:d>
                                <m:dPr>
                                  <m:ctrlPr>
                                    <a:rPr lang="en-GB" i="1" smtClean="0">
                                      <a:latin typeface="Cambria Math" panose="02040503050406030204" pitchFamily="18" charset="0"/>
                                    </a:rPr>
                                  </m:ctrlPr>
                                </m:dPr>
                                <m:e>
                                  <m:r>
                                    <a:rPr lang="en-GB" i="1" smtClean="0">
                                      <a:latin typeface="Cambria Math" panose="02040503050406030204" pitchFamily="18" charset="0"/>
                                    </a:rPr>
                                    <m:t>𝑐</m:t>
                                  </m:r>
                                </m:e>
                              </m:d>
                              <m:r>
                                <a:rPr lang="en-GB" i="1" smtClean="0">
                                  <a:latin typeface="Cambria Math" panose="02040503050406030204" pitchFamily="18" charset="0"/>
                                </a:rPr>
                                <m:t>&lt;0:</m:t>
                              </m:r>
                              <m:r>
                                <a:rPr lang="en-GB" b="0" i="1" smtClean="0">
                                  <a:latin typeface="Cambria Math" panose="02040503050406030204" pitchFamily="18" charset="0"/>
                                </a:rPr>
                                <m:t> </m:t>
                              </m:r>
                              <m:r>
                                <a:rPr lang="en-GB" i="1" smtClean="0">
                                  <a:latin typeface="Cambria Math" panose="02040503050406030204" pitchFamily="18" charset="0"/>
                                </a:rPr>
                                <m:t> </m:t>
                              </m:r>
                              <m:r>
                                <m:rPr>
                                  <m:nor/>
                                </m:rPr>
                                <a:rPr lang="en-GB" b="0" i="0" smtClean="0">
                                  <a:latin typeface="Cambria Math" panose="02040503050406030204" pitchFamily="18" charset="0"/>
                                </a:rPr>
                                <m:t>set </m:t>
                              </m:r>
                              <m:r>
                                <a:rPr lang="en-GB" i="1" smtClean="0">
                                  <a:latin typeface="Cambria Math" panose="02040503050406030204" pitchFamily="18" charset="0"/>
                                </a:rPr>
                                <m:t>𝑎</m:t>
                              </m:r>
                              <m:r>
                                <a:rPr lang="en-GB" i="1" smtClean="0">
                                  <a:latin typeface="Cambria Math" panose="02040503050406030204" pitchFamily="18" charset="0"/>
                                </a:rPr>
                                <m:t>=</m:t>
                              </m:r>
                              <m:r>
                                <a:rPr lang="en-GB" i="1" smtClean="0">
                                  <a:latin typeface="Cambria Math" panose="02040503050406030204" pitchFamily="18" charset="0"/>
                                </a:rPr>
                                <m:t>𝑐</m:t>
                              </m:r>
                            </m:e>
                            <m:e>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)&gt;0:  </m:t>
                              </m:r>
                              <m:r>
                                <m:rPr>
                                  <m:nor/>
                                </m:rPr>
                                <a:rPr lang="en-GB" b="0" i="0" smtClean="0">
                                  <a:latin typeface="Cambria Math" panose="02040503050406030204" pitchFamily="18" charset="0"/>
                                </a:rPr>
                                <m:t>set</m:t>
                              </m:r>
                              <m:r>
                                <a:rPr lang="en-GB" b="0" i="1" smtClean="0">
                                  <a:latin typeface="Cambria Math" panose="02040503050406030204" pitchFamily="18" charset="0"/>
                                </a:rPr>
                                <m:t> </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e>
                          </m:eqArr>
                        </m:e>
                      </m:d>
                    </m:oMath>
                  </m:oMathPara>
                </a14:m>
                <a:endParaRPr lang="en-GB" dirty="0"/>
              </a:p>
            </p:txBody>
          </p:sp>
        </mc:Choice>
        <mc:Fallback xmlns="">
          <p:sp>
            <p:nvSpPr>
              <p:cNvPr id="4" name="TextBox 3">
                <a:extLst>
                  <a:ext uri="{FF2B5EF4-FFF2-40B4-BE49-F238E27FC236}">
                    <a16:creationId xmlns:a16="http://schemas.microsoft.com/office/drawing/2014/main" id="{0B85DB2F-D9C1-EACB-937B-D1AF58856F33}"/>
                  </a:ext>
                </a:extLst>
              </p:cNvPr>
              <p:cNvSpPr txBox="1">
                <a:spLocks noRot="1" noChangeAspect="1" noMove="1" noResize="1" noEditPoints="1" noAdjustHandles="1" noChangeArrowheads="1" noChangeShapeType="1" noTextEdit="1"/>
              </p:cNvSpPr>
              <p:nvPr/>
            </p:nvSpPr>
            <p:spPr>
              <a:xfrm>
                <a:off x="364299" y="3668163"/>
                <a:ext cx="2145074" cy="617861"/>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999174266"/>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6C277-F1ED-4FB8-1340-E8A3B0E2A0B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3CD0C1C-A856-1331-6298-0A3350A8737F}"/>
              </a:ext>
            </a:extLst>
          </p:cNvPr>
          <p:cNvSpPr>
            <a:spLocks noGrp="1"/>
          </p:cNvSpPr>
          <p:nvPr>
            <p:ph type="title"/>
          </p:nvPr>
        </p:nvSpPr>
        <p:spPr/>
        <p:txBody>
          <a:bodyPr/>
          <a:lstStyle/>
          <a:p>
            <a:r>
              <a:rPr lang="en-GB"/>
              <a:t>Bisection method</a:t>
            </a:r>
          </a:p>
        </p:txBody>
      </p:sp>
      <p:pic>
        <p:nvPicPr>
          <p:cNvPr id="9" name="Picture 8">
            <a:extLst>
              <a:ext uri="{FF2B5EF4-FFF2-40B4-BE49-F238E27FC236}">
                <a16:creationId xmlns:a16="http://schemas.microsoft.com/office/drawing/2014/main" id="{0102BF30-E92D-DFCB-250B-4765F2BC39A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189798" y="1921995"/>
            <a:ext cx="5391709" cy="3946696"/>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09C01D8-B3DA-2B67-811E-33BA0DDE0B33}"/>
                  </a:ext>
                </a:extLst>
              </p:cNvPr>
              <p:cNvSpPr txBox="1"/>
              <p:nvPr/>
            </p:nvSpPr>
            <p:spPr>
              <a:xfrm>
                <a:off x="655845" y="2790744"/>
                <a:ext cx="1358962" cy="518604"/>
              </a:xfrm>
              <a:prstGeom prst="rect">
                <a:avLst/>
              </a:prstGeom>
              <a:noFill/>
            </p:spPr>
            <p:txBody>
              <a:bodyPr wrap="none" lIns="0" tIns="0" rIns="0" bIns="0" rtlCol="0">
                <a:spAutoFit/>
              </a:bodyPr>
              <a:lstStyle/>
              <a:p>
                <a:pPr/>
                <a14:m>
                  <m:oMathPara xmlns:m="http://schemas.openxmlformats.org/officeDocument/2006/math">
                    <m:oMath>
                      <m:r>
                        <a:rPr lang="en-GB" i="1" dirty="0">
                          <a:latin typeface="Cambria Math" panose="02040503050406030204" pitchFamily="18" charset="0"/>
                        </a:rPr>
                        <m:t>𝑐</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1</m:t>
                          </m:r>
                        </m:num>
                        <m:den>
                          <m:r>
                            <a:rPr lang="en-GB" i="1" dirty="0">
                              <a:latin typeface="Cambria Math" panose="02040503050406030204" pitchFamily="18" charset="0"/>
                            </a:rPr>
                            <m:t>2</m:t>
                          </m:r>
                        </m:den>
                      </m:f>
                      <m:d>
                        <m:dPr>
                          <m:ctrlPr>
                            <a:rPr lang="en-GB" i="1" dirty="0">
                              <a:latin typeface="Cambria Math" panose="02040503050406030204" pitchFamily="18" charset="0"/>
                            </a:rPr>
                          </m:ctrlPr>
                        </m:dPr>
                        <m:e>
                          <m:r>
                            <a:rPr lang="en-GB" i="1" dirty="0">
                              <a:latin typeface="Cambria Math" panose="02040503050406030204" pitchFamily="18" charset="0"/>
                            </a:rPr>
                            <m:t>𝑎</m:t>
                          </m:r>
                          <m:r>
                            <a:rPr lang="en-GB" i="1" dirty="0">
                              <a:latin typeface="Cambria Math" panose="02040503050406030204" pitchFamily="18" charset="0"/>
                            </a:rPr>
                            <m:t>+</m:t>
                          </m:r>
                          <m:r>
                            <a:rPr lang="en-GB" i="1" dirty="0">
                              <a:latin typeface="Cambria Math" panose="02040503050406030204" pitchFamily="18" charset="0"/>
                            </a:rPr>
                            <m:t>𝑏</m:t>
                          </m:r>
                        </m:e>
                      </m:d>
                    </m:oMath>
                  </m:oMathPara>
                </a14:m>
                <a:endParaRPr lang="en-GB"/>
              </a:p>
            </p:txBody>
          </p:sp>
        </mc:Choice>
        <mc:Fallback xmlns="">
          <p:sp>
            <p:nvSpPr>
              <p:cNvPr id="2" name="TextBox 1">
                <a:extLst>
                  <a:ext uri="{FF2B5EF4-FFF2-40B4-BE49-F238E27FC236}">
                    <a16:creationId xmlns:a16="http://schemas.microsoft.com/office/drawing/2014/main" id="{E09C01D8-B3DA-2B67-811E-33BA0DDE0B33}"/>
                  </a:ext>
                </a:extLst>
              </p:cNvPr>
              <p:cNvSpPr txBox="1">
                <a:spLocks noRot="1" noChangeAspect="1" noMove="1" noResize="1" noEditPoints="1" noAdjustHandles="1" noChangeArrowheads="1" noChangeShapeType="1" noTextEdit="1"/>
              </p:cNvSpPr>
              <p:nvPr/>
            </p:nvSpPr>
            <p:spPr>
              <a:xfrm>
                <a:off x="655845" y="2790744"/>
                <a:ext cx="1358962" cy="5186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239B3BE-02F3-88CB-A3A9-91C643E64092}"/>
                  </a:ext>
                </a:extLst>
              </p:cNvPr>
              <p:cNvSpPr txBox="1"/>
              <p:nvPr/>
            </p:nvSpPr>
            <p:spPr>
              <a:xfrm>
                <a:off x="364299" y="3668163"/>
                <a:ext cx="2145074" cy="61786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a:rPr lang="en-GB" i="1" smtClean="0">
                                  <a:latin typeface="Cambria Math" panose="02040503050406030204" pitchFamily="18" charset="0"/>
                                </a:rPr>
                                <m:t>𝑓</m:t>
                              </m:r>
                              <m:d>
                                <m:dPr>
                                  <m:ctrlPr>
                                    <a:rPr lang="en-GB" i="1" smtClean="0">
                                      <a:latin typeface="Cambria Math" panose="02040503050406030204" pitchFamily="18" charset="0"/>
                                    </a:rPr>
                                  </m:ctrlPr>
                                </m:dPr>
                                <m:e>
                                  <m:r>
                                    <a:rPr lang="en-GB" i="1" smtClean="0">
                                      <a:latin typeface="Cambria Math" panose="02040503050406030204" pitchFamily="18" charset="0"/>
                                    </a:rPr>
                                    <m:t>𝑐</m:t>
                                  </m:r>
                                </m:e>
                              </m:d>
                              <m:r>
                                <a:rPr lang="en-GB" i="1" smtClean="0">
                                  <a:latin typeface="Cambria Math" panose="02040503050406030204" pitchFamily="18" charset="0"/>
                                </a:rPr>
                                <m:t>&lt;0:</m:t>
                              </m:r>
                              <m:r>
                                <a:rPr lang="en-GB" b="0" i="1" smtClean="0">
                                  <a:latin typeface="Cambria Math" panose="02040503050406030204" pitchFamily="18" charset="0"/>
                                </a:rPr>
                                <m:t> </m:t>
                              </m:r>
                              <m:r>
                                <a:rPr lang="en-GB" i="1" smtClean="0">
                                  <a:latin typeface="Cambria Math" panose="02040503050406030204" pitchFamily="18" charset="0"/>
                                </a:rPr>
                                <m:t> </m:t>
                              </m:r>
                              <m:r>
                                <m:rPr>
                                  <m:nor/>
                                </m:rPr>
                                <a:rPr lang="en-GB" b="0" i="0" smtClean="0">
                                  <a:latin typeface="Cambria Math" panose="02040503050406030204" pitchFamily="18" charset="0"/>
                                </a:rPr>
                                <m:t>set </m:t>
                              </m:r>
                              <m:r>
                                <a:rPr lang="en-GB" i="1" smtClean="0">
                                  <a:latin typeface="Cambria Math" panose="02040503050406030204" pitchFamily="18" charset="0"/>
                                </a:rPr>
                                <m:t>𝑎</m:t>
                              </m:r>
                              <m:r>
                                <a:rPr lang="en-GB" i="1" smtClean="0">
                                  <a:latin typeface="Cambria Math" panose="02040503050406030204" pitchFamily="18" charset="0"/>
                                </a:rPr>
                                <m:t>=</m:t>
                              </m:r>
                              <m:r>
                                <a:rPr lang="en-GB" i="1" smtClean="0">
                                  <a:latin typeface="Cambria Math" panose="02040503050406030204" pitchFamily="18" charset="0"/>
                                </a:rPr>
                                <m:t>𝑐</m:t>
                              </m:r>
                            </m:e>
                            <m:e>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)&gt;0:  </m:t>
                              </m:r>
                              <m:r>
                                <m:rPr>
                                  <m:nor/>
                                </m:rPr>
                                <a:rPr lang="en-GB" b="0" i="0" smtClean="0">
                                  <a:latin typeface="Cambria Math" panose="02040503050406030204" pitchFamily="18" charset="0"/>
                                </a:rPr>
                                <m:t>set</m:t>
                              </m:r>
                              <m:r>
                                <a:rPr lang="en-GB" b="0" i="1" smtClean="0">
                                  <a:latin typeface="Cambria Math" panose="02040503050406030204" pitchFamily="18" charset="0"/>
                                </a:rPr>
                                <m:t> </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e>
                          </m:eqArr>
                        </m:e>
                      </m:d>
                    </m:oMath>
                  </m:oMathPara>
                </a14:m>
                <a:endParaRPr lang="en-GB" dirty="0"/>
              </a:p>
            </p:txBody>
          </p:sp>
        </mc:Choice>
        <mc:Fallback xmlns="">
          <p:sp>
            <p:nvSpPr>
              <p:cNvPr id="4" name="TextBox 3">
                <a:extLst>
                  <a:ext uri="{FF2B5EF4-FFF2-40B4-BE49-F238E27FC236}">
                    <a16:creationId xmlns:a16="http://schemas.microsoft.com/office/drawing/2014/main" id="{4239B3BE-02F3-88CB-A3A9-91C643E64092}"/>
                  </a:ext>
                </a:extLst>
              </p:cNvPr>
              <p:cNvSpPr txBox="1">
                <a:spLocks noRot="1" noChangeAspect="1" noMove="1" noResize="1" noEditPoints="1" noAdjustHandles="1" noChangeArrowheads="1" noChangeShapeType="1" noTextEdit="1"/>
              </p:cNvSpPr>
              <p:nvPr/>
            </p:nvSpPr>
            <p:spPr>
              <a:xfrm>
                <a:off x="364299" y="3668163"/>
                <a:ext cx="2145074" cy="617861"/>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624503397"/>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4E40F-A7FF-FE9B-0628-CE5A7AF7F7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EF4219A-C7EF-F114-047D-1442F4C22E59}"/>
              </a:ext>
            </a:extLst>
          </p:cNvPr>
          <p:cNvSpPr>
            <a:spLocks noGrp="1"/>
          </p:cNvSpPr>
          <p:nvPr>
            <p:ph type="title"/>
          </p:nvPr>
        </p:nvSpPr>
        <p:spPr/>
        <p:txBody>
          <a:bodyPr/>
          <a:lstStyle/>
          <a:p>
            <a:r>
              <a:rPr lang="en-GB"/>
              <a:t>Bisection method</a:t>
            </a:r>
          </a:p>
        </p:txBody>
      </p:sp>
      <p:pic>
        <p:nvPicPr>
          <p:cNvPr id="9" name="Picture 8">
            <a:extLst>
              <a:ext uri="{FF2B5EF4-FFF2-40B4-BE49-F238E27FC236}">
                <a16:creationId xmlns:a16="http://schemas.microsoft.com/office/drawing/2014/main" id="{5882AD69-0ED9-8277-5DEE-A3C9C8FD2D8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195548" y="1921995"/>
            <a:ext cx="5380208" cy="3946696"/>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1FFABEC-5E69-3A99-B275-7ED58FE0635D}"/>
                  </a:ext>
                </a:extLst>
              </p:cNvPr>
              <p:cNvSpPr txBox="1"/>
              <p:nvPr/>
            </p:nvSpPr>
            <p:spPr>
              <a:xfrm>
                <a:off x="655845" y="2790744"/>
                <a:ext cx="1358962" cy="518604"/>
              </a:xfrm>
              <a:prstGeom prst="rect">
                <a:avLst/>
              </a:prstGeom>
              <a:noFill/>
            </p:spPr>
            <p:txBody>
              <a:bodyPr wrap="none" lIns="0" tIns="0" rIns="0" bIns="0" rtlCol="0">
                <a:spAutoFit/>
              </a:bodyPr>
              <a:lstStyle/>
              <a:p>
                <a:pPr/>
                <a14:m>
                  <m:oMathPara xmlns:m="http://schemas.openxmlformats.org/officeDocument/2006/math">
                    <m:oMath>
                      <m:r>
                        <a:rPr lang="en-GB" i="1" dirty="0">
                          <a:latin typeface="Cambria Math" panose="02040503050406030204" pitchFamily="18" charset="0"/>
                        </a:rPr>
                        <m:t>𝑐</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1</m:t>
                          </m:r>
                        </m:num>
                        <m:den>
                          <m:r>
                            <a:rPr lang="en-GB" i="1" dirty="0">
                              <a:latin typeface="Cambria Math" panose="02040503050406030204" pitchFamily="18" charset="0"/>
                            </a:rPr>
                            <m:t>2</m:t>
                          </m:r>
                        </m:den>
                      </m:f>
                      <m:d>
                        <m:dPr>
                          <m:ctrlPr>
                            <a:rPr lang="en-GB" i="1" dirty="0">
                              <a:latin typeface="Cambria Math" panose="02040503050406030204" pitchFamily="18" charset="0"/>
                            </a:rPr>
                          </m:ctrlPr>
                        </m:dPr>
                        <m:e>
                          <m:r>
                            <a:rPr lang="en-GB" i="1" dirty="0">
                              <a:latin typeface="Cambria Math" panose="02040503050406030204" pitchFamily="18" charset="0"/>
                            </a:rPr>
                            <m:t>𝑎</m:t>
                          </m:r>
                          <m:r>
                            <a:rPr lang="en-GB" i="1" dirty="0">
                              <a:latin typeface="Cambria Math" panose="02040503050406030204" pitchFamily="18" charset="0"/>
                            </a:rPr>
                            <m:t>+</m:t>
                          </m:r>
                          <m:r>
                            <a:rPr lang="en-GB" i="1" dirty="0">
                              <a:latin typeface="Cambria Math" panose="02040503050406030204" pitchFamily="18" charset="0"/>
                            </a:rPr>
                            <m:t>𝑏</m:t>
                          </m:r>
                        </m:e>
                      </m:d>
                    </m:oMath>
                  </m:oMathPara>
                </a14:m>
                <a:endParaRPr lang="en-GB"/>
              </a:p>
            </p:txBody>
          </p:sp>
        </mc:Choice>
        <mc:Fallback xmlns="">
          <p:sp>
            <p:nvSpPr>
              <p:cNvPr id="2" name="TextBox 1">
                <a:extLst>
                  <a:ext uri="{FF2B5EF4-FFF2-40B4-BE49-F238E27FC236}">
                    <a16:creationId xmlns:a16="http://schemas.microsoft.com/office/drawing/2014/main" id="{31FFABEC-5E69-3A99-B275-7ED58FE0635D}"/>
                  </a:ext>
                </a:extLst>
              </p:cNvPr>
              <p:cNvSpPr txBox="1">
                <a:spLocks noRot="1" noChangeAspect="1" noMove="1" noResize="1" noEditPoints="1" noAdjustHandles="1" noChangeArrowheads="1" noChangeShapeType="1" noTextEdit="1"/>
              </p:cNvSpPr>
              <p:nvPr/>
            </p:nvSpPr>
            <p:spPr>
              <a:xfrm>
                <a:off x="655845" y="2790744"/>
                <a:ext cx="1358962" cy="5186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6FF5C69-4CB5-35FC-BAF3-DC846A2A5836}"/>
                  </a:ext>
                </a:extLst>
              </p:cNvPr>
              <p:cNvSpPr txBox="1"/>
              <p:nvPr/>
            </p:nvSpPr>
            <p:spPr>
              <a:xfrm>
                <a:off x="364299" y="3668163"/>
                <a:ext cx="2145074" cy="61786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a:rPr lang="en-GB" i="1" smtClean="0">
                                  <a:latin typeface="Cambria Math" panose="02040503050406030204" pitchFamily="18" charset="0"/>
                                </a:rPr>
                                <m:t>𝑓</m:t>
                              </m:r>
                              <m:d>
                                <m:dPr>
                                  <m:ctrlPr>
                                    <a:rPr lang="en-GB" i="1" smtClean="0">
                                      <a:latin typeface="Cambria Math" panose="02040503050406030204" pitchFamily="18" charset="0"/>
                                    </a:rPr>
                                  </m:ctrlPr>
                                </m:dPr>
                                <m:e>
                                  <m:r>
                                    <a:rPr lang="en-GB" i="1" smtClean="0">
                                      <a:latin typeface="Cambria Math" panose="02040503050406030204" pitchFamily="18" charset="0"/>
                                    </a:rPr>
                                    <m:t>𝑐</m:t>
                                  </m:r>
                                </m:e>
                              </m:d>
                              <m:r>
                                <a:rPr lang="en-GB" i="1" smtClean="0">
                                  <a:latin typeface="Cambria Math" panose="02040503050406030204" pitchFamily="18" charset="0"/>
                                </a:rPr>
                                <m:t>&lt;0:</m:t>
                              </m:r>
                              <m:r>
                                <a:rPr lang="en-GB" b="0" i="1" smtClean="0">
                                  <a:latin typeface="Cambria Math" panose="02040503050406030204" pitchFamily="18" charset="0"/>
                                </a:rPr>
                                <m:t> </m:t>
                              </m:r>
                              <m:r>
                                <a:rPr lang="en-GB" i="1" smtClean="0">
                                  <a:latin typeface="Cambria Math" panose="02040503050406030204" pitchFamily="18" charset="0"/>
                                </a:rPr>
                                <m:t> </m:t>
                              </m:r>
                              <m:r>
                                <m:rPr>
                                  <m:nor/>
                                </m:rPr>
                                <a:rPr lang="en-GB" b="0" i="0" smtClean="0">
                                  <a:latin typeface="Cambria Math" panose="02040503050406030204" pitchFamily="18" charset="0"/>
                                </a:rPr>
                                <m:t>set </m:t>
                              </m:r>
                              <m:r>
                                <a:rPr lang="en-GB" i="1" smtClean="0">
                                  <a:latin typeface="Cambria Math" panose="02040503050406030204" pitchFamily="18" charset="0"/>
                                </a:rPr>
                                <m:t>𝑎</m:t>
                              </m:r>
                              <m:r>
                                <a:rPr lang="en-GB" i="1" smtClean="0">
                                  <a:latin typeface="Cambria Math" panose="02040503050406030204" pitchFamily="18" charset="0"/>
                                </a:rPr>
                                <m:t>=</m:t>
                              </m:r>
                              <m:r>
                                <a:rPr lang="en-GB" i="1" smtClean="0">
                                  <a:latin typeface="Cambria Math" panose="02040503050406030204" pitchFamily="18" charset="0"/>
                                </a:rPr>
                                <m:t>𝑐</m:t>
                              </m:r>
                            </m:e>
                            <m:e>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)&gt;0:  </m:t>
                              </m:r>
                              <m:r>
                                <m:rPr>
                                  <m:nor/>
                                </m:rPr>
                                <a:rPr lang="en-GB" b="0" i="0" smtClean="0">
                                  <a:latin typeface="Cambria Math" panose="02040503050406030204" pitchFamily="18" charset="0"/>
                                </a:rPr>
                                <m:t>set</m:t>
                              </m:r>
                              <m:r>
                                <a:rPr lang="en-GB" b="0" i="1" smtClean="0">
                                  <a:latin typeface="Cambria Math" panose="02040503050406030204" pitchFamily="18" charset="0"/>
                                </a:rPr>
                                <m:t> </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e>
                          </m:eqArr>
                        </m:e>
                      </m:d>
                    </m:oMath>
                  </m:oMathPara>
                </a14:m>
                <a:endParaRPr lang="en-GB" dirty="0"/>
              </a:p>
            </p:txBody>
          </p:sp>
        </mc:Choice>
        <mc:Fallback xmlns="">
          <p:sp>
            <p:nvSpPr>
              <p:cNvPr id="4" name="TextBox 3">
                <a:extLst>
                  <a:ext uri="{FF2B5EF4-FFF2-40B4-BE49-F238E27FC236}">
                    <a16:creationId xmlns:a16="http://schemas.microsoft.com/office/drawing/2014/main" id="{66FF5C69-4CB5-35FC-BAF3-DC846A2A5836}"/>
                  </a:ext>
                </a:extLst>
              </p:cNvPr>
              <p:cNvSpPr txBox="1">
                <a:spLocks noRot="1" noChangeAspect="1" noMove="1" noResize="1" noEditPoints="1" noAdjustHandles="1" noChangeArrowheads="1" noChangeShapeType="1" noTextEdit="1"/>
              </p:cNvSpPr>
              <p:nvPr/>
            </p:nvSpPr>
            <p:spPr>
              <a:xfrm>
                <a:off x="364299" y="3668163"/>
                <a:ext cx="2145074" cy="617861"/>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09399172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E3FC8-E02C-7DAC-5F89-A6E7E65951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9430660-5B9B-205F-3C8E-BE36FC6B918D}"/>
              </a:ext>
            </a:extLst>
          </p:cNvPr>
          <p:cNvSpPr>
            <a:spLocks noGrp="1"/>
          </p:cNvSpPr>
          <p:nvPr>
            <p:ph type="title"/>
          </p:nvPr>
        </p:nvSpPr>
        <p:spPr/>
        <p:txBody>
          <a:bodyPr/>
          <a:lstStyle/>
          <a:p>
            <a:r>
              <a:rPr lang="en-GB"/>
              <a:t>Bisection method</a:t>
            </a:r>
          </a:p>
        </p:txBody>
      </p:sp>
      <p:pic>
        <p:nvPicPr>
          <p:cNvPr id="9" name="Picture 8">
            <a:extLst>
              <a:ext uri="{FF2B5EF4-FFF2-40B4-BE49-F238E27FC236}">
                <a16:creationId xmlns:a16="http://schemas.microsoft.com/office/drawing/2014/main" id="{85006343-591C-B918-42A6-654B551FCB0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56000" y="1921995"/>
            <a:ext cx="5259305" cy="3946696"/>
          </a:xfrm>
          <a:prstGeom prst="rect">
            <a:avLst/>
          </a:prstGeom>
        </p:spPr>
      </p:pic>
      <p:sp>
        <p:nvSpPr>
          <p:cNvPr id="2" name="TextBox 1">
            <a:extLst>
              <a:ext uri="{FF2B5EF4-FFF2-40B4-BE49-F238E27FC236}">
                <a16:creationId xmlns:a16="http://schemas.microsoft.com/office/drawing/2014/main" id="{F9B07E77-DDDF-FEDB-C276-4D7FF9DE77A1}"/>
              </a:ext>
            </a:extLst>
          </p:cNvPr>
          <p:cNvSpPr txBox="1"/>
          <p:nvPr/>
        </p:nvSpPr>
        <p:spPr>
          <a:xfrm>
            <a:off x="8916934" y="2583640"/>
            <a:ext cx="2436868" cy="369332"/>
          </a:xfrm>
          <a:prstGeom prst="rect">
            <a:avLst/>
          </a:prstGeom>
          <a:noFill/>
        </p:spPr>
        <p:txBody>
          <a:bodyPr wrap="square" rtlCol="0">
            <a:spAutoFit/>
          </a:bodyPr>
          <a:lstStyle/>
          <a:p>
            <a:r>
              <a:rPr lang="en-GB"/>
              <a:t>Looks pretty close now!</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61F56F5-FF2D-18EF-F7F6-F785C5AFDF0E}"/>
                  </a:ext>
                </a:extLst>
              </p:cNvPr>
              <p:cNvSpPr txBox="1"/>
              <p:nvPr/>
            </p:nvSpPr>
            <p:spPr>
              <a:xfrm>
                <a:off x="655845" y="2790744"/>
                <a:ext cx="1358962" cy="518604"/>
              </a:xfrm>
              <a:prstGeom prst="rect">
                <a:avLst/>
              </a:prstGeom>
              <a:noFill/>
            </p:spPr>
            <p:txBody>
              <a:bodyPr wrap="none" lIns="0" tIns="0" rIns="0" bIns="0" rtlCol="0">
                <a:spAutoFit/>
              </a:bodyPr>
              <a:lstStyle/>
              <a:p>
                <a:pPr/>
                <a14:m>
                  <m:oMathPara xmlns:m="http://schemas.openxmlformats.org/officeDocument/2006/math">
                    <m:oMath>
                      <m:r>
                        <a:rPr lang="en-GB" i="1" dirty="0">
                          <a:latin typeface="Cambria Math" panose="02040503050406030204" pitchFamily="18" charset="0"/>
                        </a:rPr>
                        <m:t>𝑐</m:t>
                      </m:r>
                      <m:r>
                        <a:rPr lang="en-GB" i="1" dirty="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1</m:t>
                          </m:r>
                        </m:num>
                        <m:den>
                          <m:r>
                            <a:rPr lang="en-GB" i="1" dirty="0">
                              <a:latin typeface="Cambria Math" panose="02040503050406030204" pitchFamily="18" charset="0"/>
                            </a:rPr>
                            <m:t>2</m:t>
                          </m:r>
                        </m:den>
                      </m:f>
                      <m:d>
                        <m:dPr>
                          <m:ctrlPr>
                            <a:rPr lang="en-GB" i="1" dirty="0">
                              <a:latin typeface="Cambria Math" panose="02040503050406030204" pitchFamily="18" charset="0"/>
                            </a:rPr>
                          </m:ctrlPr>
                        </m:dPr>
                        <m:e>
                          <m:r>
                            <a:rPr lang="en-GB" i="1" dirty="0">
                              <a:latin typeface="Cambria Math" panose="02040503050406030204" pitchFamily="18" charset="0"/>
                            </a:rPr>
                            <m:t>𝑎</m:t>
                          </m:r>
                          <m:r>
                            <a:rPr lang="en-GB" i="1" dirty="0">
                              <a:latin typeface="Cambria Math" panose="02040503050406030204" pitchFamily="18" charset="0"/>
                            </a:rPr>
                            <m:t>+</m:t>
                          </m:r>
                          <m:r>
                            <a:rPr lang="en-GB" i="1" dirty="0">
                              <a:latin typeface="Cambria Math" panose="02040503050406030204" pitchFamily="18" charset="0"/>
                            </a:rPr>
                            <m:t>𝑏</m:t>
                          </m:r>
                        </m:e>
                      </m:d>
                    </m:oMath>
                  </m:oMathPara>
                </a14:m>
                <a:endParaRPr lang="en-GB"/>
              </a:p>
            </p:txBody>
          </p:sp>
        </mc:Choice>
        <mc:Fallback xmlns="">
          <p:sp>
            <p:nvSpPr>
              <p:cNvPr id="4" name="TextBox 3">
                <a:extLst>
                  <a:ext uri="{FF2B5EF4-FFF2-40B4-BE49-F238E27FC236}">
                    <a16:creationId xmlns:a16="http://schemas.microsoft.com/office/drawing/2014/main" id="{F61F56F5-FF2D-18EF-F7F6-F785C5AFDF0E}"/>
                  </a:ext>
                </a:extLst>
              </p:cNvPr>
              <p:cNvSpPr txBox="1">
                <a:spLocks noRot="1" noChangeAspect="1" noMove="1" noResize="1" noEditPoints="1" noAdjustHandles="1" noChangeArrowheads="1" noChangeShapeType="1" noTextEdit="1"/>
              </p:cNvSpPr>
              <p:nvPr/>
            </p:nvSpPr>
            <p:spPr>
              <a:xfrm>
                <a:off x="655845" y="2790744"/>
                <a:ext cx="1358962" cy="5186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125FB93-A759-ECBE-2992-9CA135896AA0}"/>
                  </a:ext>
                </a:extLst>
              </p:cNvPr>
              <p:cNvSpPr txBox="1"/>
              <p:nvPr/>
            </p:nvSpPr>
            <p:spPr>
              <a:xfrm>
                <a:off x="364299" y="3668163"/>
                <a:ext cx="2145074" cy="61786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a:rPr lang="en-GB" i="1" smtClean="0">
                                  <a:latin typeface="Cambria Math" panose="02040503050406030204" pitchFamily="18" charset="0"/>
                                </a:rPr>
                                <m:t>𝑓</m:t>
                              </m:r>
                              <m:d>
                                <m:dPr>
                                  <m:ctrlPr>
                                    <a:rPr lang="en-GB" i="1" smtClean="0">
                                      <a:latin typeface="Cambria Math" panose="02040503050406030204" pitchFamily="18" charset="0"/>
                                    </a:rPr>
                                  </m:ctrlPr>
                                </m:dPr>
                                <m:e>
                                  <m:r>
                                    <a:rPr lang="en-GB" i="1" smtClean="0">
                                      <a:latin typeface="Cambria Math" panose="02040503050406030204" pitchFamily="18" charset="0"/>
                                    </a:rPr>
                                    <m:t>𝑐</m:t>
                                  </m:r>
                                </m:e>
                              </m:d>
                              <m:r>
                                <a:rPr lang="en-GB" i="1" smtClean="0">
                                  <a:latin typeface="Cambria Math" panose="02040503050406030204" pitchFamily="18" charset="0"/>
                                </a:rPr>
                                <m:t>&lt;0:</m:t>
                              </m:r>
                              <m:r>
                                <a:rPr lang="en-GB" b="0" i="1" smtClean="0">
                                  <a:latin typeface="Cambria Math" panose="02040503050406030204" pitchFamily="18" charset="0"/>
                                </a:rPr>
                                <m:t> </m:t>
                              </m:r>
                              <m:r>
                                <a:rPr lang="en-GB" i="1" smtClean="0">
                                  <a:latin typeface="Cambria Math" panose="02040503050406030204" pitchFamily="18" charset="0"/>
                                </a:rPr>
                                <m:t> </m:t>
                              </m:r>
                              <m:r>
                                <m:rPr>
                                  <m:nor/>
                                </m:rPr>
                                <a:rPr lang="en-GB" b="0" i="0" smtClean="0">
                                  <a:latin typeface="Cambria Math" panose="02040503050406030204" pitchFamily="18" charset="0"/>
                                </a:rPr>
                                <m:t>set </m:t>
                              </m:r>
                              <m:r>
                                <a:rPr lang="en-GB" i="1" smtClean="0">
                                  <a:latin typeface="Cambria Math" panose="02040503050406030204" pitchFamily="18" charset="0"/>
                                </a:rPr>
                                <m:t>𝑎</m:t>
                              </m:r>
                              <m:r>
                                <a:rPr lang="en-GB" i="1" smtClean="0">
                                  <a:latin typeface="Cambria Math" panose="02040503050406030204" pitchFamily="18" charset="0"/>
                                </a:rPr>
                                <m:t>=</m:t>
                              </m:r>
                              <m:r>
                                <a:rPr lang="en-GB" i="1" smtClean="0">
                                  <a:latin typeface="Cambria Math" panose="02040503050406030204" pitchFamily="18" charset="0"/>
                                </a:rPr>
                                <m:t>𝑐</m:t>
                              </m:r>
                            </m:e>
                            <m:e>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)&gt;0:  </m:t>
                              </m:r>
                              <m:r>
                                <m:rPr>
                                  <m:nor/>
                                </m:rPr>
                                <a:rPr lang="en-GB" b="0" i="0" smtClean="0">
                                  <a:latin typeface="Cambria Math" panose="02040503050406030204" pitchFamily="18" charset="0"/>
                                </a:rPr>
                                <m:t>set</m:t>
                              </m:r>
                              <m:r>
                                <a:rPr lang="en-GB" b="0" i="1" smtClean="0">
                                  <a:latin typeface="Cambria Math" panose="02040503050406030204" pitchFamily="18" charset="0"/>
                                </a:rPr>
                                <m:t> </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𝑐</m:t>
                              </m:r>
                            </m:e>
                          </m:eqArr>
                        </m:e>
                      </m:d>
                    </m:oMath>
                  </m:oMathPara>
                </a14:m>
                <a:endParaRPr lang="en-GB" dirty="0"/>
              </a:p>
            </p:txBody>
          </p:sp>
        </mc:Choice>
        <mc:Fallback xmlns="">
          <p:sp>
            <p:nvSpPr>
              <p:cNvPr id="5" name="TextBox 4">
                <a:extLst>
                  <a:ext uri="{FF2B5EF4-FFF2-40B4-BE49-F238E27FC236}">
                    <a16:creationId xmlns:a16="http://schemas.microsoft.com/office/drawing/2014/main" id="{0125FB93-A759-ECBE-2992-9CA135896AA0}"/>
                  </a:ext>
                </a:extLst>
              </p:cNvPr>
              <p:cNvSpPr txBox="1">
                <a:spLocks noRot="1" noChangeAspect="1" noMove="1" noResize="1" noEditPoints="1" noAdjustHandles="1" noChangeArrowheads="1" noChangeShapeType="1" noTextEdit="1"/>
              </p:cNvSpPr>
              <p:nvPr/>
            </p:nvSpPr>
            <p:spPr>
              <a:xfrm>
                <a:off x="364299" y="3668163"/>
                <a:ext cx="2145074" cy="617861"/>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98108282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409C4-7988-2963-D392-3FD99164472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D28E01A-AFD6-93DB-DF15-E7F3858619C8}"/>
              </a:ext>
            </a:extLst>
          </p:cNvPr>
          <p:cNvSpPr>
            <a:spLocks noGrp="1"/>
          </p:cNvSpPr>
          <p:nvPr>
            <p:ph type="title"/>
          </p:nvPr>
        </p:nvSpPr>
        <p:spPr/>
        <p:txBody>
          <a:bodyPr/>
          <a:lstStyle/>
          <a:p>
            <a:r>
              <a:rPr lang="en-GB"/>
              <a:t>Bisection method</a:t>
            </a:r>
          </a:p>
        </p:txBody>
      </p:sp>
      <p:pic>
        <p:nvPicPr>
          <p:cNvPr id="9" name="Picture 8">
            <a:extLst>
              <a:ext uri="{FF2B5EF4-FFF2-40B4-BE49-F238E27FC236}">
                <a16:creationId xmlns:a16="http://schemas.microsoft.com/office/drawing/2014/main" id="{2405BF80-5401-7D16-8A40-1D4FF2EB6B9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67680" y="2077443"/>
            <a:ext cx="5259305" cy="3946696"/>
          </a:xfrm>
          <a:prstGeom prst="rect">
            <a:avLst/>
          </a:prstGeom>
        </p:spPr>
      </p:pic>
      <mc:AlternateContent xmlns:mc="http://schemas.openxmlformats.org/markup-compatibility/2006" xmlns:a14="http://schemas.microsoft.com/office/drawing/2010/main">
        <mc:Choice Requires="a14">
          <p:sp>
            <p:nvSpPr>
              <p:cNvPr id="2" name="Content Placeholder 4">
                <a:extLst>
                  <a:ext uri="{FF2B5EF4-FFF2-40B4-BE49-F238E27FC236}">
                    <a16:creationId xmlns:a16="http://schemas.microsoft.com/office/drawing/2014/main" id="{74C0F49F-F016-20BD-1587-D140A11E927E}"/>
                  </a:ext>
                </a:extLst>
              </p:cNvPr>
              <p:cNvSpPr txBox="1">
                <a:spLocks/>
              </p:cNvSpPr>
              <p:nvPr/>
            </p:nvSpPr>
            <p:spPr>
              <a:xfrm>
                <a:off x="417503" y="1838632"/>
                <a:ext cx="4850178" cy="4287848"/>
              </a:xfrm>
              <a:prstGeom prst="rect">
                <a:avLst/>
              </a:prstGeom>
            </p:spPr>
            <p:txBody>
              <a:bodyPr>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a:t>After 6 iterations:</a:t>
                </a:r>
                <a:br>
                  <a:rPr lang="en-GB" sz="1800"/>
                </a:br>
                <a14:m>
                  <m:oMath xmlns:m="http://schemas.openxmlformats.org/officeDocument/2006/math">
                    <m:r>
                      <a:rPr lang="en-GB" sz="1800" i="1" dirty="0" smtClean="0">
                        <a:latin typeface="Cambria Math" panose="02040503050406030204" pitchFamily="18" charset="0"/>
                      </a:rPr>
                      <m:t>𝑐</m:t>
                    </m:r>
                    <m:r>
                      <a:rPr lang="en-GB" sz="1800" i="1" dirty="0" smtClean="0">
                        <a:latin typeface="Cambria Math" panose="02040503050406030204" pitchFamily="18" charset="0"/>
                      </a:rPr>
                      <m:t>=1.296875</m:t>
                    </m:r>
                  </m:oMath>
                </a14:m>
                <a:endParaRPr lang="en-GB" sz="1800"/>
              </a:p>
              <a:p>
                <a:pPr marL="0" indent="0">
                  <a:buNone/>
                </a:pPr>
                <a14:m>
                  <m:oMathPara xmlns:m="http://schemas.openxmlformats.org/officeDocument/2006/math">
                    <m:o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a:latin typeface="Cambria Math" panose="02040503050406030204" pitchFamily="18" charset="0"/>
                        </a:rPr>
                        <m:t>𝑐</m:t>
                      </m:r>
                      <m:r>
                        <a:rPr lang="en-GB" sz="1800" i="1" dirty="0">
                          <a:latin typeface="Cambria Math" panose="02040503050406030204" pitchFamily="18" charset="0"/>
                        </a:rPr>
                        <m:t>)=0.004925</m:t>
                      </m:r>
                    </m:oMath>
                  </m:oMathPara>
                </a14:m>
                <a:endParaRPr lang="en-GB" sz="1800"/>
              </a:p>
              <a:p>
                <a:endParaRPr lang="en-GB" sz="1800"/>
              </a:p>
              <a:p>
                <a:endParaRPr lang="en-GB" sz="1800"/>
              </a:p>
            </p:txBody>
          </p:sp>
        </mc:Choice>
        <mc:Fallback xmlns="">
          <p:sp>
            <p:nvSpPr>
              <p:cNvPr id="2" name="Content Placeholder 4">
                <a:extLst>
                  <a:ext uri="{FF2B5EF4-FFF2-40B4-BE49-F238E27FC236}">
                    <a16:creationId xmlns:a16="http://schemas.microsoft.com/office/drawing/2014/main" id="{74C0F49F-F016-20BD-1587-D140A11E927E}"/>
                  </a:ext>
                </a:extLst>
              </p:cNvPr>
              <p:cNvSpPr txBox="1">
                <a:spLocks noRot="1" noChangeAspect="1" noMove="1" noResize="1" noEditPoints="1" noAdjustHandles="1" noChangeArrowheads="1" noChangeShapeType="1" noTextEdit="1"/>
              </p:cNvSpPr>
              <p:nvPr/>
            </p:nvSpPr>
            <p:spPr>
              <a:xfrm>
                <a:off x="417503" y="1838632"/>
                <a:ext cx="4850178" cy="4287848"/>
              </a:xfrm>
              <a:prstGeom prst="rect">
                <a:avLst/>
              </a:prstGeom>
              <a:blipFill>
                <a:blip r:embed="rId4"/>
                <a:stretch>
                  <a:fillRect l="-754"/>
                </a:stretch>
              </a:blipFill>
            </p:spPr>
            <p:txBody>
              <a:bodyPr/>
              <a:lstStyle/>
              <a:p>
                <a:r>
                  <a:rPr lang="en-US">
                    <a:noFill/>
                  </a:rPr>
                  <a:t> </a:t>
                </a:r>
              </a:p>
            </p:txBody>
          </p:sp>
        </mc:Fallback>
      </mc:AlternateContent>
    </p:spTree>
    <p:extLst>
      <p:ext uri="{BB962C8B-B14F-4D97-AF65-F5344CB8AC3E}">
        <p14:creationId xmlns:p14="http://schemas.microsoft.com/office/powerpoint/2010/main" val="2236261292"/>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Notes on the bisection method</a:t>
            </a:r>
          </a:p>
        </p:txBody>
      </p:sp>
      <mc:AlternateContent xmlns:mc="http://schemas.openxmlformats.org/markup-compatibility/2006" xmlns:a14="http://schemas.microsoft.com/office/drawing/2010/main">
        <mc:Choice Requires="a14">
          <p:sp>
            <p:nvSpPr>
              <p:cNvPr id="7" name="Content Placeholder 4">
                <a:extLst>
                  <a:ext uri="{FF2B5EF4-FFF2-40B4-BE49-F238E27FC236}">
                    <a16:creationId xmlns:a16="http://schemas.microsoft.com/office/drawing/2014/main" id="{F3437C5B-F932-F3A1-D6BE-C98115FB6ADE}"/>
                  </a:ext>
                </a:extLst>
              </p:cNvPr>
              <p:cNvSpPr>
                <a:spLocks noGrp="1"/>
              </p:cNvSpPr>
              <p:nvPr>
                <p:ph sz="half" idx="10"/>
              </p:nvPr>
            </p:nvSpPr>
            <p:spPr>
              <a:xfrm>
                <a:off x="417502" y="1838632"/>
                <a:ext cx="11145847" cy="4287848"/>
              </a:xfrm>
            </p:spPr>
            <p:txBody>
              <a:bodyPr>
                <a:normAutofit lnSpcReduction="10000"/>
              </a:bodyPr>
              <a:lstStyle/>
              <a:p>
                <a:r>
                  <a:rPr lang="en-GB" sz="1800" dirty="0"/>
                  <a:t>The bisection method’s guess does not always have to get closer to the root</a:t>
                </a:r>
              </a:p>
              <a:p>
                <a:r>
                  <a:rPr lang="en-GB" sz="1800" dirty="0"/>
                  <a:t>Generally, physical parameters are often ‘well-behaved’ - they increase or decrease </a:t>
                </a:r>
                <a:r>
                  <a:rPr lang="en-GB" sz="1800" b="1" dirty="0"/>
                  <a:t>monotonically</a:t>
                </a:r>
              </a:p>
              <a:p>
                <a:r>
                  <a:rPr lang="en-GB" sz="1800" dirty="0"/>
                  <a:t>But not always - in these cases, more physical information about the system may be required to ensure you have the correct root</a:t>
                </a:r>
              </a:p>
              <a:p>
                <a:r>
                  <a:rPr lang="en-GB" sz="1800" dirty="0"/>
                  <a:t>For example, water.  Usually, when temperature increases, density decreases</a:t>
                </a:r>
              </a:p>
              <a:p>
                <a:r>
                  <a:rPr lang="en-GB" sz="1800" dirty="0"/>
                  <a:t>But below </a:t>
                </a:r>
                <a14:m>
                  <m:oMath xmlns:m="http://schemas.openxmlformats.org/officeDocument/2006/math">
                    <m:sSup>
                      <m:sSupPr>
                        <m:ctrlPr>
                          <a:rPr lang="en-GB" sz="1800" b="0" i="1" smtClean="0">
                            <a:latin typeface="Cambria Math" panose="02040503050406030204" pitchFamily="18" charset="0"/>
                          </a:rPr>
                        </m:ctrlPr>
                      </m:sSupPr>
                      <m:e>
                        <m:r>
                          <a:rPr lang="en-GB" sz="1800" b="0" i="1" smtClean="0">
                            <a:latin typeface="Cambria Math" panose="02040503050406030204" pitchFamily="18" charset="0"/>
                          </a:rPr>
                          <m:t>4</m:t>
                        </m:r>
                      </m:e>
                      <m:sup>
                        <m:r>
                          <a:rPr lang="en-GB" sz="1800" b="0" i="1" smtClean="0">
                            <a:latin typeface="Cambria Math" panose="02040503050406030204" pitchFamily="18" charset="0"/>
                          </a:rPr>
                          <m:t>∘</m:t>
                        </m:r>
                      </m:sup>
                    </m:sSup>
                  </m:oMath>
                </a14:m>
                <a:r>
                  <a:rPr lang="en-GB" sz="1800" dirty="0"/>
                  <a:t>C, density increases as temperature increases, density alone is not always enough to work out water’s temperature</a:t>
                </a:r>
              </a:p>
              <a:p>
                <a:r>
                  <a:rPr lang="en-GB" sz="1800" dirty="0"/>
                  <a:t>The method does require you to find two suitable guesses - these are often obvious, but problem dependent. You may have a starting guess from the previous time this method was called, for example</a:t>
                </a:r>
              </a:p>
            </p:txBody>
          </p:sp>
        </mc:Choice>
        <mc:Fallback xmlns="">
          <p:sp>
            <p:nvSpPr>
              <p:cNvPr id="7" name="Content Placeholder 4">
                <a:extLst>
                  <a:ext uri="{FF2B5EF4-FFF2-40B4-BE49-F238E27FC236}">
                    <a16:creationId xmlns:a16="http://schemas.microsoft.com/office/drawing/2014/main" id="{F3437C5B-F932-F3A1-D6BE-C98115FB6ADE}"/>
                  </a:ext>
                </a:extLst>
              </p:cNvPr>
              <p:cNvSpPr>
                <a:spLocks noGrp="1" noRot="1" noChangeAspect="1" noMove="1" noResize="1" noEditPoints="1" noAdjustHandles="1" noChangeArrowheads="1" noChangeShapeType="1" noTextEdit="1"/>
              </p:cNvSpPr>
              <p:nvPr>
                <p:ph sz="half" idx="10"/>
              </p:nvPr>
            </p:nvSpPr>
            <p:spPr>
              <a:xfrm>
                <a:off x="417502" y="1838632"/>
                <a:ext cx="11145847" cy="4287848"/>
              </a:xfrm>
              <a:blipFill>
                <a:blip r:embed="rId2"/>
                <a:stretch>
                  <a:fillRect l="-328"/>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Newton's method</a:t>
            </a:r>
          </a:p>
        </p:txBody>
      </p:sp>
      <p:sp>
        <p:nvSpPr>
          <p:cNvPr id="7" name="Content Placeholder 4">
            <a:extLst>
              <a:ext uri="{FF2B5EF4-FFF2-40B4-BE49-F238E27FC236}">
                <a16:creationId xmlns:a16="http://schemas.microsoft.com/office/drawing/2014/main" id="{0768C42D-EA9F-5E23-87BF-223DE5C3F542}"/>
              </a:ext>
            </a:extLst>
          </p:cNvPr>
          <p:cNvSpPr>
            <a:spLocks noGrp="1"/>
          </p:cNvSpPr>
          <p:nvPr>
            <p:ph sz="half" idx="10"/>
          </p:nvPr>
        </p:nvSpPr>
        <p:spPr>
          <a:xfrm>
            <a:off x="417502" y="1838632"/>
            <a:ext cx="11145847" cy="4287848"/>
          </a:xfrm>
        </p:spPr>
        <p:txBody>
          <a:bodyPr>
            <a:normAutofit/>
          </a:bodyPr>
          <a:lstStyle/>
          <a:p>
            <a:r>
              <a:rPr lang="en-GB" sz="1800" dirty="0"/>
              <a:t>The bisection method is reliable, simple, but inefficient</a:t>
            </a:r>
          </a:p>
          <a:p>
            <a:r>
              <a:rPr lang="en-GB" sz="1800" dirty="0"/>
              <a:t>Under certain measures, it is the best method which is guaranteed to find a root</a:t>
            </a:r>
          </a:p>
          <a:p>
            <a:r>
              <a:rPr lang="en-GB" sz="1800" dirty="0"/>
              <a:t>In a numerical simulation, however, root finding may need to be done a lot - inefficient is not good</a:t>
            </a:r>
          </a:p>
          <a:p>
            <a:r>
              <a:rPr lang="en-GB" sz="1800" dirty="0"/>
              <a:t>Newton’s method, which is efficient, simple, and usually reliable, is a popular choice to improve things</a:t>
            </a:r>
          </a:p>
          <a:p>
            <a:r>
              <a:rPr lang="en-GB" sz="1800" dirty="0"/>
              <a:t>The idea behind the method is that if, for any single guess, we follow the slope of the derivative down to the axis, we get closer to the solution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Newton's method</a:t>
            </a:r>
          </a:p>
        </p:txBody>
      </p:sp>
      <mc:AlternateContent xmlns:mc="http://schemas.openxmlformats.org/markup-compatibility/2006" xmlns:a14="http://schemas.microsoft.com/office/drawing/2010/main">
        <mc:Choice Requires="a14">
          <p:sp>
            <p:nvSpPr>
              <p:cNvPr id="9" name="Content Placeholder 4">
                <a:extLst>
                  <a:ext uri="{FF2B5EF4-FFF2-40B4-BE49-F238E27FC236}">
                    <a16:creationId xmlns:a16="http://schemas.microsoft.com/office/drawing/2014/main" id="{796BF227-C37A-422B-6201-A9AA19F1F674}"/>
                  </a:ext>
                </a:extLst>
              </p:cNvPr>
              <p:cNvSpPr>
                <a:spLocks noGrp="1"/>
              </p:cNvSpPr>
              <p:nvPr>
                <p:ph sz="half" idx="10"/>
              </p:nvPr>
            </p:nvSpPr>
            <p:spPr>
              <a:xfrm>
                <a:off x="417502" y="1838632"/>
                <a:ext cx="11145847" cy="4287848"/>
              </a:xfrm>
            </p:spPr>
            <p:txBody>
              <a:bodyPr>
                <a:normAutofit fontScale="85000" lnSpcReduction="20000"/>
              </a:bodyPr>
              <a:lstStyle/>
              <a:p>
                <a:r>
                  <a:rPr lang="en-GB" sz="1800" dirty="0"/>
                  <a:t>For Newton’s method, we make an initial guess,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𝑥</m:t>
                        </m:r>
                      </m:e>
                      <m:sub>
                        <m:r>
                          <a:rPr lang="en-GB" sz="1800" i="1" dirty="0" smtClean="0">
                            <a:latin typeface="Cambria Math" panose="02040503050406030204" pitchFamily="18" charset="0"/>
                          </a:rPr>
                          <m:t>𝑛</m:t>
                        </m:r>
                      </m:sub>
                    </m:sSub>
                  </m:oMath>
                </a14:m>
                <a:r>
                  <a:rPr lang="en-GB" sz="1800" dirty="0"/>
                  <a:t>, for which we know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sSub>
                      <m:sSubPr>
                        <m:ctrlPr>
                          <a:rPr lang="en-GB" sz="1800" i="1" dirty="0" err="1">
                            <a:latin typeface="Cambria Math" panose="02040503050406030204" pitchFamily="18" charset="0"/>
                          </a:rPr>
                        </m:ctrlPr>
                      </m:sSubPr>
                      <m:e>
                        <m:r>
                          <a:rPr lang="en-GB" sz="1800" i="1" dirty="0" err="1">
                            <a:latin typeface="Cambria Math" panose="02040503050406030204" pitchFamily="18" charset="0"/>
                          </a:rPr>
                          <m:t>𝑥</m:t>
                        </m:r>
                      </m:e>
                      <m:sub>
                        <m:r>
                          <a:rPr lang="en-GB" sz="1800" i="1" dirty="0" err="1">
                            <a:latin typeface="Cambria Math" panose="02040503050406030204" pitchFamily="18" charset="0"/>
                          </a:rPr>
                          <m:t>𝑛</m:t>
                        </m:r>
                      </m:sub>
                    </m:sSub>
                    <m:r>
                      <a:rPr lang="en-GB" sz="1800" i="1" dirty="0">
                        <a:latin typeface="Cambria Math" panose="02040503050406030204" pitchFamily="18" charset="0"/>
                      </a:rPr>
                      <m:t>)</m:t>
                    </m:r>
                  </m:oMath>
                </a14:m>
                <a:endParaRPr lang="en-GB" sz="1800" dirty="0"/>
              </a:p>
              <a:p>
                <a:r>
                  <a:rPr lang="en-GB" sz="1800" dirty="0"/>
                  <a:t>For the method to work, we need to know the derivative of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a:latin typeface="Cambria Math" panose="02040503050406030204" pitchFamily="18" charset="0"/>
                      </a:rPr>
                      <m:t>𝑥</m:t>
                    </m:r>
                    <m:r>
                      <a:rPr lang="en-GB" sz="1800" i="1" dirty="0">
                        <a:latin typeface="Cambria Math" panose="02040503050406030204" pitchFamily="18" charset="0"/>
                      </a:rPr>
                      <m:t>)</m:t>
                    </m:r>
                  </m:oMath>
                </a14:m>
                <a:r>
                  <a:rPr lang="en-GB" sz="1800" dirty="0"/>
                  <a:t>, and be able to calculate it at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𝑥</m:t>
                        </m:r>
                      </m:e>
                      <m:sub>
                        <m:r>
                          <a:rPr lang="en-GB" sz="1800" i="1" dirty="0" smtClean="0">
                            <a:latin typeface="Cambria Math" panose="02040503050406030204" pitchFamily="18" charset="0"/>
                          </a:rPr>
                          <m:t>𝑛</m:t>
                        </m:r>
                      </m:sub>
                    </m:sSub>
                  </m:oMath>
                </a14:m>
                <a:endParaRPr lang="en-GB" sz="1800" dirty="0"/>
              </a:p>
              <a:p>
                <a:r>
                  <a:rPr lang="en-GB" sz="1800" dirty="0"/>
                  <a:t>We then find the point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𝑥</m:t>
                        </m:r>
                      </m:e>
                      <m:sub>
                        <m:r>
                          <a:rPr lang="en-GB" sz="1800" i="1" dirty="0" smtClean="0">
                            <a:latin typeface="Cambria Math" panose="02040503050406030204" pitchFamily="18" charset="0"/>
                          </a:rPr>
                          <m:t>𝑛</m:t>
                        </m:r>
                        <m:r>
                          <a:rPr lang="en-GB" sz="1800" i="1" dirty="0" smtClean="0">
                            <a:latin typeface="Cambria Math" panose="02040503050406030204" pitchFamily="18" charset="0"/>
                          </a:rPr>
                          <m:t>+1</m:t>
                        </m:r>
                      </m:sub>
                    </m:sSub>
                  </m:oMath>
                </a14:m>
                <a:r>
                  <a:rPr lang="en-GB" sz="1800" dirty="0"/>
                  <a:t> such that the for the tangent line to the function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a14:m>
                <a:r>
                  <a:rPr lang="en-GB" sz="1800" dirty="0"/>
                  <a:t>, </a:t>
                </a:r>
                <a14:m>
                  <m:oMath xmlns:m="http://schemas.openxmlformats.org/officeDocument/2006/math">
                    <m:r>
                      <a:rPr lang="en-GB" sz="1800" i="1" dirty="0" smtClean="0">
                        <a:latin typeface="Cambria Math" panose="02040503050406030204" pitchFamily="18" charset="0"/>
                      </a:rPr>
                      <m:t>𝑡</m:t>
                    </m:r>
                    <m:r>
                      <a:rPr lang="en-GB" sz="1800" i="1" dirty="0" smtClean="0">
                        <a:latin typeface="Cambria Math" panose="02040503050406030204" pitchFamily="18" charset="0"/>
                      </a:rPr>
                      <m:t>(</m:t>
                    </m:r>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𝑥</m:t>
                        </m:r>
                      </m:e>
                      <m:sub>
                        <m:r>
                          <a:rPr lang="en-GB" sz="1800" i="1" dirty="0" smtClean="0">
                            <a:latin typeface="Cambria Math" panose="02040503050406030204" pitchFamily="18" charset="0"/>
                          </a:rPr>
                          <m:t>𝑛</m:t>
                        </m:r>
                        <m:r>
                          <a:rPr lang="en-GB" sz="1800" i="1" dirty="0" smtClean="0">
                            <a:latin typeface="Cambria Math" panose="02040503050406030204" pitchFamily="18" charset="0"/>
                          </a:rPr>
                          <m:t>+1</m:t>
                        </m:r>
                      </m:sub>
                    </m:sSub>
                    <m:r>
                      <a:rPr lang="en-GB" sz="1800" i="1" dirty="0" smtClean="0">
                        <a:latin typeface="Cambria Math" panose="02040503050406030204" pitchFamily="18" charset="0"/>
                      </a:rPr>
                      <m:t>) = 0</m:t>
                    </m:r>
                  </m:oMath>
                </a14:m>
                <a:endParaRPr lang="en-GB" sz="1800" dirty="0"/>
              </a:p>
              <a:p>
                <a:r>
                  <a:rPr lang="en-GB" sz="1800" dirty="0"/>
                  <a:t>Fortunately, this is straightforward, since, for a straight line</a:t>
                </a:r>
                <a:br>
                  <a:rPr lang="en-GB" sz="1800" dirty="0"/>
                </a:br>
                <a14:m>
                  <m:oMath xmlns:m="http://schemas.openxmlformats.org/officeDocument/2006/math">
                    <m:sSub>
                      <m:sSubPr>
                        <m:ctrlPr>
                          <a:rPr lang="en-GB" sz="1800" i="1">
                            <a:latin typeface="Cambria Math" panose="02040503050406030204" pitchFamily="18" charset="0"/>
                          </a:rPr>
                        </m:ctrlPr>
                      </m:sSubPr>
                      <m:e>
                        <m:d>
                          <m:dPr>
                            <m:begChr m:val=""/>
                            <m:endChr m:val="|"/>
                            <m:ctrlPr>
                              <a:rPr lang="en-GB" sz="1800" i="1">
                                <a:latin typeface="Cambria Math" panose="02040503050406030204" pitchFamily="18" charset="0"/>
                              </a:rPr>
                            </m:ctrlPr>
                          </m:dPr>
                          <m:e>
                            <m:f>
                              <m:fPr>
                                <m:ctrlPr>
                                  <a:rPr lang="en-GB" sz="1800" i="1">
                                    <a:latin typeface="Cambria Math" panose="02040503050406030204" pitchFamily="18" charset="0"/>
                                  </a:rPr>
                                </m:ctrlPr>
                              </m:fPr>
                              <m:num>
                                <m:r>
                                  <a:rPr lang="en-GB" sz="1800" i="1">
                                    <a:latin typeface="Cambria Math" panose="02040503050406030204" pitchFamily="18" charset="0"/>
                                  </a:rPr>
                                  <m:t>𝜕</m:t>
                                </m:r>
                                <m:r>
                                  <a:rPr lang="en-GB" sz="1800" i="1">
                                    <a:latin typeface="Cambria Math" panose="02040503050406030204" pitchFamily="18" charset="0"/>
                                  </a:rPr>
                                  <m:t>𝑓</m:t>
                                </m:r>
                              </m:num>
                              <m:den>
                                <m:r>
                                  <a:rPr lang="en-GB" sz="1800" i="1">
                                    <a:latin typeface="Cambria Math" panose="02040503050406030204" pitchFamily="18" charset="0"/>
                                  </a:rPr>
                                  <m:t>𝜕</m:t>
                                </m:r>
                                <m:r>
                                  <a:rPr lang="en-GB" sz="1800" i="1">
                                    <a:latin typeface="Cambria Math" panose="02040503050406030204" pitchFamily="18" charset="0"/>
                                  </a:rPr>
                                  <m:t>𝑥</m:t>
                                </m:r>
                              </m:den>
                            </m:f>
                          </m:e>
                        </m:d>
                      </m:e>
                      <m:sub>
                        <m:r>
                          <a:rPr lang="en-GB" sz="1800" i="1">
                            <a:latin typeface="Cambria Math" panose="02040503050406030204" pitchFamily="18" charset="0"/>
                          </a:rPr>
                          <m:t>𝑥</m:t>
                        </m:r>
                        <m:r>
                          <a:rPr lang="en-GB" sz="1800" i="1">
                            <a:latin typeface="Cambria Math" panose="02040503050406030204" pitchFamily="18" charset="0"/>
                          </a:rPr>
                          <m:t>=</m:t>
                        </m:r>
                        <m:sSub>
                          <m:sSubPr>
                            <m:ctrlPr>
                              <a:rPr lang="en-GB" sz="1800" i="1">
                                <a:latin typeface="Cambria Math" panose="02040503050406030204" pitchFamily="18" charset="0"/>
                              </a:rPr>
                            </m:ctrlPr>
                          </m:sSubPr>
                          <m:e>
                            <m:r>
                              <a:rPr lang="en-GB" sz="1800" i="1">
                                <a:latin typeface="Cambria Math" panose="02040503050406030204" pitchFamily="18" charset="0"/>
                              </a:rPr>
                              <m:t>𝑥</m:t>
                            </m:r>
                          </m:e>
                          <m:sub>
                            <m:r>
                              <a:rPr lang="en-GB" sz="1800" i="1">
                                <a:latin typeface="Cambria Math" panose="02040503050406030204" pitchFamily="18" charset="0"/>
                              </a:rPr>
                              <m:t>𝑛</m:t>
                            </m:r>
                          </m:sub>
                        </m:sSub>
                      </m:sub>
                    </m:sSub>
                    <m:r>
                      <a:rPr lang="en-GB" sz="1800" i="1">
                        <a:latin typeface="Cambria Math" panose="02040503050406030204" pitchFamily="18" charset="0"/>
                      </a:rPr>
                      <m:t>=</m:t>
                    </m:r>
                    <m:f>
                      <m:fPr>
                        <m:ctrlPr>
                          <a:rPr lang="en-GB" sz="1800" i="1">
                            <a:latin typeface="Cambria Math" panose="02040503050406030204" pitchFamily="18" charset="0"/>
                          </a:rPr>
                        </m:ctrlPr>
                      </m:fPr>
                      <m:num>
                        <m:r>
                          <a:rPr lang="en-GB" sz="1800" i="1">
                            <a:latin typeface="Cambria Math" panose="02040503050406030204" pitchFamily="18" charset="0"/>
                          </a:rPr>
                          <m:t>0−</m:t>
                        </m:r>
                        <m:r>
                          <a:rPr lang="en-GB" sz="1800" i="1">
                            <a:latin typeface="Cambria Math" panose="02040503050406030204" pitchFamily="18" charset="0"/>
                          </a:rPr>
                          <m:t>𝑓</m:t>
                        </m:r>
                        <m:d>
                          <m:dPr>
                            <m:ctrlPr>
                              <a:rPr lang="en-GB" sz="1800" i="1">
                                <a:latin typeface="Cambria Math" panose="02040503050406030204" pitchFamily="18" charset="0"/>
                              </a:rPr>
                            </m:ctrlPr>
                          </m:dPr>
                          <m:e>
                            <m:sSub>
                              <m:sSubPr>
                                <m:ctrlPr>
                                  <a:rPr lang="en-GB" sz="1800" i="1">
                                    <a:latin typeface="Cambria Math" panose="02040503050406030204" pitchFamily="18" charset="0"/>
                                  </a:rPr>
                                </m:ctrlPr>
                              </m:sSubPr>
                              <m:e>
                                <m:r>
                                  <a:rPr lang="en-GB" sz="1800" i="1">
                                    <a:latin typeface="Cambria Math" panose="02040503050406030204" pitchFamily="18" charset="0"/>
                                  </a:rPr>
                                  <m:t>𝑥</m:t>
                                </m:r>
                              </m:e>
                              <m:sub>
                                <m:r>
                                  <a:rPr lang="en-GB" sz="1800" i="1">
                                    <a:latin typeface="Cambria Math" panose="02040503050406030204" pitchFamily="18" charset="0"/>
                                  </a:rPr>
                                  <m:t>𝑛</m:t>
                                </m:r>
                              </m:sub>
                            </m:sSub>
                          </m:e>
                        </m:d>
                      </m:num>
                      <m:den>
                        <m:sSub>
                          <m:sSubPr>
                            <m:ctrlPr>
                              <a:rPr lang="en-GB" sz="1800" i="1">
                                <a:latin typeface="Cambria Math" panose="02040503050406030204" pitchFamily="18" charset="0"/>
                              </a:rPr>
                            </m:ctrlPr>
                          </m:sSubPr>
                          <m:e>
                            <m:r>
                              <a:rPr lang="en-GB" sz="1800" i="1">
                                <a:latin typeface="Cambria Math" panose="02040503050406030204" pitchFamily="18" charset="0"/>
                              </a:rPr>
                              <m:t>𝑥</m:t>
                            </m:r>
                          </m:e>
                          <m:sub>
                            <m:r>
                              <a:rPr lang="en-GB" sz="1800" i="1">
                                <a:latin typeface="Cambria Math" panose="02040503050406030204" pitchFamily="18" charset="0"/>
                              </a:rPr>
                              <m:t>𝑛</m:t>
                            </m:r>
                            <m:r>
                              <a:rPr lang="en-GB" sz="1800" i="1">
                                <a:latin typeface="Cambria Math" panose="02040503050406030204" pitchFamily="18" charset="0"/>
                              </a:rPr>
                              <m:t>+1</m:t>
                            </m:r>
                          </m:sub>
                        </m:sSub>
                        <m:r>
                          <a:rPr lang="en-GB" sz="1800" i="1">
                            <a:latin typeface="Cambria Math" panose="02040503050406030204" pitchFamily="18" charset="0"/>
                          </a:rPr>
                          <m:t>−</m:t>
                        </m:r>
                        <m:sSub>
                          <m:sSubPr>
                            <m:ctrlPr>
                              <a:rPr lang="en-GB" sz="1800" i="1">
                                <a:latin typeface="Cambria Math" panose="02040503050406030204" pitchFamily="18" charset="0"/>
                              </a:rPr>
                            </m:ctrlPr>
                          </m:sSubPr>
                          <m:e>
                            <m:r>
                              <a:rPr lang="en-GB" sz="1800" i="1">
                                <a:latin typeface="Cambria Math" panose="02040503050406030204" pitchFamily="18" charset="0"/>
                              </a:rPr>
                              <m:t>𝑥</m:t>
                            </m:r>
                          </m:e>
                          <m:sub>
                            <m:r>
                              <a:rPr lang="en-GB" sz="1800" i="1">
                                <a:latin typeface="Cambria Math" panose="02040503050406030204" pitchFamily="18" charset="0"/>
                              </a:rPr>
                              <m:t>𝑛</m:t>
                            </m:r>
                          </m:sub>
                        </m:sSub>
                      </m:den>
                    </m:f>
                    <m:r>
                      <a:rPr lang="en-GB" sz="1800" b="0" i="1" smtClean="0">
                        <a:latin typeface="Cambria Math" panose="02040503050406030204" pitchFamily="18" charset="0"/>
                      </a:rPr>
                      <m:t>=</m:t>
                    </m:r>
                    <m:f>
                      <m:fPr>
                        <m:ctrlPr>
                          <a:rPr lang="en-GB" sz="1800" b="0" i="1" smtClean="0">
                            <a:latin typeface="Cambria Math" panose="02040503050406030204" pitchFamily="18" charset="0"/>
                          </a:rPr>
                        </m:ctrlPr>
                      </m:fPr>
                      <m:num>
                        <m:r>
                          <a:rPr lang="en-GB" sz="1800" b="0" i="1" smtClean="0">
                            <a:latin typeface="Cambria Math" panose="02040503050406030204" pitchFamily="18" charset="0"/>
                          </a:rPr>
                          <m:t>𝑓</m:t>
                        </m:r>
                        <m:d>
                          <m:dPr>
                            <m:ctrlPr>
                              <a:rPr lang="en-GB" sz="1800" b="0" i="1" smtClean="0">
                                <a:latin typeface="Cambria Math" panose="02040503050406030204" pitchFamily="18" charset="0"/>
                              </a:rPr>
                            </m:ctrlPr>
                          </m:dPr>
                          <m:e>
                            <m:sSub>
                              <m:sSubPr>
                                <m:ctrlPr>
                                  <a:rPr lang="en-GB" sz="1800" b="0" i="1" smtClean="0">
                                    <a:latin typeface="Cambria Math" panose="02040503050406030204" pitchFamily="18" charset="0"/>
                                  </a:rPr>
                                </m:ctrlPr>
                              </m:sSubPr>
                              <m:e>
                                <m:r>
                                  <a:rPr lang="en-GB" sz="1800" b="0" i="1" smtClean="0">
                                    <a:latin typeface="Cambria Math" panose="02040503050406030204" pitchFamily="18" charset="0"/>
                                  </a:rPr>
                                  <m:t>𝑥</m:t>
                                </m:r>
                              </m:e>
                              <m:sub>
                                <m:r>
                                  <a:rPr lang="en-GB" sz="1800" b="0" i="1" smtClean="0">
                                    <a:latin typeface="Cambria Math" panose="02040503050406030204" pitchFamily="18" charset="0"/>
                                  </a:rPr>
                                  <m:t>𝑛</m:t>
                                </m:r>
                              </m:sub>
                            </m:sSub>
                          </m:e>
                        </m:d>
                        <m:r>
                          <a:rPr lang="en-GB" sz="1800" b="0" i="1" smtClean="0">
                            <a:latin typeface="Cambria Math" panose="02040503050406030204" pitchFamily="18" charset="0"/>
                          </a:rPr>
                          <m:t>−0</m:t>
                        </m:r>
                      </m:num>
                      <m:den>
                        <m:sSub>
                          <m:sSubPr>
                            <m:ctrlPr>
                              <a:rPr lang="en-GB" sz="1800" b="0" i="1" smtClean="0">
                                <a:latin typeface="Cambria Math" panose="02040503050406030204" pitchFamily="18" charset="0"/>
                              </a:rPr>
                            </m:ctrlPr>
                          </m:sSubPr>
                          <m:e>
                            <m:r>
                              <a:rPr lang="en-GB" sz="1800" b="0" i="1" smtClean="0">
                                <a:latin typeface="Cambria Math" panose="02040503050406030204" pitchFamily="18" charset="0"/>
                              </a:rPr>
                              <m:t>𝑥</m:t>
                            </m:r>
                          </m:e>
                          <m:sub>
                            <m:r>
                              <a:rPr lang="en-GB" sz="1800" b="0" i="1" smtClean="0">
                                <a:latin typeface="Cambria Math" panose="02040503050406030204" pitchFamily="18" charset="0"/>
                              </a:rPr>
                              <m:t>𝑛</m:t>
                            </m:r>
                          </m:sub>
                        </m:sSub>
                        <m:r>
                          <a:rPr lang="en-GB" sz="1800" b="0" i="1" smtClean="0">
                            <a:latin typeface="Cambria Math" panose="02040503050406030204" pitchFamily="18" charset="0"/>
                          </a:rPr>
                          <m:t>−</m:t>
                        </m:r>
                        <m:sSub>
                          <m:sSubPr>
                            <m:ctrlPr>
                              <a:rPr lang="en-GB" sz="1800" b="0" i="1" smtClean="0">
                                <a:latin typeface="Cambria Math" panose="02040503050406030204" pitchFamily="18" charset="0"/>
                              </a:rPr>
                            </m:ctrlPr>
                          </m:sSubPr>
                          <m:e>
                            <m:r>
                              <a:rPr lang="en-GB" sz="1800" b="0" i="1" smtClean="0">
                                <a:latin typeface="Cambria Math" panose="02040503050406030204" pitchFamily="18" charset="0"/>
                              </a:rPr>
                              <m:t>𝑥</m:t>
                            </m:r>
                          </m:e>
                          <m:sub>
                            <m:r>
                              <a:rPr lang="en-GB" sz="1800" b="0" i="1" smtClean="0">
                                <a:latin typeface="Cambria Math" panose="02040503050406030204" pitchFamily="18" charset="0"/>
                              </a:rPr>
                              <m:t>𝑛</m:t>
                            </m:r>
                            <m:r>
                              <a:rPr lang="en-GB" sz="1800" b="0" i="1" smtClean="0">
                                <a:latin typeface="Cambria Math" panose="02040503050406030204" pitchFamily="18" charset="0"/>
                              </a:rPr>
                              <m:t>+1</m:t>
                            </m:r>
                          </m:sub>
                        </m:sSub>
                      </m:den>
                    </m:f>
                  </m:oMath>
                </a14:m>
                <a:endParaRPr lang="en-GB" sz="1800" dirty="0"/>
              </a:p>
              <a:p>
                <a:r>
                  <a:rPr lang="en-GB" sz="1800" dirty="0"/>
                  <a:t>Our new guess for x is then</a:t>
                </a:r>
                <a:br>
                  <a:rPr lang="en-GB" sz="1800" dirty="0"/>
                </a:br>
                <a14:m>
                  <m:oMath xmlns:m="http://schemas.openxmlformats.org/officeDocument/2006/math">
                    <m:sSub>
                      <m:sSubPr>
                        <m:ctrlPr>
                          <a:rPr lang="pt-BR" sz="1800" i="1">
                            <a:latin typeface="Cambria Math" panose="02040503050406030204" pitchFamily="18" charset="0"/>
                          </a:rPr>
                        </m:ctrlPr>
                      </m:sSubPr>
                      <m:e>
                        <m:r>
                          <a:rPr lang="pt-BR" sz="1800" i="1">
                            <a:latin typeface="Cambria Math" panose="02040503050406030204" pitchFamily="18" charset="0"/>
                          </a:rPr>
                          <m:t>𝑥</m:t>
                        </m:r>
                      </m:e>
                      <m:sub>
                        <m:r>
                          <a:rPr lang="pt-BR" sz="1800" i="1">
                            <a:latin typeface="Cambria Math" panose="02040503050406030204" pitchFamily="18" charset="0"/>
                          </a:rPr>
                          <m:t>𝑛</m:t>
                        </m:r>
                        <m:r>
                          <a:rPr lang="pt-BR" sz="1800" i="1">
                            <a:latin typeface="Cambria Math" panose="02040503050406030204" pitchFamily="18" charset="0"/>
                          </a:rPr>
                          <m:t>+1</m:t>
                        </m:r>
                      </m:sub>
                    </m:sSub>
                    <m:r>
                      <a:rPr lang="pt-BR" sz="1800" i="1">
                        <a:latin typeface="Cambria Math" panose="02040503050406030204" pitchFamily="18" charset="0"/>
                      </a:rPr>
                      <m:t>=</m:t>
                    </m:r>
                    <m:sSub>
                      <m:sSubPr>
                        <m:ctrlPr>
                          <a:rPr lang="pt-BR" sz="1800" i="1">
                            <a:latin typeface="Cambria Math" panose="02040503050406030204" pitchFamily="18" charset="0"/>
                          </a:rPr>
                        </m:ctrlPr>
                      </m:sSubPr>
                      <m:e>
                        <m:r>
                          <a:rPr lang="pt-BR" sz="1800" i="1">
                            <a:latin typeface="Cambria Math" panose="02040503050406030204" pitchFamily="18" charset="0"/>
                          </a:rPr>
                          <m:t>𝑥</m:t>
                        </m:r>
                      </m:e>
                      <m:sub>
                        <m:r>
                          <a:rPr lang="pt-BR" sz="1800" i="1">
                            <a:latin typeface="Cambria Math" panose="02040503050406030204" pitchFamily="18" charset="0"/>
                          </a:rPr>
                          <m:t>𝑛</m:t>
                        </m:r>
                      </m:sub>
                    </m:sSub>
                    <m:r>
                      <a:rPr lang="pt-BR" sz="1800" i="1">
                        <a:latin typeface="Cambria Math" panose="02040503050406030204" pitchFamily="18" charset="0"/>
                      </a:rPr>
                      <m:t>−</m:t>
                    </m:r>
                    <m:f>
                      <m:fPr>
                        <m:ctrlPr>
                          <a:rPr lang="pt-BR" sz="1800" i="1">
                            <a:latin typeface="Cambria Math" panose="02040503050406030204" pitchFamily="18" charset="0"/>
                          </a:rPr>
                        </m:ctrlPr>
                      </m:fPr>
                      <m:num>
                        <m:r>
                          <a:rPr lang="pt-BR" sz="1800" i="1">
                            <a:latin typeface="Cambria Math" panose="02040503050406030204" pitchFamily="18" charset="0"/>
                          </a:rPr>
                          <m:t>𝑓</m:t>
                        </m:r>
                        <m:d>
                          <m:dPr>
                            <m:ctrlPr>
                              <a:rPr lang="pt-BR" sz="1800" i="1">
                                <a:latin typeface="Cambria Math" panose="02040503050406030204" pitchFamily="18" charset="0"/>
                              </a:rPr>
                            </m:ctrlPr>
                          </m:dPr>
                          <m:e>
                            <m:sSub>
                              <m:sSubPr>
                                <m:ctrlPr>
                                  <a:rPr lang="pt-BR" sz="1800" i="1">
                                    <a:latin typeface="Cambria Math" panose="02040503050406030204" pitchFamily="18" charset="0"/>
                                  </a:rPr>
                                </m:ctrlPr>
                              </m:sSubPr>
                              <m:e>
                                <m:r>
                                  <a:rPr lang="pt-BR" sz="1800" i="1">
                                    <a:latin typeface="Cambria Math" panose="02040503050406030204" pitchFamily="18" charset="0"/>
                                  </a:rPr>
                                  <m:t>𝑥</m:t>
                                </m:r>
                              </m:e>
                              <m:sub>
                                <m:r>
                                  <a:rPr lang="pt-BR" sz="1800" i="1">
                                    <a:latin typeface="Cambria Math" panose="02040503050406030204" pitchFamily="18" charset="0"/>
                                  </a:rPr>
                                  <m:t>𝑛</m:t>
                                </m:r>
                              </m:sub>
                            </m:sSub>
                          </m:e>
                        </m:d>
                      </m:num>
                      <m:den>
                        <m:sSup>
                          <m:sSupPr>
                            <m:ctrlPr>
                              <a:rPr lang="pt-BR" sz="1800" i="1">
                                <a:latin typeface="Cambria Math" panose="02040503050406030204" pitchFamily="18" charset="0"/>
                              </a:rPr>
                            </m:ctrlPr>
                          </m:sSupPr>
                          <m:e>
                            <m:r>
                              <a:rPr lang="pt-BR" sz="1800" i="1">
                                <a:latin typeface="Cambria Math" panose="02040503050406030204" pitchFamily="18" charset="0"/>
                              </a:rPr>
                              <m:t>𝑓</m:t>
                            </m:r>
                          </m:e>
                          <m:sup>
                            <m:r>
                              <a:rPr lang="pt-BR" sz="1800" i="1">
                                <a:latin typeface="Cambria Math" panose="02040503050406030204" pitchFamily="18" charset="0"/>
                              </a:rPr>
                              <m:t>′</m:t>
                            </m:r>
                          </m:sup>
                        </m:sSup>
                        <m:d>
                          <m:dPr>
                            <m:ctrlPr>
                              <a:rPr lang="pt-BR" sz="1800" i="1">
                                <a:latin typeface="Cambria Math" panose="02040503050406030204" pitchFamily="18" charset="0"/>
                              </a:rPr>
                            </m:ctrlPr>
                          </m:dPr>
                          <m:e>
                            <m:sSub>
                              <m:sSubPr>
                                <m:ctrlPr>
                                  <a:rPr lang="pt-BR" sz="1800" i="1">
                                    <a:latin typeface="Cambria Math" panose="02040503050406030204" pitchFamily="18" charset="0"/>
                                  </a:rPr>
                                </m:ctrlPr>
                              </m:sSubPr>
                              <m:e>
                                <m:r>
                                  <a:rPr lang="pt-BR" sz="1800" i="1">
                                    <a:latin typeface="Cambria Math" panose="02040503050406030204" pitchFamily="18" charset="0"/>
                                  </a:rPr>
                                  <m:t>𝑥</m:t>
                                </m:r>
                              </m:e>
                              <m:sub>
                                <m:r>
                                  <a:rPr lang="pt-BR" sz="1800" i="1">
                                    <a:latin typeface="Cambria Math" panose="02040503050406030204" pitchFamily="18" charset="0"/>
                                  </a:rPr>
                                  <m:t>𝑛</m:t>
                                </m:r>
                              </m:sub>
                            </m:sSub>
                          </m:e>
                        </m:d>
                      </m:den>
                    </m:f>
                  </m:oMath>
                </a14:m>
                <a:endParaRPr lang="en-GB" sz="1800" dirty="0"/>
              </a:p>
              <a:p>
                <a:r>
                  <a:rPr lang="en-GB" sz="1800" dirty="0"/>
                  <a:t>If </a:t>
                </a:r>
                <a14:m>
                  <m:oMath xmlns:m="http://schemas.openxmlformats.org/officeDocument/2006/math">
                    <m:r>
                      <a:rPr lang="en-GB" sz="1800" i="1" dirty="0" smtClean="0">
                        <a:latin typeface="Cambria Math" panose="02040503050406030204" pitchFamily="18" charset="0"/>
                      </a:rPr>
                      <m:t>𝑓</m:t>
                    </m:r>
                    <m:d>
                      <m:dPr>
                        <m:ctrlPr>
                          <a:rPr lang="en-GB" sz="1800" i="1" dirty="0">
                            <a:latin typeface="Cambria Math" panose="02040503050406030204" pitchFamily="18" charset="0"/>
                          </a:rPr>
                        </m:ctrlPr>
                      </m:dPr>
                      <m:e>
                        <m:sSub>
                          <m:sSubPr>
                            <m:ctrlPr>
                              <a:rPr lang="en-GB" sz="1800" i="1" dirty="0">
                                <a:latin typeface="Cambria Math" panose="02040503050406030204" pitchFamily="18" charset="0"/>
                              </a:rPr>
                            </m:ctrlPr>
                          </m:sSubPr>
                          <m:e>
                            <m:r>
                              <a:rPr lang="en-GB" sz="1800" i="1" dirty="0">
                                <a:latin typeface="Cambria Math" panose="02040503050406030204" pitchFamily="18" charset="0"/>
                              </a:rPr>
                              <m:t>𝑥</m:t>
                            </m:r>
                          </m:e>
                          <m:sub>
                            <m:r>
                              <a:rPr lang="en-GB" sz="1800" i="1" dirty="0">
                                <a:latin typeface="Cambria Math" panose="02040503050406030204" pitchFamily="18" charset="0"/>
                              </a:rPr>
                              <m:t>𝑛</m:t>
                            </m:r>
                            <m:r>
                              <a:rPr lang="en-GB" sz="1800" b="0" i="1" dirty="0" smtClean="0">
                                <a:latin typeface="Cambria Math" panose="02040503050406030204" pitchFamily="18" charset="0"/>
                              </a:rPr>
                              <m:t>+1</m:t>
                            </m:r>
                          </m:sub>
                        </m:sSub>
                      </m:e>
                    </m:d>
                    <m:r>
                      <a:rPr lang="en-GB" sz="1800" i="1" dirty="0">
                        <a:latin typeface="Cambria Math" panose="02040503050406030204" pitchFamily="18" charset="0"/>
                      </a:rPr>
                      <m:t>&lt;</m:t>
                    </m:r>
                    <m:r>
                      <a:rPr lang="en-GB" sz="1800" i="1" dirty="0">
                        <a:latin typeface="Cambria Math" panose="02040503050406030204" pitchFamily="18" charset="0"/>
                      </a:rPr>
                      <m:t>𝜖</m:t>
                    </m:r>
                    <m:r>
                      <a:rPr lang="en-GB" sz="1800" i="1" dirty="0">
                        <a:latin typeface="Cambria Math" panose="02040503050406030204" pitchFamily="18" charset="0"/>
                      </a:rPr>
                      <m:t> </m:t>
                    </m:r>
                  </m:oMath>
                </a14:m>
                <a:r>
                  <a:rPr lang="en-GB" sz="1800" dirty="0"/>
                  <a:t>then we have converged</a:t>
                </a:r>
              </a:p>
              <a:p>
                <a:r>
                  <a:rPr lang="en-GB" sz="1800" dirty="0"/>
                  <a:t>Otherwise, repeat the above formula to get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𝑥</m:t>
                        </m:r>
                      </m:e>
                      <m:sub>
                        <m:r>
                          <a:rPr lang="en-GB" sz="1800" i="1" dirty="0" smtClean="0">
                            <a:latin typeface="Cambria Math" panose="02040503050406030204" pitchFamily="18" charset="0"/>
                          </a:rPr>
                          <m:t>𝑛</m:t>
                        </m:r>
                        <m:r>
                          <a:rPr lang="en-GB" sz="1800" i="1" dirty="0" smtClean="0">
                            <a:latin typeface="Cambria Math" panose="02040503050406030204" pitchFamily="18" charset="0"/>
                          </a:rPr>
                          <m:t>+2</m:t>
                        </m:r>
                      </m:sub>
                    </m:sSub>
                  </m:oMath>
                </a14:m>
                <a:r>
                  <a:rPr lang="en-GB" sz="1800" dirty="0"/>
                  <a:t> and continue until convergence</a:t>
                </a:r>
              </a:p>
            </p:txBody>
          </p:sp>
        </mc:Choice>
        <mc:Fallback xmlns="">
          <p:sp>
            <p:nvSpPr>
              <p:cNvPr id="9" name="Content Placeholder 4">
                <a:extLst>
                  <a:ext uri="{FF2B5EF4-FFF2-40B4-BE49-F238E27FC236}">
                    <a16:creationId xmlns:a16="http://schemas.microsoft.com/office/drawing/2014/main" id="{796BF227-C37A-422B-6201-A9AA19F1F674}"/>
                  </a:ext>
                </a:extLst>
              </p:cNvPr>
              <p:cNvSpPr>
                <a:spLocks noGrp="1" noRot="1" noChangeAspect="1" noMove="1" noResize="1" noEditPoints="1" noAdjustHandles="1" noChangeArrowheads="1" noChangeShapeType="1" noTextEdit="1"/>
              </p:cNvSpPr>
              <p:nvPr>
                <p:ph sz="half" idx="10"/>
              </p:nvPr>
            </p:nvSpPr>
            <p:spPr>
              <a:xfrm>
                <a:off x="417502" y="1838632"/>
                <a:ext cx="11145847" cy="4287848"/>
              </a:xfrm>
              <a:blipFill>
                <a:blip r:embed="rId2"/>
                <a:stretch>
                  <a:fillRect l="-164" b="-1138"/>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88CCF-3FAA-2C33-BFC3-4F58DEF007C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0FAFFF9-A333-92CA-310F-E9E57CF39EE5}"/>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Newton-Raphson derivation</a:t>
            </a:r>
          </a:p>
        </p:txBody>
      </p:sp>
    </p:spTree>
    <p:extLst>
      <p:ext uri="{BB962C8B-B14F-4D97-AF65-F5344CB8AC3E}">
        <p14:creationId xmlns:p14="http://schemas.microsoft.com/office/powerpoint/2010/main" val="830879443"/>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5BA7C-1356-1C50-B01F-AFCDE783DCE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5398F74-C5D1-EFCD-ECA5-EB65ACBD5E6F}"/>
              </a:ext>
            </a:extLst>
          </p:cNvPr>
          <p:cNvSpPr>
            <a:spLocks noGrp="1"/>
          </p:cNvSpPr>
          <p:nvPr>
            <p:ph type="title"/>
          </p:nvPr>
        </p:nvSpPr>
        <p:spPr/>
        <p:txBody>
          <a:bodyPr/>
          <a:lstStyle/>
          <a:p>
            <a:r>
              <a:rPr lang="en-GB"/>
              <a:t>Newton’s method</a:t>
            </a:r>
          </a:p>
        </p:txBody>
      </p:sp>
      <p:pic>
        <p:nvPicPr>
          <p:cNvPr id="9" name="Picture 8">
            <a:extLst>
              <a:ext uri="{FF2B5EF4-FFF2-40B4-BE49-F238E27FC236}">
                <a16:creationId xmlns:a16="http://schemas.microsoft.com/office/drawing/2014/main" id="{72542C10-BDF2-3A08-B8E7-305668B7B71D}"/>
              </a:ext>
            </a:extLst>
          </p:cNvPr>
          <p:cNvPicPr>
            <a:picLocks noChangeAspect="1"/>
          </p:cNvPicPr>
          <p:nvPr/>
        </p:nvPicPr>
        <p:blipFill>
          <a:blip r:embed="rId2"/>
          <a:stretch>
            <a:fillRect/>
          </a:stretch>
        </p:blipFill>
        <p:spPr>
          <a:xfrm>
            <a:off x="3003938" y="1775735"/>
            <a:ext cx="5763429" cy="4239217"/>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467D0BC-19A6-FC35-60B3-08FE1E38C70F}"/>
                  </a:ext>
                </a:extLst>
              </p:cNvPr>
              <p:cNvSpPr txBox="1"/>
              <p:nvPr/>
            </p:nvSpPr>
            <p:spPr>
              <a:xfrm>
                <a:off x="8860831" y="2501326"/>
                <a:ext cx="2153264" cy="369332"/>
              </a:xfrm>
              <a:prstGeom prst="rect">
                <a:avLst/>
              </a:prstGeom>
              <a:noFill/>
            </p:spPr>
            <p:txBody>
              <a:bodyPr wrap="square" rtlCol="0">
                <a:spAutoFit/>
              </a:bodyPr>
              <a:lstStyle/>
              <a:p>
                <a:r>
                  <a:rPr lang="en-GB"/>
                  <a:t>Choose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0</m:t>
                        </m:r>
                      </m:sub>
                    </m:sSub>
                    <m:r>
                      <a:rPr lang="en-GB" b="0" i="1" smtClean="0">
                        <a:latin typeface="Cambria Math" panose="02040503050406030204" pitchFamily="18" charset="0"/>
                      </a:rPr>
                      <m:t>=1</m:t>
                    </m:r>
                  </m:oMath>
                </a14:m>
                <a:endParaRPr lang="en-GB"/>
              </a:p>
            </p:txBody>
          </p:sp>
        </mc:Choice>
        <mc:Fallback xmlns="">
          <p:sp>
            <p:nvSpPr>
              <p:cNvPr id="2" name="TextBox 1">
                <a:extLst>
                  <a:ext uri="{FF2B5EF4-FFF2-40B4-BE49-F238E27FC236}">
                    <a16:creationId xmlns:a16="http://schemas.microsoft.com/office/drawing/2014/main" id="{1467D0BC-19A6-FC35-60B3-08FE1E38C70F}"/>
                  </a:ext>
                </a:extLst>
              </p:cNvPr>
              <p:cNvSpPr txBox="1">
                <a:spLocks noRot="1" noChangeAspect="1" noMove="1" noResize="1" noEditPoints="1" noAdjustHandles="1" noChangeArrowheads="1" noChangeShapeType="1" noTextEdit="1"/>
              </p:cNvSpPr>
              <p:nvPr/>
            </p:nvSpPr>
            <p:spPr>
              <a:xfrm>
                <a:off x="8860831" y="2501326"/>
                <a:ext cx="2153264" cy="369332"/>
              </a:xfrm>
              <a:prstGeom prst="rect">
                <a:avLst/>
              </a:prstGeom>
              <a:blipFill>
                <a:blip r:embed="rId4"/>
                <a:stretch>
                  <a:fillRect l="-255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6036AFE-45CD-F7BE-E190-404380885948}"/>
                  </a:ext>
                </a:extLst>
              </p:cNvPr>
              <p:cNvSpPr txBox="1"/>
              <p:nvPr/>
            </p:nvSpPr>
            <p:spPr>
              <a:xfrm>
                <a:off x="498190" y="3247696"/>
                <a:ext cx="1972207" cy="586122"/>
              </a:xfrm>
              <a:prstGeom prst="rect">
                <a:avLst/>
              </a:prstGeom>
              <a:noFill/>
            </p:spPr>
            <p:txBody>
              <a:bodyPr wrap="none" lIns="0" tIns="0" rIns="0" bIns="0" rtlCol="0">
                <a:spAutoFit/>
              </a:bodyPr>
              <a:lstStyle/>
              <a:p>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num>
                        <m:den>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m:t>
                              </m:r>
                            </m:sup>
                          </m:s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den>
                      </m:f>
                    </m:oMath>
                  </m:oMathPara>
                </a14:m>
                <a:endParaRPr lang="en-GB"/>
              </a:p>
            </p:txBody>
          </p:sp>
        </mc:Choice>
        <mc:Fallback xmlns="">
          <p:sp>
            <p:nvSpPr>
              <p:cNvPr id="4" name="TextBox 3">
                <a:extLst>
                  <a:ext uri="{FF2B5EF4-FFF2-40B4-BE49-F238E27FC236}">
                    <a16:creationId xmlns:a16="http://schemas.microsoft.com/office/drawing/2014/main" id="{26036AFE-45CD-F7BE-E190-404380885948}"/>
                  </a:ext>
                </a:extLst>
              </p:cNvPr>
              <p:cNvSpPr txBox="1">
                <a:spLocks noRot="1" noChangeAspect="1" noMove="1" noResize="1" noEditPoints="1" noAdjustHandles="1" noChangeArrowheads="1" noChangeShapeType="1" noTextEdit="1"/>
              </p:cNvSpPr>
              <p:nvPr/>
            </p:nvSpPr>
            <p:spPr>
              <a:xfrm>
                <a:off x="498190" y="3247696"/>
                <a:ext cx="1972207" cy="58612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5259477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EED0E-0890-7DC5-DBD8-65D675559D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F37D69-60D2-444E-913D-4AB841037054}"/>
              </a:ext>
            </a:extLst>
          </p:cNvPr>
          <p:cNvSpPr>
            <a:spLocks noGrp="1"/>
          </p:cNvSpPr>
          <p:nvPr>
            <p:ph type="title"/>
          </p:nvPr>
        </p:nvSpPr>
        <p:spPr/>
        <p:txBody>
          <a:bodyPr/>
          <a:lstStyle/>
          <a:p>
            <a:r>
              <a:rPr lang="en-GB"/>
              <a:t>Newton’s method</a:t>
            </a:r>
          </a:p>
        </p:txBody>
      </p:sp>
      <p:pic>
        <p:nvPicPr>
          <p:cNvPr id="9" name="Picture 8">
            <a:extLst>
              <a:ext uri="{FF2B5EF4-FFF2-40B4-BE49-F238E27FC236}">
                <a16:creationId xmlns:a16="http://schemas.microsoft.com/office/drawing/2014/main" id="{2E58F23B-35E1-D6CE-9773-AEAF8FC4E33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03938" y="1799862"/>
            <a:ext cx="5763429" cy="4190963"/>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C313142-64A6-D7E4-20E6-7AE33612543D}"/>
                  </a:ext>
                </a:extLst>
              </p:cNvPr>
              <p:cNvSpPr txBox="1"/>
              <p:nvPr/>
            </p:nvSpPr>
            <p:spPr>
              <a:xfrm>
                <a:off x="8860831" y="2501326"/>
                <a:ext cx="2153264" cy="646331"/>
              </a:xfrm>
              <a:prstGeom prst="rect">
                <a:avLst/>
              </a:prstGeom>
              <a:noFill/>
            </p:spPr>
            <p:txBody>
              <a:bodyPr wrap="square" rtlCol="0">
                <a:spAutoFit/>
              </a:bodyPr>
              <a:lstStyle/>
              <a:p>
                <a:pPr/>
                <a14:m>
                  <m:oMathPara xmlns:m="http://schemas.openxmlformats.org/officeDocument/2006/math">
                    <m:oMath>
                      <m:r>
                        <a:rPr lang="en-GB" b="0" i="1" smtClean="0">
                          <a:latin typeface="Cambria Math" panose="02040503050406030204" pitchFamily="18" charset="0"/>
                        </a:rPr>
                        <m:t>𝑓</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0</m:t>
                              </m:r>
                            </m:sub>
                          </m:sSub>
                        </m:e>
                      </m:d>
                      <m:r>
                        <a:rPr lang="en-GB" b="0" i="1" smtClean="0">
                          <a:latin typeface="Cambria Math" panose="02040503050406030204" pitchFamily="18" charset="0"/>
                        </a:rPr>
                        <m:t>=−1</m:t>
                      </m:r>
                    </m:o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𝑓</m:t>
                          </m:r>
                        </m:e>
                        <m:sup>
                          <m:r>
                            <a:rPr lang="en-GB" b="0" i="1" smtClean="0">
                              <a:latin typeface="Cambria Math" panose="02040503050406030204" pitchFamily="18" charset="0"/>
                            </a:rPr>
                            <m:t>′</m:t>
                          </m:r>
                        </m:sup>
                      </m:sSup>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0</m:t>
                              </m:r>
                            </m:sub>
                          </m:sSub>
                        </m:e>
                      </m:d>
                      <m:r>
                        <a:rPr lang="en-GB" b="0" i="1" smtClean="0">
                          <a:latin typeface="Cambria Math" panose="02040503050406030204" pitchFamily="18" charset="0"/>
                        </a:rPr>
                        <m:t>=3</m:t>
                      </m:r>
                    </m:oMath>
                  </m:oMathPara>
                </a14:m>
                <a:endParaRPr lang="en-GB" b="0"/>
              </a:p>
            </p:txBody>
          </p:sp>
        </mc:Choice>
        <mc:Fallback xmlns="">
          <p:sp>
            <p:nvSpPr>
              <p:cNvPr id="4" name="TextBox 3">
                <a:extLst>
                  <a:ext uri="{FF2B5EF4-FFF2-40B4-BE49-F238E27FC236}">
                    <a16:creationId xmlns:a16="http://schemas.microsoft.com/office/drawing/2014/main" id="{BC313142-64A6-D7E4-20E6-7AE33612543D}"/>
                  </a:ext>
                </a:extLst>
              </p:cNvPr>
              <p:cNvSpPr txBox="1">
                <a:spLocks noRot="1" noChangeAspect="1" noMove="1" noResize="1" noEditPoints="1" noAdjustHandles="1" noChangeArrowheads="1" noChangeShapeType="1" noTextEdit="1"/>
              </p:cNvSpPr>
              <p:nvPr/>
            </p:nvSpPr>
            <p:spPr>
              <a:xfrm>
                <a:off x="8860831" y="2501326"/>
                <a:ext cx="2153264" cy="646331"/>
              </a:xfrm>
              <a:prstGeom prst="rect">
                <a:avLst/>
              </a:prstGeom>
              <a:blipFill>
                <a:blip r:embed="rId4"/>
                <a:stretch>
                  <a:fillRect b="-75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E4099F7-BD41-76D6-CF91-533395884A30}"/>
                  </a:ext>
                </a:extLst>
              </p:cNvPr>
              <p:cNvSpPr txBox="1"/>
              <p:nvPr/>
            </p:nvSpPr>
            <p:spPr>
              <a:xfrm>
                <a:off x="498190" y="3247696"/>
                <a:ext cx="1972207" cy="586122"/>
              </a:xfrm>
              <a:prstGeom prst="rect">
                <a:avLst/>
              </a:prstGeom>
              <a:noFill/>
            </p:spPr>
            <p:txBody>
              <a:bodyPr wrap="none" lIns="0" tIns="0" rIns="0" bIns="0" rtlCol="0">
                <a:spAutoFit/>
              </a:bodyPr>
              <a:lstStyle/>
              <a:p>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num>
                        <m:den>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m:t>
                              </m:r>
                            </m:sup>
                          </m:s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den>
                      </m:f>
                    </m:oMath>
                  </m:oMathPara>
                </a14:m>
                <a:endParaRPr lang="en-GB"/>
              </a:p>
            </p:txBody>
          </p:sp>
        </mc:Choice>
        <mc:Fallback xmlns="">
          <p:sp>
            <p:nvSpPr>
              <p:cNvPr id="2" name="TextBox 1">
                <a:extLst>
                  <a:ext uri="{FF2B5EF4-FFF2-40B4-BE49-F238E27FC236}">
                    <a16:creationId xmlns:a16="http://schemas.microsoft.com/office/drawing/2014/main" id="{2E4099F7-BD41-76D6-CF91-533395884A30}"/>
                  </a:ext>
                </a:extLst>
              </p:cNvPr>
              <p:cNvSpPr txBox="1">
                <a:spLocks noRot="1" noChangeAspect="1" noMove="1" noResize="1" noEditPoints="1" noAdjustHandles="1" noChangeArrowheads="1" noChangeShapeType="1" noTextEdit="1"/>
              </p:cNvSpPr>
              <p:nvPr/>
            </p:nvSpPr>
            <p:spPr>
              <a:xfrm>
                <a:off x="498190" y="3247696"/>
                <a:ext cx="1972207" cy="58612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5692460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E6B44-EBB8-AB58-818F-DCC59E0BE4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8F294B-BE19-0535-751C-464F4AF9401B}"/>
              </a:ext>
            </a:extLst>
          </p:cNvPr>
          <p:cNvSpPr>
            <a:spLocks noGrp="1"/>
          </p:cNvSpPr>
          <p:nvPr>
            <p:ph type="title"/>
          </p:nvPr>
        </p:nvSpPr>
        <p:spPr/>
        <p:txBody>
          <a:bodyPr/>
          <a:lstStyle/>
          <a:p>
            <a:r>
              <a:rPr lang="en-GB"/>
              <a:t>Newton’s method</a:t>
            </a:r>
          </a:p>
        </p:txBody>
      </p:sp>
      <p:pic>
        <p:nvPicPr>
          <p:cNvPr id="9" name="Picture 8">
            <a:extLst>
              <a:ext uri="{FF2B5EF4-FFF2-40B4-BE49-F238E27FC236}">
                <a16:creationId xmlns:a16="http://schemas.microsoft.com/office/drawing/2014/main" id="{F7DBE5E5-5D3D-F08D-A1AA-7261268D142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35499" y="1775735"/>
            <a:ext cx="5700306" cy="4239217"/>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054DEF1-28E2-683E-CB58-D2C053C87BB0}"/>
                  </a:ext>
                </a:extLst>
              </p:cNvPr>
              <p:cNvSpPr txBox="1"/>
              <p:nvPr/>
            </p:nvSpPr>
            <p:spPr>
              <a:xfrm>
                <a:off x="8860831" y="2501326"/>
                <a:ext cx="2153264" cy="1198854"/>
              </a:xfrm>
              <a:prstGeom prst="rect">
                <a:avLst/>
              </a:prstGeom>
              <a:noFill/>
            </p:spPr>
            <p:txBody>
              <a:bodyPr wrap="square"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0</m:t>
                          </m:r>
                        </m:sub>
                      </m:sSub>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en-GB" b="0" i="1" smtClean="0">
                                      <a:latin typeface="Cambria Math" panose="02040503050406030204" pitchFamily="18" charset="0"/>
                                    </a:rPr>
                                    <m:t>0</m:t>
                                  </m:r>
                                </m:sub>
                              </m:sSub>
                            </m:e>
                          </m:d>
                        </m:num>
                        <m:den>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m:t>
                              </m:r>
                            </m:sup>
                          </m:s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en-GB" b="0" i="1" smtClean="0">
                                      <a:latin typeface="Cambria Math" panose="02040503050406030204" pitchFamily="18" charset="0"/>
                                    </a:rPr>
                                    <m:t>0</m:t>
                                  </m:r>
                                </m:sub>
                              </m:sSub>
                            </m:e>
                          </m:d>
                        </m:den>
                      </m:f>
                    </m:o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=1−</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3</m:t>
                          </m:r>
                        </m:den>
                      </m:f>
                    </m:oMath>
                  </m:oMathPara>
                </a14:m>
                <a:endParaRPr lang="en-GB" b="0"/>
              </a:p>
            </p:txBody>
          </p:sp>
        </mc:Choice>
        <mc:Fallback xmlns="">
          <p:sp>
            <p:nvSpPr>
              <p:cNvPr id="2" name="TextBox 1">
                <a:extLst>
                  <a:ext uri="{FF2B5EF4-FFF2-40B4-BE49-F238E27FC236}">
                    <a16:creationId xmlns:a16="http://schemas.microsoft.com/office/drawing/2014/main" id="{4054DEF1-28E2-683E-CB58-D2C053C87BB0}"/>
                  </a:ext>
                </a:extLst>
              </p:cNvPr>
              <p:cNvSpPr txBox="1">
                <a:spLocks noRot="1" noChangeAspect="1" noMove="1" noResize="1" noEditPoints="1" noAdjustHandles="1" noChangeArrowheads="1" noChangeShapeType="1" noTextEdit="1"/>
              </p:cNvSpPr>
              <p:nvPr/>
            </p:nvSpPr>
            <p:spPr>
              <a:xfrm>
                <a:off x="8860831" y="2501326"/>
                <a:ext cx="2153264" cy="11988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D48F9C4-16AB-50C5-93CD-BD608D11118F}"/>
                  </a:ext>
                </a:extLst>
              </p:cNvPr>
              <p:cNvSpPr txBox="1"/>
              <p:nvPr/>
            </p:nvSpPr>
            <p:spPr>
              <a:xfrm>
                <a:off x="498190" y="3247696"/>
                <a:ext cx="1972207" cy="586122"/>
              </a:xfrm>
              <a:prstGeom prst="rect">
                <a:avLst/>
              </a:prstGeom>
              <a:noFill/>
            </p:spPr>
            <p:txBody>
              <a:bodyPr wrap="none" lIns="0" tIns="0" rIns="0" bIns="0" rtlCol="0">
                <a:spAutoFit/>
              </a:bodyPr>
              <a:lstStyle/>
              <a:p>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num>
                        <m:den>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m:t>
                              </m:r>
                            </m:sup>
                          </m:s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den>
                      </m:f>
                    </m:oMath>
                  </m:oMathPara>
                </a14:m>
                <a:endParaRPr lang="en-GB"/>
              </a:p>
            </p:txBody>
          </p:sp>
        </mc:Choice>
        <mc:Fallback xmlns="">
          <p:sp>
            <p:nvSpPr>
              <p:cNvPr id="4" name="TextBox 3">
                <a:extLst>
                  <a:ext uri="{FF2B5EF4-FFF2-40B4-BE49-F238E27FC236}">
                    <a16:creationId xmlns:a16="http://schemas.microsoft.com/office/drawing/2014/main" id="{8D48F9C4-16AB-50C5-93CD-BD608D11118F}"/>
                  </a:ext>
                </a:extLst>
              </p:cNvPr>
              <p:cNvSpPr txBox="1">
                <a:spLocks noRot="1" noChangeAspect="1" noMove="1" noResize="1" noEditPoints="1" noAdjustHandles="1" noChangeArrowheads="1" noChangeShapeType="1" noTextEdit="1"/>
              </p:cNvSpPr>
              <p:nvPr/>
            </p:nvSpPr>
            <p:spPr>
              <a:xfrm>
                <a:off x="498190" y="3247696"/>
                <a:ext cx="1972207" cy="58612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3176669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F6258-3A45-692C-9DB8-71591C8BF8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4ECC469-3EBC-0701-0C3B-0F213B090743}"/>
              </a:ext>
            </a:extLst>
          </p:cNvPr>
          <p:cNvSpPr>
            <a:spLocks noGrp="1"/>
          </p:cNvSpPr>
          <p:nvPr>
            <p:ph type="title"/>
          </p:nvPr>
        </p:nvSpPr>
        <p:spPr/>
        <p:txBody>
          <a:bodyPr/>
          <a:lstStyle/>
          <a:p>
            <a:r>
              <a:rPr lang="en-GB"/>
              <a:t>Newton’s method</a:t>
            </a:r>
          </a:p>
        </p:txBody>
      </p:sp>
      <p:pic>
        <p:nvPicPr>
          <p:cNvPr id="9" name="Picture 8">
            <a:extLst>
              <a:ext uri="{FF2B5EF4-FFF2-40B4-BE49-F238E27FC236}">
                <a16:creationId xmlns:a16="http://schemas.microsoft.com/office/drawing/2014/main" id="{882DA905-FF0C-3A6D-516A-FE72F5CF080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03938" y="1805679"/>
            <a:ext cx="5763429" cy="4179328"/>
          </a:xfrm>
          <a:prstGeom prst="rect">
            <a:avLst/>
          </a:prstGeom>
        </p:spPr>
      </p:pic>
      <p:sp>
        <p:nvSpPr>
          <p:cNvPr id="2" name="TextBox 1">
            <a:extLst>
              <a:ext uri="{FF2B5EF4-FFF2-40B4-BE49-F238E27FC236}">
                <a16:creationId xmlns:a16="http://schemas.microsoft.com/office/drawing/2014/main" id="{EC2CC640-B32F-8AA9-E0C4-FC08B2C089A4}"/>
              </a:ext>
            </a:extLst>
          </p:cNvPr>
          <p:cNvSpPr txBox="1"/>
          <p:nvPr/>
        </p:nvSpPr>
        <p:spPr>
          <a:xfrm>
            <a:off x="8860831" y="2501326"/>
            <a:ext cx="2153264" cy="1200329"/>
          </a:xfrm>
          <a:prstGeom prst="rect">
            <a:avLst/>
          </a:prstGeom>
          <a:noFill/>
        </p:spPr>
        <p:txBody>
          <a:bodyPr wrap="square" rtlCol="0">
            <a:spAutoFit/>
          </a:bodyPr>
          <a:lstStyle/>
          <a:p>
            <a:r>
              <a:rPr lang="en-GB"/>
              <a:t>For Newton’s method, we are already close to the root!</a:t>
            </a:r>
          </a:p>
        </p:txBody>
      </p:sp>
      <p:sp>
        <p:nvSpPr>
          <p:cNvPr id="4" name="Rectangle 3">
            <a:extLst>
              <a:ext uri="{FF2B5EF4-FFF2-40B4-BE49-F238E27FC236}">
                <a16:creationId xmlns:a16="http://schemas.microsoft.com/office/drawing/2014/main" id="{92ABCAE5-C728-4418-6D7F-5031B98B81EC}"/>
              </a:ext>
            </a:extLst>
          </p:cNvPr>
          <p:cNvSpPr/>
          <p:nvPr/>
        </p:nvSpPr>
        <p:spPr>
          <a:xfrm>
            <a:off x="5928852" y="3628103"/>
            <a:ext cx="1274260" cy="831809"/>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9288017-E40D-951C-DB21-7A53970F6E0C}"/>
                  </a:ext>
                </a:extLst>
              </p:cNvPr>
              <p:cNvSpPr txBox="1"/>
              <p:nvPr/>
            </p:nvSpPr>
            <p:spPr>
              <a:xfrm>
                <a:off x="498190" y="3247696"/>
                <a:ext cx="1972207" cy="586122"/>
              </a:xfrm>
              <a:prstGeom prst="rect">
                <a:avLst/>
              </a:prstGeom>
              <a:noFill/>
            </p:spPr>
            <p:txBody>
              <a:bodyPr wrap="none" lIns="0" tIns="0" rIns="0" bIns="0" rtlCol="0">
                <a:spAutoFit/>
              </a:bodyPr>
              <a:lstStyle/>
              <a:p>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num>
                        <m:den>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m:t>
                              </m:r>
                            </m:sup>
                          </m:s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den>
                      </m:f>
                    </m:oMath>
                  </m:oMathPara>
                </a14:m>
                <a:endParaRPr lang="en-GB"/>
              </a:p>
            </p:txBody>
          </p:sp>
        </mc:Choice>
        <mc:Fallback xmlns="">
          <p:sp>
            <p:nvSpPr>
              <p:cNvPr id="5" name="TextBox 4">
                <a:extLst>
                  <a:ext uri="{FF2B5EF4-FFF2-40B4-BE49-F238E27FC236}">
                    <a16:creationId xmlns:a16="http://schemas.microsoft.com/office/drawing/2014/main" id="{E9288017-E40D-951C-DB21-7A53970F6E0C}"/>
                  </a:ext>
                </a:extLst>
              </p:cNvPr>
              <p:cNvSpPr txBox="1">
                <a:spLocks noRot="1" noChangeAspect="1" noMove="1" noResize="1" noEditPoints="1" noAdjustHandles="1" noChangeArrowheads="1" noChangeShapeType="1" noTextEdit="1"/>
              </p:cNvSpPr>
              <p:nvPr/>
            </p:nvSpPr>
            <p:spPr>
              <a:xfrm>
                <a:off x="498190" y="3247696"/>
                <a:ext cx="1972207" cy="58612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118067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38AD4-C783-2CEF-9396-54C7D31094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4582CA9-189B-7813-155C-20E5FA3BC062}"/>
              </a:ext>
            </a:extLst>
          </p:cNvPr>
          <p:cNvSpPr>
            <a:spLocks noGrp="1"/>
          </p:cNvSpPr>
          <p:nvPr>
            <p:ph type="title"/>
          </p:nvPr>
        </p:nvSpPr>
        <p:spPr/>
        <p:txBody>
          <a:bodyPr/>
          <a:lstStyle/>
          <a:p>
            <a:r>
              <a:rPr lang="en-GB"/>
              <a:t>Newton’s method</a:t>
            </a:r>
          </a:p>
        </p:txBody>
      </p:sp>
      <p:pic>
        <p:nvPicPr>
          <p:cNvPr id="9" name="Picture 8">
            <a:extLst>
              <a:ext uri="{FF2B5EF4-FFF2-40B4-BE49-F238E27FC236}">
                <a16:creationId xmlns:a16="http://schemas.microsoft.com/office/drawing/2014/main" id="{EC1003E8-65EB-108F-AD42-97B86943911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116977" y="1775735"/>
            <a:ext cx="5537350" cy="4239217"/>
          </a:xfrm>
          <a:prstGeom prst="rect">
            <a:avLst/>
          </a:prstGeom>
        </p:spPr>
      </p:pic>
      <p:sp>
        <p:nvSpPr>
          <p:cNvPr id="2" name="TextBox 1">
            <a:extLst>
              <a:ext uri="{FF2B5EF4-FFF2-40B4-BE49-F238E27FC236}">
                <a16:creationId xmlns:a16="http://schemas.microsoft.com/office/drawing/2014/main" id="{A15BED1B-52D6-908E-D70D-A43E2F9E045A}"/>
              </a:ext>
            </a:extLst>
          </p:cNvPr>
          <p:cNvSpPr txBox="1"/>
          <p:nvPr/>
        </p:nvSpPr>
        <p:spPr>
          <a:xfrm>
            <a:off x="8654327" y="2607515"/>
            <a:ext cx="2436460" cy="923330"/>
          </a:xfrm>
          <a:prstGeom prst="rect">
            <a:avLst/>
          </a:prstGeom>
          <a:noFill/>
        </p:spPr>
        <p:txBody>
          <a:bodyPr wrap="square" rtlCol="0">
            <a:spAutoFit/>
          </a:bodyPr>
          <a:lstStyle/>
          <a:p>
            <a:r>
              <a:rPr lang="en-GB"/>
              <a:t>Let’s apply Newton’s method again to get even closer</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35F0B85-C845-ECA6-46B4-6C4EEC7874D3}"/>
                  </a:ext>
                </a:extLst>
              </p:cNvPr>
              <p:cNvSpPr txBox="1"/>
              <p:nvPr/>
            </p:nvSpPr>
            <p:spPr>
              <a:xfrm>
                <a:off x="498190" y="3247696"/>
                <a:ext cx="1972207" cy="586122"/>
              </a:xfrm>
              <a:prstGeom prst="rect">
                <a:avLst/>
              </a:prstGeom>
              <a:noFill/>
            </p:spPr>
            <p:txBody>
              <a:bodyPr wrap="none" lIns="0" tIns="0" rIns="0" bIns="0" rtlCol="0">
                <a:spAutoFit/>
              </a:bodyPr>
              <a:lstStyle/>
              <a:p>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num>
                        <m:den>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m:t>
                              </m:r>
                            </m:sup>
                          </m:s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den>
                      </m:f>
                    </m:oMath>
                  </m:oMathPara>
                </a14:m>
                <a:endParaRPr lang="en-GB"/>
              </a:p>
            </p:txBody>
          </p:sp>
        </mc:Choice>
        <mc:Fallback xmlns="">
          <p:sp>
            <p:nvSpPr>
              <p:cNvPr id="4" name="TextBox 3">
                <a:extLst>
                  <a:ext uri="{FF2B5EF4-FFF2-40B4-BE49-F238E27FC236}">
                    <a16:creationId xmlns:a16="http://schemas.microsoft.com/office/drawing/2014/main" id="{435F0B85-C845-ECA6-46B4-6C4EEC7874D3}"/>
                  </a:ext>
                </a:extLst>
              </p:cNvPr>
              <p:cNvSpPr txBox="1">
                <a:spLocks noRot="1" noChangeAspect="1" noMove="1" noResize="1" noEditPoints="1" noAdjustHandles="1" noChangeArrowheads="1" noChangeShapeType="1" noTextEdit="1"/>
              </p:cNvSpPr>
              <p:nvPr/>
            </p:nvSpPr>
            <p:spPr>
              <a:xfrm>
                <a:off x="498190" y="3247696"/>
                <a:ext cx="1972207" cy="58612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0344142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6C035-0112-C715-76E6-971832784E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72CF59-EAF6-E388-8F66-95224BACB4AE}"/>
              </a:ext>
            </a:extLst>
          </p:cNvPr>
          <p:cNvSpPr>
            <a:spLocks noGrp="1"/>
          </p:cNvSpPr>
          <p:nvPr>
            <p:ph type="title"/>
          </p:nvPr>
        </p:nvSpPr>
        <p:spPr/>
        <p:txBody>
          <a:bodyPr/>
          <a:lstStyle/>
          <a:p>
            <a:r>
              <a:rPr lang="en-GB"/>
              <a:t>Newton’s method</a:t>
            </a:r>
          </a:p>
        </p:txBody>
      </p:sp>
      <p:pic>
        <p:nvPicPr>
          <p:cNvPr id="9" name="Picture 8">
            <a:extLst>
              <a:ext uri="{FF2B5EF4-FFF2-40B4-BE49-F238E27FC236}">
                <a16:creationId xmlns:a16="http://schemas.microsoft.com/office/drawing/2014/main" id="{583FD71D-347D-AA51-0713-505775330A0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116977" y="1823914"/>
            <a:ext cx="5537350" cy="414285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E15A936-A837-26CC-16D5-20D8DB997740}"/>
                  </a:ext>
                </a:extLst>
              </p:cNvPr>
              <p:cNvSpPr txBox="1"/>
              <p:nvPr/>
            </p:nvSpPr>
            <p:spPr>
              <a:xfrm>
                <a:off x="498190" y="3247696"/>
                <a:ext cx="1972207" cy="586122"/>
              </a:xfrm>
              <a:prstGeom prst="rect">
                <a:avLst/>
              </a:prstGeom>
              <a:noFill/>
            </p:spPr>
            <p:txBody>
              <a:bodyPr wrap="none" lIns="0" tIns="0" rIns="0" bIns="0" rtlCol="0">
                <a:spAutoFit/>
              </a:bodyPr>
              <a:lstStyle/>
              <a:p>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num>
                        <m:den>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m:t>
                              </m:r>
                            </m:sup>
                          </m:s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den>
                      </m:f>
                    </m:oMath>
                  </m:oMathPara>
                </a14:m>
                <a:endParaRPr lang="en-GB"/>
              </a:p>
            </p:txBody>
          </p:sp>
        </mc:Choice>
        <mc:Fallback xmlns="">
          <p:sp>
            <p:nvSpPr>
              <p:cNvPr id="2" name="TextBox 1">
                <a:extLst>
                  <a:ext uri="{FF2B5EF4-FFF2-40B4-BE49-F238E27FC236}">
                    <a16:creationId xmlns:a16="http://schemas.microsoft.com/office/drawing/2014/main" id="{9E15A936-A837-26CC-16D5-20D8DB997740}"/>
                  </a:ext>
                </a:extLst>
              </p:cNvPr>
              <p:cNvSpPr txBox="1">
                <a:spLocks noRot="1" noChangeAspect="1" noMove="1" noResize="1" noEditPoints="1" noAdjustHandles="1" noChangeArrowheads="1" noChangeShapeType="1" noTextEdit="1"/>
              </p:cNvSpPr>
              <p:nvPr/>
            </p:nvSpPr>
            <p:spPr>
              <a:xfrm>
                <a:off x="498190" y="3247696"/>
                <a:ext cx="1972207" cy="58612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88751997"/>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67EC0-8070-B559-9267-37779332F5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54CDC2-4248-9199-A1D0-656D27186CF6}"/>
              </a:ext>
            </a:extLst>
          </p:cNvPr>
          <p:cNvSpPr>
            <a:spLocks noGrp="1"/>
          </p:cNvSpPr>
          <p:nvPr>
            <p:ph type="title"/>
          </p:nvPr>
        </p:nvSpPr>
        <p:spPr/>
        <p:txBody>
          <a:bodyPr/>
          <a:lstStyle/>
          <a:p>
            <a:r>
              <a:rPr lang="en-GB"/>
              <a:t>Newton’s method</a:t>
            </a:r>
          </a:p>
        </p:txBody>
      </p:sp>
      <p:pic>
        <p:nvPicPr>
          <p:cNvPr id="9" name="Picture 8">
            <a:extLst>
              <a:ext uri="{FF2B5EF4-FFF2-40B4-BE49-F238E27FC236}">
                <a16:creationId xmlns:a16="http://schemas.microsoft.com/office/drawing/2014/main" id="{534922C9-24C3-5334-C7D5-9C9BB6C5F4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267680" y="2077443"/>
            <a:ext cx="5259305" cy="3946696"/>
          </a:xfrm>
          <a:prstGeom prst="rect">
            <a:avLst/>
          </a:prstGeom>
        </p:spPr>
      </p:pic>
      <p:sp>
        <p:nvSpPr>
          <p:cNvPr id="2" name="Content Placeholder 4">
            <a:extLst>
              <a:ext uri="{FF2B5EF4-FFF2-40B4-BE49-F238E27FC236}">
                <a16:creationId xmlns:a16="http://schemas.microsoft.com/office/drawing/2014/main" id="{DE807ADE-8127-D1C6-5A06-A3B7F291C2E4}"/>
              </a:ext>
            </a:extLst>
          </p:cNvPr>
          <p:cNvSpPr txBox="1">
            <a:spLocks/>
          </p:cNvSpPr>
          <p:nvPr/>
        </p:nvSpPr>
        <p:spPr>
          <a:xfrm>
            <a:off x="417503" y="1838632"/>
            <a:ext cx="4850178" cy="4287848"/>
          </a:xfrm>
          <a:prstGeom prst="rect">
            <a:avLst/>
          </a:prstGeom>
        </p:spPr>
        <p:txBody>
          <a:bodyPr>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a:t>After 2 iterations:</a:t>
            </a:r>
            <a:br>
              <a:rPr lang="en-GB" sz="1800"/>
            </a:br>
            <a:r>
              <a:rPr lang="en-GB" sz="1800"/>
              <a:t>c = 1.2963</a:t>
            </a:r>
            <a:br>
              <a:rPr lang="en-GB" sz="1800"/>
            </a:br>
            <a:r>
              <a:rPr lang="en-GB" sz="1800"/>
              <a:t>f (c) = 0.002967</a:t>
            </a:r>
            <a:br>
              <a:rPr lang="en-GB" sz="1800" i="1">
                <a:latin typeface="Cambria Math" panose="02040503050406030204" pitchFamily="18" charset="0"/>
              </a:rPr>
            </a:br>
            <a:endParaRPr lang="en-GB" sz="1800" i="1">
              <a:latin typeface="Cambria Math" panose="02040503050406030204" pitchFamily="18" charset="0"/>
            </a:endParaRPr>
          </a:p>
          <a:p>
            <a:r>
              <a:rPr lang="en-GB" sz="1800"/>
              <a:t>In two iterations, we are already more accurate than 6 iterations of the bisection method</a:t>
            </a:r>
          </a:p>
          <a:p>
            <a:endParaRPr lang="en-GB" sz="1800"/>
          </a:p>
          <a:p>
            <a:endParaRPr lang="en-GB" sz="1800"/>
          </a:p>
          <a:p>
            <a:endParaRPr lang="en-GB" sz="1800"/>
          </a:p>
          <a:p>
            <a:endParaRPr lang="en-GB" sz="1800"/>
          </a:p>
        </p:txBody>
      </p:sp>
    </p:spTree>
    <p:extLst>
      <p:ext uri="{BB962C8B-B14F-4D97-AF65-F5344CB8AC3E}">
        <p14:creationId xmlns:p14="http://schemas.microsoft.com/office/powerpoint/2010/main" val="92873726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Newton's method</a:t>
            </a:r>
          </a:p>
        </p:txBody>
      </p:sp>
      <mc:AlternateContent xmlns:mc="http://schemas.openxmlformats.org/markup-compatibility/2006" xmlns:a14="http://schemas.microsoft.com/office/drawing/2010/main">
        <mc:Choice Requires="a14">
          <p:sp>
            <p:nvSpPr>
              <p:cNvPr id="7" name="Content Placeholder 4">
                <a:extLst>
                  <a:ext uri="{FF2B5EF4-FFF2-40B4-BE49-F238E27FC236}">
                    <a16:creationId xmlns:a16="http://schemas.microsoft.com/office/drawing/2014/main" id="{3820E5E8-EE2E-C575-BA41-F62257FB538F}"/>
                  </a:ext>
                </a:extLst>
              </p:cNvPr>
              <p:cNvSpPr>
                <a:spLocks noGrp="1"/>
              </p:cNvSpPr>
              <p:nvPr>
                <p:ph sz="half" idx="10"/>
              </p:nvPr>
            </p:nvSpPr>
            <p:spPr>
              <a:xfrm>
                <a:off x="417502" y="1838632"/>
                <a:ext cx="11145847" cy="4287848"/>
              </a:xfrm>
            </p:spPr>
            <p:txBody>
              <a:bodyPr>
                <a:normAutofit fontScale="92500" lnSpcReduction="20000"/>
              </a:bodyPr>
              <a:lstStyle/>
              <a:p>
                <a:r>
                  <a:rPr lang="en-GB" sz="1800" dirty="0"/>
                  <a:t>When Newton’s method works, it usually works quickly, but it can have issues</a:t>
                </a:r>
              </a:p>
              <a:p>
                <a:r>
                  <a:rPr lang="en-GB" sz="1800" dirty="0"/>
                  <a:t>Clearly, if the derivative of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a:latin typeface="Cambria Math" panose="02040503050406030204" pitchFamily="18" charset="0"/>
                      </a:rPr>
                      <m:t>𝑥</m:t>
                    </m:r>
                    <m:r>
                      <a:rPr lang="en-GB" sz="1800" i="1" dirty="0">
                        <a:latin typeface="Cambria Math" panose="02040503050406030204" pitchFamily="18" charset="0"/>
                      </a:rPr>
                      <m:t>)</m:t>
                    </m:r>
                  </m:oMath>
                </a14:m>
                <a:r>
                  <a:rPr lang="en-GB" sz="1800" dirty="0"/>
                  <a:t> doesn’t exist, or if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 ′(</m:t>
                    </m:r>
                    <m:sSub>
                      <m:sSubPr>
                        <m:ctrlPr>
                          <a:rPr lang="en-GB" sz="1800" i="1" dirty="0" err="1">
                            <a:latin typeface="Cambria Math" panose="02040503050406030204" pitchFamily="18" charset="0"/>
                          </a:rPr>
                        </m:ctrlPr>
                      </m:sSubPr>
                      <m:e>
                        <m:r>
                          <a:rPr lang="en-GB" sz="1800" i="1" dirty="0" err="1">
                            <a:latin typeface="Cambria Math" panose="02040503050406030204" pitchFamily="18" charset="0"/>
                          </a:rPr>
                          <m:t>𝑥</m:t>
                        </m:r>
                      </m:e>
                      <m:sub>
                        <m:r>
                          <a:rPr lang="en-GB" sz="1800" i="1" dirty="0" err="1">
                            <a:latin typeface="Cambria Math" panose="02040503050406030204" pitchFamily="18" charset="0"/>
                          </a:rPr>
                          <m:t>𝑛</m:t>
                        </m:r>
                      </m:sub>
                    </m:sSub>
                    <m:r>
                      <a:rPr lang="en-GB" sz="1800" i="1" dirty="0">
                        <a:latin typeface="Cambria Math" panose="02040503050406030204" pitchFamily="18" charset="0"/>
                      </a:rPr>
                      <m:t>)=0</m:t>
                    </m:r>
                  </m:oMath>
                </a14:m>
                <a:r>
                  <a:rPr lang="en-GB" sz="1800" dirty="0"/>
                  <a:t>, the algorithm fails</a:t>
                </a:r>
              </a:p>
              <a:p>
                <a:r>
                  <a:rPr lang="en-GB" sz="1800" dirty="0"/>
                  <a:t>However, it is also possible for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𝑥</m:t>
                        </m:r>
                      </m:e>
                      <m:sub>
                        <m:r>
                          <a:rPr lang="en-GB" sz="1800" i="1" dirty="0" smtClean="0">
                            <a:latin typeface="Cambria Math" panose="02040503050406030204" pitchFamily="18" charset="0"/>
                          </a:rPr>
                          <m:t>𝑛</m:t>
                        </m:r>
                        <m:r>
                          <a:rPr lang="en-GB" sz="1800" i="1" dirty="0" smtClean="0">
                            <a:latin typeface="Cambria Math" panose="02040503050406030204" pitchFamily="18" charset="0"/>
                          </a:rPr>
                          <m:t>+1</m:t>
                        </m:r>
                      </m:sub>
                    </m:sSub>
                  </m:oMath>
                </a14:m>
                <a:r>
                  <a:rPr lang="en-GB" sz="1800" dirty="0"/>
                  <a:t> to end up further from the root than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𝑥</m:t>
                        </m:r>
                      </m:e>
                      <m:sub>
                        <m:r>
                          <a:rPr lang="en-GB" sz="1800" i="1" dirty="0" smtClean="0">
                            <a:latin typeface="Cambria Math" panose="02040503050406030204" pitchFamily="18" charset="0"/>
                          </a:rPr>
                          <m:t>𝑛</m:t>
                        </m:r>
                      </m:sub>
                    </m:sSub>
                  </m:oMath>
                </a14:m>
                <a:r>
                  <a:rPr lang="en-GB" sz="1800" dirty="0"/>
                  <a:t> was, and for this cycle to continue</a:t>
                </a:r>
              </a:p>
              <a:p>
                <a:r>
                  <a:rPr lang="en-GB" sz="1800" dirty="0"/>
                  <a:t>This is most likely if the initial guess is too far from the true root</a:t>
                </a:r>
              </a:p>
              <a:p>
                <a:r>
                  <a:rPr lang="en-GB" sz="1800" dirty="0"/>
                  <a:t>Sometimes, convergence is just slow (e.g. if the root is a minimum or maximum of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a:latin typeface="Cambria Math" panose="02040503050406030204" pitchFamily="18" charset="0"/>
                      </a:rPr>
                      <m:t>𝑥</m:t>
                    </m:r>
                    <m:r>
                      <a:rPr lang="en-GB" sz="1800" i="1" dirty="0">
                        <a:latin typeface="Cambria Math" panose="02040503050406030204" pitchFamily="18" charset="0"/>
                      </a:rPr>
                      <m:t>)</m:t>
                    </m:r>
                  </m:oMath>
                </a14:m>
                <a:r>
                  <a:rPr lang="en-GB" sz="1800" dirty="0"/>
                  <a:t>)</a:t>
                </a:r>
              </a:p>
              <a:p>
                <a:r>
                  <a:rPr lang="en-GB" sz="1800" dirty="0"/>
                  <a:t>Whilst there are sometimes techniques to deal with this behaviour, in practice, it is often easiest to try Newton’s method, and if that fails, or doesn’t converge in about five iterations, try something guaranteed to find the root, e.g. the bisection method</a:t>
                </a:r>
              </a:p>
              <a:p>
                <a:r>
                  <a:rPr lang="en-GB" sz="1800" dirty="0"/>
                  <a:t>Note that root finding methods do not know the physics of your system – the guesses may be outside a regime that is physically permissible, and equations may not hold</a:t>
                </a:r>
              </a:p>
            </p:txBody>
          </p:sp>
        </mc:Choice>
        <mc:Fallback xmlns="">
          <p:sp>
            <p:nvSpPr>
              <p:cNvPr id="7" name="Content Placeholder 4">
                <a:extLst>
                  <a:ext uri="{FF2B5EF4-FFF2-40B4-BE49-F238E27FC236}">
                    <a16:creationId xmlns:a16="http://schemas.microsoft.com/office/drawing/2014/main" id="{3820E5E8-EE2E-C575-BA41-F62257FB538F}"/>
                  </a:ext>
                </a:extLst>
              </p:cNvPr>
              <p:cNvSpPr>
                <a:spLocks noGrp="1" noRot="1" noChangeAspect="1" noMove="1" noResize="1" noEditPoints="1" noAdjustHandles="1" noChangeArrowheads="1" noChangeShapeType="1" noTextEdit="1"/>
              </p:cNvSpPr>
              <p:nvPr>
                <p:ph sz="half" idx="10"/>
              </p:nvPr>
            </p:nvSpPr>
            <p:spPr>
              <a:xfrm>
                <a:off x="417502" y="1838632"/>
                <a:ext cx="11145847" cy="4287848"/>
              </a:xfrm>
              <a:blipFill>
                <a:blip r:embed="rId2"/>
                <a:stretch>
                  <a:fillRect l="-27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931079F-C57A-0325-B4E9-37A9547646A5}"/>
                  </a:ext>
                </a:extLst>
              </p:cNvPr>
              <p:cNvSpPr txBox="1"/>
              <p:nvPr/>
            </p:nvSpPr>
            <p:spPr>
              <a:xfrm>
                <a:off x="8500970" y="1392248"/>
                <a:ext cx="2554421" cy="678455"/>
              </a:xfrm>
              <a:prstGeom prst="rect">
                <a:avLst/>
              </a:prstGeom>
              <a:noFill/>
            </p:spPr>
            <p:txBody>
              <a:bodyPr wrap="square" rtlCol="0">
                <a:spAutoFit/>
              </a:bodyPr>
              <a:lstStyle/>
              <a:p>
                <a:pPr/>
                <a14:m>
                  <m:oMathPara xmlns:m="http://schemas.openxmlformats.org/officeDocument/2006/math">
                    <m:o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𝑓</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num>
                        <m:den>
                          <m:sSup>
                            <m:sSupPr>
                              <m:ctrlPr>
                                <a:rPr lang="pt-BR" i="1">
                                  <a:latin typeface="Cambria Math" panose="02040503050406030204" pitchFamily="18" charset="0"/>
                                </a:rPr>
                              </m:ctrlPr>
                            </m:sSupPr>
                            <m:e>
                              <m:r>
                                <a:rPr lang="pt-BR" i="1">
                                  <a:latin typeface="Cambria Math" panose="02040503050406030204" pitchFamily="18" charset="0"/>
                                </a:rPr>
                                <m:t>𝑓</m:t>
                              </m:r>
                            </m:e>
                            <m:sup>
                              <m:r>
                                <a:rPr lang="pt-BR" i="1">
                                  <a:latin typeface="Cambria Math" panose="02040503050406030204" pitchFamily="18" charset="0"/>
                                </a:rPr>
                                <m:t>′</m:t>
                              </m:r>
                            </m:sup>
                          </m:s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𝑛</m:t>
                                  </m:r>
                                </m:sub>
                              </m:sSub>
                            </m:e>
                          </m:d>
                        </m:den>
                      </m:f>
                    </m:oMath>
                  </m:oMathPara>
                </a14:m>
                <a:endParaRPr lang="en-GB"/>
              </a:p>
            </p:txBody>
          </p:sp>
        </mc:Choice>
        <mc:Fallback xmlns="">
          <p:sp>
            <p:nvSpPr>
              <p:cNvPr id="8" name="TextBox 7">
                <a:extLst>
                  <a:ext uri="{FF2B5EF4-FFF2-40B4-BE49-F238E27FC236}">
                    <a16:creationId xmlns:a16="http://schemas.microsoft.com/office/drawing/2014/main" id="{5931079F-C57A-0325-B4E9-37A9547646A5}"/>
                  </a:ext>
                </a:extLst>
              </p:cNvPr>
              <p:cNvSpPr txBox="1">
                <a:spLocks noRot="1" noChangeAspect="1" noMove="1" noResize="1" noEditPoints="1" noAdjustHandles="1" noChangeArrowheads="1" noChangeShapeType="1" noTextEdit="1"/>
              </p:cNvSpPr>
              <p:nvPr/>
            </p:nvSpPr>
            <p:spPr>
              <a:xfrm>
                <a:off x="8500970" y="1392248"/>
                <a:ext cx="2554421" cy="678455"/>
              </a:xfrm>
              <a:prstGeom prst="rect">
                <a:avLst/>
              </a:prstGeom>
              <a:blipFill>
                <a:blip r:embed="rId3"/>
                <a:stretch>
                  <a:fillRect/>
                </a:stretch>
              </a:blipFill>
            </p:spPr>
            <p:txBody>
              <a:bodyPr/>
              <a:lstStyle/>
              <a:p>
                <a:r>
                  <a:rPr lang="en-GB">
                    <a:noFill/>
                  </a:rPr>
                  <a:t> </a:t>
                </a:r>
              </a:p>
            </p:txBody>
          </p:sp>
        </mc:Fallback>
      </mc:AlternateContent>
      <p:cxnSp>
        <p:nvCxnSpPr>
          <p:cNvPr id="9" name="Straight Arrow Connector 8">
            <a:extLst>
              <a:ext uri="{FF2B5EF4-FFF2-40B4-BE49-F238E27FC236}">
                <a16:creationId xmlns:a16="http://schemas.microsoft.com/office/drawing/2014/main" id="{63C1BE4D-B138-1867-59E5-EB1340663549}"/>
              </a:ext>
            </a:extLst>
          </p:cNvPr>
          <p:cNvCxnSpPr>
            <a:cxnSpLocks/>
          </p:cNvCxnSpPr>
          <p:nvPr/>
        </p:nvCxnSpPr>
        <p:spPr>
          <a:xfrm flipV="1">
            <a:off x="8408709" y="2029378"/>
            <a:ext cx="1543503" cy="5252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FBF8E-8BC6-E44D-D6A6-E36170D9871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F30B4D-3CBD-C94D-C097-353835798654}"/>
              </a:ext>
            </a:extLst>
          </p:cNvPr>
          <p:cNvSpPr>
            <a:spLocks noGrp="1"/>
          </p:cNvSpPr>
          <p:nvPr>
            <p:ph type="title"/>
          </p:nvPr>
        </p:nvSpPr>
        <p:spPr/>
        <p:txBody>
          <a:bodyPr/>
          <a:lstStyle/>
          <a:p>
            <a:r>
              <a:rPr lang="en-GB"/>
              <a:t>Convergence of Newton’s method</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EF863A52-D137-BB8F-8DA1-9AC5A4DB2F84}"/>
                  </a:ext>
                </a:extLst>
              </p:cNvPr>
              <p:cNvSpPr>
                <a:spLocks noGrp="1"/>
              </p:cNvSpPr>
              <p:nvPr>
                <p:ph sz="half" idx="10"/>
              </p:nvPr>
            </p:nvSpPr>
            <p:spPr>
              <a:xfrm>
                <a:off x="417502" y="1838632"/>
                <a:ext cx="11145847" cy="4287848"/>
              </a:xfrm>
            </p:spPr>
            <p:txBody>
              <a:bodyPr>
                <a:normAutofit/>
              </a:bodyPr>
              <a:lstStyle/>
              <a:p>
                <a:r>
                  <a:rPr lang="en-GB" sz="1800"/>
                  <a:t>When Newton’s method does converge, it converges fast, and we can quantify this</a:t>
                </a:r>
              </a:p>
              <a:p>
                <a:r>
                  <a:rPr lang="en-GB" sz="1800"/>
                  <a:t>Consider a function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a:latin typeface="Cambria Math" panose="02040503050406030204" pitchFamily="18" charset="0"/>
                      </a:rPr>
                      <m:t>𝑥</m:t>
                    </m:r>
                    <m:r>
                      <a:rPr lang="en-GB" sz="1800" i="1" dirty="0">
                        <a:latin typeface="Cambria Math" panose="02040503050406030204" pitchFamily="18" charset="0"/>
                      </a:rPr>
                      <m:t>)</m:t>
                    </m:r>
                  </m:oMath>
                </a14:m>
                <a:r>
                  <a:rPr lang="en-GB" sz="1800"/>
                  <a:t> with a root at </a:t>
                </a:r>
                <a14:m>
                  <m:oMath xmlns:m="http://schemas.openxmlformats.org/officeDocument/2006/math">
                    <m:acc>
                      <m:accPr>
                        <m:chr m:val="̅"/>
                        <m:ctrlPr>
                          <a:rPr lang="en-US" sz="1800" b="0" i="1" dirty="0" smtClean="0">
                            <a:latin typeface="Cambria Math" panose="02040503050406030204" pitchFamily="18" charset="0"/>
                          </a:rPr>
                        </m:ctrlPr>
                      </m:accPr>
                      <m:e>
                        <m:r>
                          <a:rPr lang="en-US" sz="1800" b="0" i="1" dirty="0" smtClean="0">
                            <a:latin typeface="Cambria Math" panose="02040503050406030204" pitchFamily="18" charset="0"/>
                          </a:rPr>
                          <m:t>𝑥</m:t>
                        </m:r>
                      </m:e>
                    </m:acc>
                  </m:oMath>
                </a14:m>
                <a:r>
                  <a:rPr lang="en-GB" sz="1800"/>
                  <a:t>, i.e. </a:t>
                </a:r>
                <a14:m>
                  <m:oMath xmlns:m="http://schemas.openxmlformats.org/officeDocument/2006/math">
                    <m:r>
                      <a:rPr lang="en-GB" sz="1800" i="1" dirty="0" smtClean="0">
                        <a:latin typeface="Cambria Math" panose="02040503050406030204" pitchFamily="18" charset="0"/>
                      </a:rPr>
                      <m:t>𝑓</m:t>
                    </m:r>
                    <m:d>
                      <m:dPr>
                        <m:ctrlPr>
                          <a:rPr lang="en-US" sz="1800" b="0" i="1" dirty="0" smtClean="0">
                            <a:latin typeface="Cambria Math" panose="02040503050406030204" pitchFamily="18" charset="0"/>
                          </a:rPr>
                        </m:ctrlPr>
                      </m:dPr>
                      <m:e>
                        <m:bar>
                          <m:barPr>
                            <m:pos m:val="top"/>
                            <m:ctrlPr>
                              <a:rPr lang="en-US" sz="1800" b="0" i="1" dirty="0" smtClean="0">
                                <a:latin typeface="Cambria Math" panose="02040503050406030204" pitchFamily="18" charset="0"/>
                              </a:rPr>
                            </m:ctrlPr>
                          </m:barPr>
                          <m:e>
                            <m:r>
                              <a:rPr lang="en-US" sz="1800" b="0" i="1" dirty="0" smtClean="0">
                                <a:latin typeface="Cambria Math" panose="02040503050406030204" pitchFamily="18" charset="0"/>
                              </a:rPr>
                              <m:t>𝑥</m:t>
                            </m:r>
                          </m:e>
                        </m:bar>
                      </m:e>
                    </m:d>
                    <m:r>
                      <a:rPr lang="en-US" sz="1800" b="0" i="1" dirty="0" smtClean="0">
                        <a:latin typeface="Cambria Math" panose="02040503050406030204" pitchFamily="18" charset="0"/>
                      </a:rPr>
                      <m:t>=</m:t>
                    </m:r>
                    <m:r>
                      <a:rPr lang="en-GB" sz="1800" i="1" dirty="0" smtClean="0">
                        <a:latin typeface="Cambria Math" panose="02040503050406030204" pitchFamily="18" charset="0"/>
                      </a:rPr>
                      <m:t>0</m:t>
                    </m:r>
                  </m:oMath>
                </a14:m>
                <a:endParaRPr lang="en-GB" sz="1800"/>
              </a:p>
              <a:p>
                <a:r>
                  <a:rPr lang="en-GB" sz="1800"/>
                  <a:t>The error of iteration </a:t>
                </a:r>
                <a14:m>
                  <m:oMath xmlns:m="http://schemas.openxmlformats.org/officeDocument/2006/math">
                    <m:r>
                      <a:rPr lang="en-GB" sz="1800" i="1" dirty="0" smtClean="0">
                        <a:latin typeface="Cambria Math" panose="02040503050406030204" pitchFamily="18" charset="0"/>
                      </a:rPr>
                      <m:t>𝑛</m:t>
                    </m:r>
                    <m:r>
                      <a:rPr lang="en-GB" sz="1800" i="1" dirty="0" smtClean="0">
                        <a:latin typeface="Cambria Math" panose="02040503050406030204" pitchFamily="18" charset="0"/>
                      </a:rPr>
                      <m:t>+1</m:t>
                    </m:r>
                  </m:oMath>
                </a14:m>
                <a:r>
                  <a:rPr lang="en-GB" sz="1800"/>
                  <a:t> is</a:t>
                </a:r>
              </a:p>
              <a:p>
                <a:pPr lvl="1"/>
                <a14:m>
                  <m:oMathPara xmlns:m="http://schemas.openxmlformats.org/officeDocument/2006/math">
                    <m:o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𝜖</m:t>
                          </m:r>
                        </m:e>
                        <m:sub>
                          <m:r>
                            <a:rPr lang="en-GB" sz="1800" i="1" dirty="0" smtClean="0">
                              <a:latin typeface="Cambria Math" panose="02040503050406030204" pitchFamily="18" charset="0"/>
                            </a:rPr>
                            <m:t>𝑛</m:t>
                          </m:r>
                          <m:r>
                            <a:rPr lang="en-US" sz="1800" b="0" i="1" dirty="0" smtClean="0">
                              <a:latin typeface="Cambria Math" panose="02040503050406030204" pitchFamily="18" charset="0"/>
                            </a:rPr>
                            <m:t>+</m:t>
                          </m:r>
                          <m:r>
                            <a:rPr lang="en-GB" sz="1800" i="1" dirty="0" smtClean="0">
                              <a:latin typeface="Cambria Math" panose="02040503050406030204" pitchFamily="18" charset="0"/>
                            </a:rPr>
                            <m:t>1</m:t>
                          </m:r>
                        </m:sub>
                      </m:sSub>
                      <m:r>
                        <a:rPr lang="en-GB" sz="1800" i="1" dirty="0" smtClean="0">
                          <a:latin typeface="Cambria Math" panose="02040503050406030204" pitchFamily="18" charset="0"/>
                        </a:rPr>
                        <m:t>=</m:t>
                      </m:r>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𝑥</m:t>
                          </m:r>
                        </m:e>
                        <m:sub>
                          <m:r>
                            <a:rPr lang="en-GB" sz="1800" i="1" dirty="0" smtClean="0">
                              <a:latin typeface="Cambria Math" panose="02040503050406030204" pitchFamily="18" charset="0"/>
                            </a:rPr>
                            <m:t>𝑛</m:t>
                          </m:r>
                          <m:r>
                            <a:rPr lang="en-GB" sz="1800" i="1" dirty="0" smtClean="0">
                              <a:latin typeface="Cambria Math" panose="02040503050406030204" pitchFamily="18" charset="0"/>
                            </a:rPr>
                            <m:t>+1</m:t>
                          </m:r>
                        </m:sub>
                      </m:sSub>
                      <m:r>
                        <a:rPr lang="en-GB" sz="1800" i="1" dirty="0" smtClean="0">
                          <a:latin typeface="Cambria Math" panose="02040503050406030204" pitchFamily="18" charset="0"/>
                        </a:rPr>
                        <m:t> − </m:t>
                      </m:r>
                      <m:bar>
                        <m:barPr>
                          <m:pos m:val="top"/>
                          <m:ctrlPr>
                            <a:rPr lang="en-US" sz="1800" b="0" i="1" dirty="0" smtClean="0">
                              <a:latin typeface="Cambria Math" panose="02040503050406030204" pitchFamily="18" charset="0"/>
                            </a:rPr>
                          </m:ctrlPr>
                        </m:barPr>
                        <m:e>
                          <m:r>
                            <a:rPr lang="en-US" sz="1800" b="0" i="1" dirty="0" smtClean="0">
                              <a:latin typeface="Cambria Math" panose="02040503050406030204" pitchFamily="18" charset="0"/>
                            </a:rPr>
                            <m:t>𝑥</m:t>
                          </m:r>
                        </m:e>
                      </m:bar>
                    </m:oMath>
                  </m:oMathPara>
                </a14:m>
                <a:endParaRPr lang="en-GB" sz="1800"/>
              </a:p>
              <a:p>
                <a:r>
                  <a:rPr lang="en-GB" sz="1800"/>
                  <a:t>With a little manipulation of this expression, we can show that</a:t>
                </a:r>
                <a:br>
                  <a:rPr lang="en-GB" sz="1800"/>
                </a:b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𝜖</m:t>
                        </m:r>
                      </m:e>
                      <m:sub>
                        <m:r>
                          <a:rPr lang="en-GB" sz="1800" i="1">
                            <a:latin typeface="Cambria Math" panose="02040503050406030204" pitchFamily="18" charset="0"/>
                          </a:rPr>
                          <m:t>𝑛</m:t>
                        </m:r>
                        <m:r>
                          <a:rPr lang="en-GB" sz="1800" i="1">
                            <a:latin typeface="Cambria Math" panose="02040503050406030204" pitchFamily="18" charset="0"/>
                          </a:rPr>
                          <m:t>+1</m:t>
                        </m:r>
                      </m:sub>
                    </m:sSub>
                    <m:r>
                      <a:rPr lang="en-GB" sz="1800" i="1">
                        <a:latin typeface="Cambria Math" panose="02040503050406030204" pitchFamily="18" charset="0"/>
                      </a:rPr>
                      <m:t>=</m:t>
                    </m:r>
                    <m:f>
                      <m:fPr>
                        <m:ctrlPr>
                          <a:rPr lang="en-GB" sz="1800" i="1">
                            <a:latin typeface="Cambria Math" panose="02040503050406030204" pitchFamily="18" charset="0"/>
                          </a:rPr>
                        </m:ctrlPr>
                      </m:fPr>
                      <m:num>
                        <m:r>
                          <a:rPr lang="en-GB" sz="1800" i="1">
                            <a:latin typeface="Cambria Math" panose="02040503050406030204" pitchFamily="18" charset="0"/>
                          </a:rPr>
                          <m:t>1</m:t>
                        </m:r>
                      </m:num>
                      <m:den>
                        <m:r>
                          <a:rPr lang="en-GB" sz="1800" i="1">
                            <a:latin typeface="Cambria Math" panose="02040503050406030204" pitchFamily="18" charset="0"/>
                          </a:rPr>
                          <m:t>2</m:t>
                        </m:r>
                      </m:den>
                    </m:f>
                    <m:sSubSup>
                      <m:sSubSupPr>
                        <m:ctrlPr>
                          <a:rPr lang="en-GB" sz="1800" i="1">
                            <a:latin typeface="Cambria Math" panose="02040503050406030204" pitchFamily="18" charset="0"/>
                          </a:rPr>
                        </m:ctrlPr>
                      </m:sSubSupPr>
                      <m:e>
                        <m:r>
                          <a:rPr lang="en-GB" sz="1800" i="1">
                            <a:latin typeface="Cambria Math" panose="02040503050406030204" pitchFamily="18" charset="0"/>
                          </a:rPr>
                          <m:t>𝜖</m:t>
                        </m:r>
                      </m:e>
                      <m:sub>
                        <m:r>
                          <a:rPr lang="en-GB" sz="1800" i="1">
                            <a:latin typeface="Cambria Math" panose="02040503050406030204" pitchFamily="18" charset="0"/>
                          </a:rPr>
                          <m:t>𝑛</m:t>
                        </m:r>
                      </m:sub>
                      <m:sup>
                        <m:r>
                          <a:rPr lang="en-GB" sz="1800" i="1">
                            <a:latin typeface="Cambria Math" panose="02040503050406030204" pitchFamily="18" charset="0"/>
                          </a:rPr>
                          <m:t>2</m:t>
                        </m:r>
                      </m:sup>
                    </m:sSubSup>
                    <m:f>
                      <m:fPr>
                        <m:ctrlPr>
                          <a:rPr lang="en-GB" sz="1800" i="1">
                            <a:latin typeface="Cambria Math" panose="02040503050406030204" pitchFamily="18" charset="0"/>
                          </a:rPr>
                        </m:ctrlPr>
                      </m:fPr>
                      <m:num>
                        <m:sSup>
                          <m:sSupPr>
                            <m:ctrlPr>
                              <a:rPr lang="en-GB" sz="1800" i="1">
                                <a:latin typeface="Cambria Math" panose="02040503050406030204" pitchFamily="18" charset="0"/>
                              </a:rPr>
                            </m:ctrlPr>
                          </m:sSupPr>
                          <m:e>
                            <m:r>
                              <a:rPr lang="en-GB" sz="1800" i="1">
                                <a:latin typeface="Cambria Math" panose="02040503050406030204" pitchFamily="18" charset="0"/>
                              </a:rPr>
                              <m:t>𝑓</m:t>
                            </m:r>
                          </m:e>
                          <m:sup>
                            <m:r>
                              <a:rPr lang="en-GB" sz="1800" i="1">
                                <a:latin typeface="Cambria Math" panose="02040503050406030204" pitchFamily="18" charset="0"/>
                              </a:rPr>
                              <m:t>′′</m:t>
                            </m:r>
                          </m:sup>
                        </m:sSup>
                        <m:d>
                          <m:dPr>
                            <m:ctrlPr>
                              <a:rPr lang="en-GB" sz="1800" i="1">
                                <a:latin typeface="Cambria Math" panose="02040503050406030204" pitchFamily="18" charset="0"/>
                              </a:rPr>
                            </m:ctrlPr>
                          </m:dPr>
                          <m:e>
                            <m:acc>
                              <m:accPr>
                                <m:chr m:val="̅"/>
                                <m:ctrlPr>
                                  <a:rPr lang="en-GB" sz="1800" i="1">
                                    <a:latin typeface="Cambria Math" panose="02040503050406030204" pitchFamily="18" charset="0"/>
                                  </a:rPr>
                                </m:ctrlPr>
                              </m:accPr>
                              <m:e>
                                <m:r>
                                  <a:rPr lang="en-GB" sz="1800" i="1">
                                    <a:latin typeface="Cambria Math" panose="02040503050406030204" pitchFamily="18" charset="0"/>
                                  </a:rPr>
                                  <m:t>𝑥</m:t>
                                </m:r>
                              </m:e>
                            </m:acc>
                          </m:e>
                        </m:d>
                      </m:num>
                      <m:den>
                        <m:sSup>
                          <m:sSupPr>
                            <m:ctrlPr>
                              <a:rPr lang="en-GB" sz="1800" i="1">
                                <a:latin typeface="Cambria Math" panose="02040503050406030204" pitchFamily="18" charset="0"/>
                              </a:rPr>
                            </m:ctrlPr>
                          </m:sSupPr>
                          <m:e>
                            <m:r>
                              <a:rPr lang="en-GB" sz="1800" i="1">
                                <a:latin typeface="Cambria Math" panose="02040503050406030204" pitchFamily="18" charset="0"/>
                              </a:rPr>
                              <m:t>𝑓</m:t>
                            </m:r>
                          </m:e>
                          <m:sup>
                            <m:r>
                              <a:rPr lang="en-GB" sz="1800" i="1">
                                <a:latin typeface="Cambria Math" panose="02040503050406030204" pitchFamily="18" charset="0"/>
                              </a:rPr>
                              <m:t>′</m:t>
                            </m:r>
                          </m:sup>
                        </m:sSup>
                        <m:d>
                          <m:dPr>
                            <m:ctrlPr>
                              <a:rPr lang="en-GB" sz="1800" i="1">
                                <a:latin typeface="Cambria Math" panose="02040503050406030204" pitchFamily="18" charset="0"/>
                              </a:rPr>
                            </m:ctrlPr>
                          </m:dPr>
                          <m:e>
                            <m:acc>
                              <m:accPr>
                                <m:chr m:val="̅"/>
                                <m:ctrlPr>
                                  <a:rPr lang="en-GB" sz="1800" i="1">
                                    <a:latin typeface="Cambria Math" panose="02040503050406030204" pitchFamily="18" charset="0"/>
                                  </a:rPr>
                                </m:ctrlPr>
                              </m:accPr>
                              <m:e>
                                <m:r>
                                  <a:rPr lang="en-GB" sz="1800" i="1">
                                    <a:latin typeface="Cambria Math" panose="02040503050406030204" pitchFamily="18" charset="0"/>
                                  </a:rPr>
                                  <m:t>𝑥</m:t>
                                </m:r>
                              </m:e>
                            </m:acc>
                          </m:e>
                        </m:d>
                      </m:den>
                    </m:f>
                    <m:r>
                      <a:rPr lang="en-GB" sz="1800" i="1">
                        <a:latin typeface="Cambria Math" panose="02040503050406030204" pitchFamily="18" charset="0"/>
                      </a:rPr>
                      <m:t>+</m:t>
                    </m:r>
                    <m:r>
                      <a:rPr lang="en-GB" sz="1800" i="1">
                        <a:latin typeface="Cambria Math" panose="02040503050406030204" pitchFamily="18" charset="0"/>
                      </a:rPr>
                      <m:t>𝒪</m:t>
                    </m:r>
                    <m:r>
                      <a:rPr lang="en-US" sz="1800" b="0" i="1" smtClean="0">
                        <a:latin typeface="Cambria Math" panose="02040503050406030204" pitchFamily="18" charset="0"/>
                      </a:rPr>
                      <m:t>(</m:t>
                    </m:r>
                    <m:sSubSup>
                      <m:sSubSupPr>
                        <m:ctrlPr>
                          <a:rPr lang="en-GB" sz="1800" i="1">
                            <a:latin typeface="Cambria Math" panose="02040503050406030204" pitchFamily="18" charset="0"/>
                          </a:rPr>
                        </m:ctrlPr>
                      </m:sSubSupPr>
                      <m:e>
                        <m:r>
                          <a:rPr lang="en-GB" sz="1800" i="1">
                            <a:latin typeface="Cambria Math" panose="02040503050406030204" pitchFamily="18" charset="0"/>
                          </a:rPr>
                          <m:t>𝜖</m:t>
                        </m:r>
                      </m:e>
                      <m:sub>
                        <m:r>
                          <a:rPr lang="en-GB" sz="1800" i="1">
                            <a:latin typeface="Cambria Math" panose="02040503050406030204" pitchFamily="18" charset="0"/>
                          </a:rPr>
                          <m:t>𝑛</m:t>
                        </m:r>
                      </m:sub>
                      <m:sup>
                        <m:r>
                          <a:rPr lang="en-GB" sz="1800" i="1">
                            <a:latin typeface="Cambria Math" panose="02040503050406030204" pitchFamily="18" charset="0"/>
                          </a:rPr>
                          <m:t>3</m:t>
                        </m:r>
                      </m:sup>
                    </m:sSubSup>
                    <m:r>
                      <a:rPr lang="en-US" sz="1800" b="0" i="1" smtClean="0">
                        <a:latin typeface="Cambria Math" panose="02040503050406030204" pitchFamily="18" charset="0"/>
                      </a:rPr>
                      <m:t>) </m:t>
                    </m:r>
                  </m:oMath>
                </a14:m>
                <a:endParaRPr lang="en-GB" sz="1800"/>
              </a:p>
            </p:txBody>
          </p:sp>
        </mc:Choice>
        <mc:Fallback xmlns="">
          <p:sp>
            <p:nvSpPr>
              <p:cNvPr id="5" name="Content Placeholder 4">
                <a:extLst>
                  <a:ext uri="{FF2B5EF4-FFF2-40B4-BE49-F238E27FC236}">
                    <a16:creationId xmlns:a16="http://schemas.microsoft.com/office/drawing/2014/main" id="{EF863A52-D137-BB8F-8DA1-9AC5A4DB2F84}"/>
                  </a:ext>
                </a:extLst>
              </p:cNvPr>
              <p:cNvSpPr>
                <a:spLocks noGrp="1" noRot="1" noChangeAspect="1" noMove="1" noResize="1" noEditPoints="1" noAdjustHandles="1" noChangeArrowheads="1" noChangeShapeType="1" noTextEdit="1"/>
              </p:cNvSpPr>
              <p:nvPr>
                <p:ph sz="half" idx="10"/>
              </p:nvPr>
            </p:nvSpPr>
            <p:spPr>
              <a:xfrm>
                <a:off x="417502" y="1838632"/>
                <a:ext cx="11145847" cy="4287848"/>
              </a:xfrm>
              <a:blipFill>
                <a:blip r:embed="rId2"/>
                <a:stretch>
                  <a:fillRect l="-328"/>
                </a:stretch>
              </a:blipFill>
            </p:spPr>
            <p:txBody>
              <a:bodyPr/>
              <a:lstStyle/>
              <a:p>
                <a:r>
                  <a:rPr lang="en-US">
                    <a:noFill/>
                  </a:rPr>
                  <a:t> </a:t>
                </a:r>
              </a:p>
            </p:txBody>
          </p:sp>
        </mc:Fallback>
      </mc:AlternateContent>
    </p:spTree>
    <p:extLst>
      <p:ext uri="{BB962C8B-B14F-4D97-AF65-F5344CB8AC3E}">
        <p14:creationId xmlns:p14="http://schemas.microsoft.com/office/powerpoint/2010/main" val="349516668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60D91-0FD0-1E71-2F62-3B91FAA337D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28E952-7EFE-9987-774C-658FFB757F7C}"/>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Newton-Raphson convergence</a:t>
            </a:r>
          </a:p>
        </p:txBody>
      </p:sp>
    </p:spTree>
    <p:extLst>
      <p:ext uri="{BB962C8B-B14F-4D97-AF65-F5344CB8AC3E}">
        <p14:creationId xmlns:p14="http://schemas.microsoft.com/office/powerpoint/2010/main" val="2447373552"/>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4DDDD-54CF-81EC-1BB7-5C7C6C1821F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EB9B32-3448-7D6D-875A-41A235C24C5F}"/>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Newton-Raphson convergence</a:t>
            </a:r>
          </a:p>
        </p:txBody>
      </p:sp>
    </p:spTree>
    <p:extLst>
      <p:ext uri="{BB962C8B-B14F-4D97-AF65-F5344CB8AC3E}">
        <p14:creationId xmlns:p14="http://schemas.microsoft.com/office/powerpoint/2010/main" val="658520871"/>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DE9A0-499A-50AD-E794-3AF8897329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A795B9-EF53-A778-0EA1-519829C0D585}"/>
              </a:ext>
            </a:extLst>
          </p:cNvPr>
          <p:cNvSpPr>
            <a:spLocks noGrp="1"/>
          </p:cNvSpPr>
          <p:nvPr>
            <p:ph type="title"/>
          </p:nvPr>
        </p:nvSpPr>
        <p:spPr/>
        <p:txBody>
          <a:bodyPr/>
          <a:lstStyle/>
          <a:p>
            <a:r>
              <a:rPr lang="en-GB"/>
              <a:t>Convergence of Newton’s method</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8539AD71-534C-C269-A1B8-CC8FA963FA78}"/>
                  </a:ext>
                </a:extLst>
              </p:cNvPr>
              <p:cNvSpPr>
                <a:spLocks noGrp="1"/>
              </p:cNvSpPr>
              <p:nvPr>
                <p:ph sz="half" idx="10"/>
              </p:nvPr>
            </p:nvSpPr>
            <p:spPr>
              <a:xfrm>
                <a:off x="417502" y="1838632"/>
                <a:ext cx="11145847" cy="4287848"/>
              </a:xfrm>
            </p:spPr>
            <p:txBody>
              <a:bodyPr>
                <a:noAutofit/>
              </a:bodyPr>
              <a:lstStyle/>
              <a:p>
                <a:r>
                  <a:rPr lang="en-GB" sz="1800"/>
                  <a:t>When Newton’s method does converge, it converges fast, and we can quantify this</a:t>
                </a:r>
              </a:p>
              <a:p>
                <a:r>
                  <a:rPr lang="en-GB" sz="1800"/>
                  <a:t>Consider a function </a:t>
                </a:r>
                <a14:m>
                  <m:oMath xmlns:m="http://schemas.openxmlformats.org/officeDocument/2006/math">
                    <m:r>
                      <a:rPr lang="en-GB" sz="1800" i="1" dirty="0" smtClean="0">
                        <a:latin typeface="Cambria Math" panose="02040503050406030204" pitchFamily="18" charset="0"/>
                      </a:rPr>
                      <m:t>𝑓</m:t>
                    </m:r>
                    <m:r>
                      <a:rPr lang="en-GB" sz="1800" i="1" dirty="0" smtClean="0">
                        <a:latin typeface="Cambria Math" panose="02040503050406030204" pitchFamily="18" charset="0"/>
                      </a:rPr>
                      <m:t>(</m:t>
                    </m:r>
                    <m:r>
                      <a:rPr lang="en-GB" sz="1800" i="1" dirty="0">
                        <a:latin typeface="Cambria Math" panose="02040503050406030204" pitchFamily="18" charset="0"/>
                      </a:rPr>
                      <m:t>𝑥</m:t>
                    </m:r>
                    <m:r>
                      <a:rPr lang="en-GB" sz="1800" i="1" dirty="0">
                        <a:latin typeface="Cambria Math" panose="02040503050406030204" pitchFamily="18" charset="0"/>
                      </a:rPr>
                      <m:t>)</m:t>
                    </m:r>
                  </m:oMath>
                </a14:m>
                <a:r>
                  <a:rPr lang="en-GB" sz="1800"/>
                  <a:t> with a root at </a:t>
                </a:r>
                <a14:m>
                  <m:oMath xmlns:m="http://schemas.openxmlformats.org/officeDocument/2006/math">
                    <m:acc>
                      <m:accPr>
                        <m:chr m:val="̅"/>
                        <m:ctrlPr>
                          <a:rPr lang="en-US" sz="1800" b="0" i="1" dirty="0" smtClean="0">
                            <a:latin typeface="Cambria Math" panose="02040503050406030204" pitchFamily="18" charset="0"/>
                          </a:rPr>
                        </m:ctrlPr>
                      </m:accPr>
                      <m:e>
                        <m:r>
                          <a:rPr lang="en-US" sz="1800" b="0" i="1" dirty="0" smtClean="0">
                            <a:latin typeface="Cambria Math" panose="02040503050406030204" pitchFamily="18" charset="0"/>
                          </a:rPr>
                          <m:t>𝑥</m:t>
                        </m:r>
                      </m:e>
                    </m:acc>
                  </m:oMath>
                </a14:m>
                <a:r>
                  <a:rPr lang="en-GB" sz="1800"/>
                  <a:t>, i.e. </a:t>
                </a:r>
                <a14:m>
                  <m:oMath xmlns:m="http://schemas.openxmlformats.org/officeDocument/2006/math">
                    <m:r>
                      <a:rPr lang="en-GB" sz="1800" i="1" dirty="0" smtClean="0">
                        <a:latin typeface="Cambria Math" panose="02040503050406030204" pitchFamily="18" charset="0"/>
                      </a:rPr>
                      <m:t>𝑓</m:t>
                    </m:r>
                    <m:d>
                      <m:dPr>
                        <m:ctrlPr>
                          <a:rPr lang="en-US" sz="1800" b="0" i="1" dirty="0" smtClean="0">
                            <a:latin typeface="Cambria Math" panose="02040503050406030204" pitchFamily="18" charset="0"/>
                          </a:rPr>
                        </m:ctrlPr>
                      </m:dPr>
                      <m:e>
                        <m:bar>
                          <m:barPr>
                            <m:pos m:val="top"/>
                            <m:ctrlPr>
                              <a:rPr lang="en-US" sz="1800" b="0" i="1" dirty="0" smtClean="0">
                                <a:latin typeface="Cambria Math" panose="02040503050406030204" pitchFamily="18" charset="0"/>
                              </a:rPr>
                            </m:ctrlPr>
                          </m:barPr>
                          <m:e>
                            <m:r>
                              <a:rPr lang="en-US" sz="1800" b="0" i="1" dirty="0" smtClean="0">
                                <a:latin typeface="Cambria Math" panose="02040503050406030204" pitchFamily="18" charset="0"/>
                              </a:rPr>
                              <m:t>𝑥</m:t>
                            </m:r>
                          </m:e>
                        </m:bar>
                      </m:e>
                    </m:d>
                    <m:r>
                      <a:rPr lang="en-US" sz="1800" b="0" i="1" dirty="0" smtClean="0">
                        <a:latin typeface="Cambria Math" panose="02040503050406030204" pitchFamily="18" charset="0"/>
                      </a:rPr>
                      <m:t>=</m:t>
                    </m:r>
                    <m:r>
                      <a:rPr lang="en-GB" sz="1800" i="1" dirty="0" smtClean="0">
                        <a:latin typeface="Cambria Math" panose="02040503050406030204" pitchFamily="18" charset="0"/>
                      </a:rPr>
                      <m:t>0</m:t>
                    </m:r>
                  </m:oMath>
                </a14:m>
                <a:endParaRPr lang="en-GB" sz="1800"/>
              </a:p>
              <a:p>
                <a:r>
                  <a:rPr lang="en-GB" sz="1800"/>
                  <a:t>The error of iteration </a:t>
                </a:r>
                <a14:m>
                  <m:oMath xmlns:m="http://schemas.openxmlformats.org/officeDocument/2006/math">
                    <m:r>
                      <a:rPr lang="en-GB" sz="1800" i="1" dirty="0" smtClean="0">
                        <a:latin typeface="Cambria Math" panose="02040503050406030204" pitchFamily="18" charset="0"/>
                      </a:rPr>
                      <m:t>𝑛</m:t>
                    </m:r>
                    <m:r>
                      <a:rPr lang="en-GB" sz="1800" i="1" dirty="0" smtClean="0">
                        <a:latin typeface="Cambria Math" panose="02040503050406030204" pitchFamily="18" charset="0"/>
                      </a:rPr>
                      <m:t>+1</m:t>
                    </m:r>
                  </m:oMath>
                </a14:m>
                <a:r>
                  <a:rPr lang="en-GB" sz="1800"/>
                  <a:t> is</a:t>
                </a:r>
              </a:p>
              <a:p>
                <a:pPr lvl="1"/>
                <a14:m>
                  <m:oMathPara xmlns:m="http://schemas.openxmlformats.org/officeDocument/2006/math">
                    <m:o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𝜖</m:t>
                          </m:r>
                        </m:e>
                        <m:sub>
                          <m:r>
                            <a:rPr lang="en-GB" sz="1800" i="1" dirty="0" smtClean="0">
                              <a:latin typeface="Cambria Math" panose="02040503050406030204" pitchFamily="18" charset="0"/>
                            </a:rPr>
                            <m:t>𝑛</m:t>
                          </m:r>
                          <m:r>
                            <a:rPr lang="en-US" sz="1800" b="0" i="1" dirty="0" smtClean="0">
                              <a:latin typeface="Cambria Math" panose="02040503050406030204" pitchFamily="18" charset="0"/>
                            </a:rPr>
                            <m:t>+</m:t>
                          </m:r>
                          <m:r>
                            <a:rPr lang="en-GB" sz="1800" i="1" dirty="0" smtClean="0">
                              <a:latin typeface="Cambria Math" panose="02040503050406030204" pitchFamily="18" charset="0"/>
                            </a:rPr>
                            <m:t>1</m:t>
                          </m:r>
                        </m:sub>
                      </m:sSub>
                      <m:r>
                        <a:rPr lang="en-GB" sz="1800" i="1" dirty="0" smtClean="0">
                          <a:latin typeface="Cambria Math" panose="02040503050406030204" pitchFamily="18" charset="0"/>
                        </a:rPr>
                        <m:t>=</m:t>
                      </m:r>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𝑥</m:t>
                          </m:r>
                        </m:e>
                        <m:sub>
                          <m:r>
                            <a:rPr lang="en-GB" sz="1800" i="1" dirty="0" smtClean="0">
                              <a:latin typeface="Cambria Math" panose="02040503050406030204" pitchFamily="18" charset="0"/>
                            </a:rPr>
                            <m:t>𝑛</m:t>
                          </m:r>
                          <m:r>
                            <a:rPr lang="en-GB" sz="1800" i="1" dirty="0" smtClean="0">
                              <a:latin typeface="Cambria Math" panose="02040503050406030204" pitchFamily="18" charset="0"/>
                            </a:rPr>
                            <m:t>+1</m:t>
                          </m:r>
                        </m:sub>
                      </m:sSub>
                      <m:r>
                        <a:rPr lang="en-GB" sz="1800" i="1" dirty="0" smtClean="0">
                          <a:latin typeface="Cambria Math" panose="02040503050406030204" pitchFamily="18" charset="0"/>
                        </a:rPr>
                        <m:t> − </m:t>
                      </m:r>
                      <m:bar>
                        <m:barPr>
                          <m:pos m:val="top"/>
                          <m:ctrlPr>
                            <a:rPr lang="en-US" sz="1800" b="0" i="1" dirty="0" smtClean="0">
                              <a:latin typeface="Cambria Math" panose="02040503050406030204" pitchFamily="18" charset="0"/>
                            </a:rPr>
                          </m:ctrlPr>
                        </m:barPr>
                        <m:e>
                          <m:r>
                            <a:rPr lang="en-US" sz="1800" b="0" i="1" dirty="0" smtClean="0">
                              <a:latin typeface="Cambria Math" panose="02040503050406030204" pitchFamily="18" charset="0"/>
                            </a:rPr>
                            <m:t>𝑥</m:t>
                          </m:r>
                        </m:e>
                      </m:bar>
                    </m:oMath>
                  </m:oMathPara>
                </a14:m>
                <a:endParaRPr lang="en-GB" sz="1800"/>
              </a:p>
              <a:p>
                <a:r>
                  <a:rPr lang="en-GB" sz="1800"/>
                  <a:t>With a little manipulation of this expression, we can show that</a:t>
                </a:r>
                <a:br>
                  <a:rPr lang="en-GB" sz="1800"/>
                </a:b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𝜖</m:t>
                        </m:r>
                      </m:e>
                      <m:sub>
                        <m:r>
                          <a:rPr lang="en-GB" sz="1800" i="1">
                            <a:latin typeface="Cambria Math" panose="02040503050406030204" pitchFamily="18" charset="0"/>
                          </a:rPr>
                          <m:t>𝑛</m:t>
                        </m:r>
                        <m:r>
                          <a:rPr lang="en-GB" sz="1800" i="1">
                            <a:latin typeface="Cambria Math" panose="02040503050406030204" pitchFamily="18" charset="0"/>
                          </a:rPr>
                          <m:t>+1</m:t>
                        </m:r>
                      </m:sub>
                    </m:sSub>
                    <m:r>
                      <a:rPr lang="en-GB" sz="1800" i="1">
                        <a:latin typeface="Cambria Math" panose="02040503050406030204" pitchFamily="18" charset="0"/>
                      </a:rPr>
                      <m:t>=</m:t>
                    </m:r>
                    <m:f>
                      <m:fPr>
                        <m:ctrlPr>
                          <a:rPr lang="en-GB" sz="1800" i="1">
                            <a:latin typeface="Cambria Math" panose="02040503050406030204" pitchFamily="18" charset="0"/>
                          </a:rPr>
                        </m:ctrlPr>
                      </m:fPr>
                      <m:num>
                        <m:r>
                          <a:rPr lang="en-GB" sz="1800" i="1">
                            <a:latin typeface="Cambria Math" panose="02040503050406030204" pitchFamily="18" charset="0"/>
                          </a:rPr>
                          <m:t>1</m:t>
                        </m:r>
                      </m:num>
                      <m:den>
                        <m:r>
                          <a:rPr lang="en-GB" sz="1800" i="1">
                            <a:latin typeface="Cambria Math" panose="02040503050406030204" pitchFamily="18" charset="0"/>
                          </a:rPr>
                          <m:t>2</m:t>
                        </m:r>
                      </m:den>
                    </m:f>
                    <m:sSubSup>
                      <m:sSubSupPr>
                        <m:ctrlPr>
                          <a:rPr lang="en-GB" sz="1800" i="1">
                            <a:latin typeface="Cambria Math" panose="02040503050406030204" pitchFamily="18" charset="0"/>
                          </a:rPr>
                        </m:ctrlPr>
                      </m:sSubSupPr>
                      <m:e>
                        <m:r>
                          <a:rPr lang="en-GB" sz="1800" i="1">
                            <a:latin typeface="Cambria Math" panose="02040503050406030204" pitchFamily="18" charset="0"/>
                          </a:rPr>
                          <m:t>𝜖</m:t>
                        </m:r>
                      </m:e>
                      <m:sub>
                        <m:r>
                          <a:rPr lang="en-GB" sz="1800" i="1">
                            <a:latin typeface="Cambria Math" panose="02040503050406030204" pitchFamily="18" charset="0"/>
                          </a:rPr>
                          <m:t>𝑛</m:t>
                        </m:r>
                      </m:sub>
                      <m:sup>
                        <m:r>
                          <a:rPr lang="en-GB" sz="1800" i="1">
                            <a:latin typeface="Cambria Math" panose="02040503050406030204" pitchFamily="18" charset="0"/>
                          </a:rPr>
                          <m:t>2</m:t>
                        </m:r>
                      </m:sup>
                    </m:sSubSup>
                    <m:f>
                      <m:fPr>
                        <m:ctrlPr>
                          <a:rPr lang="en-GB" sz="1800" i="1">
                            <a:latin typeface="Cambria Math" panose="02040503050406030204" pitchFamily="18" charset="0"/>
                          </a:rPr>
                        </m:ctrlPr>
                      </m:fPr>
                      <m:num>
                        <m:sSup>
                          <m:sSupPr>
                            <m:ctrlPr>
                              <a:rPr lang="en-GB" sz="1800" i="1">
                                <a:latin typeface="Cambria Math" panose="02040503050406030204" pitchFamily="18" charset="0"/>
                              </a:rPr>
                            </m:ctrlPr>
                          </m:sSupPr>
                          <m:e>
                            <m:r>
                              <a:rPr lang="en-GB" sz="1800" i="1">
                                <a:latin typeface="Cambria Math" panose="02040503050406030204" pitchFamily="18" charset="0"/>
                              </a:rPr>
                              <m:t>𝑓</m:t>
                            </m:r>
                          </m:e>
                          <m:sup>
                            <m:r>
                              <a:rPr lang="en-GB" sz="1800" i="1">
                                <a:latin typeface="Cambria Math" panose="02040503050406030204" pitchFamily="18" charset="0"/>
                              </a:rPr>
                              <m:t>′′</m:t>
                            </m:r>
                          </m:sup>
                        </m:sSup>
                        <m:d>
                          <m:dPr>
                            <m:ctrlPr>
                              <a:rPr lang="en-GB" sz="1800" i="1">
                                <a:latin typeface="Cambria Math" panose="02040503050406030204" pitchFamily="18" charset="0"/>
                              </a:rPr>
                            </m:ctrlPr>
                          </m:dPr>
                          <m:e>
                            <m:acc>
                              <m:accPr>
                                <m:chr m:val="̅"/>
                                <m:ctrlPr>
                                  <a:rPr lang="en-GB" sz="1800" i="1">
                                    <a:latin typeface="Cambria Math" panose="02040503050406030204" pitchFamily="18" charset="0"/>
                                  </a:rPr>
                                </m:ctrlPr>
                              </m:accPr>
                              <m:e>
                                <m:r>
                                  <a:rPr lang="en-GB" sz="1800" i="1">
                                    <a:latin typeface="Cambria Math" panose="02040503050406030204" pitchFamily="18" charset="0"/>
                                  </a:rPr>
                                  <m:t>𝑥</m:t>
                                </m:r>
                              </m:e>
                            </m:acc>
                          </m:e>
                        </m:d>
                      </m:num>
                      <m:den>
                        <m:sSup>
                          <m:sSupPr>
                            <m:ctrlPr>
                              <a:rPr lang="en-GB" sz="1800" i="1">
                                <a:latin typeface="Cambria Math" panose="02040503050406030204" pitchFamily="18" charset="0"/>
                              </a:rPr>
                            </m:ctrlPr>
                          </m:sSupPr>
                          <m:e>
                            <m:r>
                              <a:rPr lang="en-GB" sz="1800" i="1">
                                <a:latin typeface="Cambria Math" panose="02040503050406030204" pitchFamily="18" charset="0"/>
                              </a:rPr>
                              <m:t>𝑓</m:t>
                            </m:r>
                          </m:e>
                          <m:sup>
                            <m:r>
                              <a:rPr lang="en-GB" sz="1800" i="1">
                                <a:latin typeface="Cambria Math" panose="02040503050406030204" pitchFamily="18" charset="0"/>
                              </a:rPr>
                              <m:t>′</m:t>
                            </m:r>
                          </m:sup>
                        </m:sSup>
                        <m:d>
                          <m:dPr>
                            <m:ctrlPr>
                              <a:rPr lang="en-GB" sz="1800" i="1">
                                <a:latin typeface="Cambria Math" panose="02040503050406030204" pitchFamily="18" charset="0"/>
                              </a:rPr>
                            </m:ctrlPr>
                          </m:dPr>
                          <m:e>
                            <m:acc>
                              <m:accPr>
                                <m:chr m:val="̅"/>
                                <m:ctrlPr>
                                  <a:rPr lang="en-GB" sz="1800" i="1">
                                    <a:latin typeface="Cambria Math" panose="02040503050406030204" pitchFamily="18" charset="0"/>
                                  </a:rPr>
                                </m:ctrlPr>
                              </m:accPr>
                              <m:e>
                                <m:r>
                                  <a:rPr lang="en-GB" sz="1800" i="1">
                                    <a:latin typeface="Cambria Math" panose="02040503050406030204" pitchFamily="18" charset="0"/>
                                  </a:rPr>
                                  <m:t>𝑥</m:t>
                                </m:r>
                              </m:e>
                            </m:acc>
                          </m:e>
                        </m:d>
                      </m:den>
                    </m:f>
                    <m:r>
                      <a:rPr lang="en-GB" sz="1800" i="1">
                        <a:latin typeface="Cambria Math" panose="02040503050406030204" pitchFamily="18" charset="0"/>
                      </a:rPr>
                      <m:t>+</m:t>
                    </m:r>
                    <m:r>
                      <a:rPr lang="en-GB" sz="1800" i="1">
                        <a:latin typeface="Cambria Math" panose="02040503050406030204" pitchFamily="18" charset="0"/>
                      </a:rPr>
                      <m:t>𝒪</m:t>
                    </m:r>
                    <m:r>
                      <a:rPr lang="en-US" sz="1800" b="0" i="1" smtClean="0">
                        <a:latin typeface="Cambria Math" panose="02040503050406030204" pitchFamily="18" charset="0"/>
                      </a:rPr>
                      <m:t>(</m:t>
                    </m:r>
                    <m:sSubSup>
                      <m:sSubSupPr>
                        <m:ctrlPr>
                          <a:rPr lang="en-GB" sz="1800" i="1">
                            <a:latin typeface="Cambria Math" panose="02040503050406030204" pitchFamily="18" charset="0"/>
                          </a:rPr>
                        </m:ctrlPr>
                      </m:sSubSupPr>
                      <m:e>
                        <m:r>
                          <a:rPr lang="en-GB" sz="1800" i="1">
                            <a:latin typeface="Cambria Math" panose="02040503050406030204" pitchFamily="18" charset="0"/>
                          </a:rPr>
                          <m:t>𝜖</m:t>
                        </m:r>
                      </m:e>
                      <m:sub>
                        <m:r>
                          <a:rPr lang="en-GB" sz="1800" i="1">
                            <a:latin typeface="Cambria Math" panose="02040503050406030204" pitchFamily="18" charset="0"/>
                          </a:rPr>
                          <m:t>𝑛</m:t>
                        </m:r>
                      </m:sub>
                      <m:sup>
                        <m:r>
                          <a:rPr lang="en-GB" sz="1800" i="1">
                            <a:latin typeface="Cambria Math" panose="02040503050406030204" pitchFamily="18" charset="0"/>
                          </a:rPr>
                          <m:t>3</m:t>
                        </m:r>
                      </m:sup>
                    </m:sSubSup>
                    <m:r>
                      <a:rPr lang="en-US" sz="1800" b="0" i="1" smtClean="0">
                        <a:latin typeface="Cambria Math" panose="02040503050406030204" pitchFamily="18" charset="0"/>
                      </a:rPr>
                      <m:t>) </m:t>
                    </m:r>
                  </m:oMath>
                </a14:m>
                <a:endParaRPr lang="en-GB" sz="1800"/>
              </a:p>
              <a:p>
                <a:r>
                  <a:rPr lang="en-GB" sz="1800"/>
                  <a:t>This is quadratic convergence; the error of the </a:t>
                </a:r>
                <a14:m>
                  <m:oMath xmlns:m="http://schemas.openxmlformats.org/officeDocument/2006/math">
                    <m:sSup>
                      <m:sSupPr>
                        <m:ctrlPr>
                          <a:rPr lang="en-GB" sz="1800" i="1" dirty="0" smtClean="0">
                            <a:latin typeface="Cambria Math" panose="02040503050406030204" pitchFamily="18" charset="0"/>
                          </a:rPr>
                        </m:ctrlPr>
                      </m:sSupPr>
                      <m:e>
                        <m:d>
                          <m:dPr>
                            <m:ctrlPr>
                              <a:rPr lang="en-GB" sz="1800" i="1" dirty="0" smtClean="0">
                                <a:latin typeface="Cambria Math" panose="02040503050406030204" pitchFamily="18" charset="0"/>
                              </a:rPr>
                            </m:ctrlPr>
                          </m:dPr>
                          <m:e>
                            <m:r>
                              <a:rPr lang="en-GB" sz="1800" i="1" dirty="0" smtClean="0">
                                <a:latin typeface="Cambria Math" panose="02040503050406030204" pitchFamily="18" charset="0"/>
                              </a:rPr>
                              <m:t>𝑛</m:t>
                            </m:r>
                            <m:r>
                              <a:rPr lang="en-GB" sz="1800" i="1" dirty="0" smtClean="0">
                                <a:latin typeface="Cambria Math" panose="02040503050406030204" pitchFamily="18" charset="0"/>
                              </a:rPr>
                              <m:t>+1</m:t>
                            </m:r>
                          </m:e>
                        </m:d>
                      </m:e>
                      <m:sup>
                        <m:r>
                          <m:rPr>
                            <m:sty m:val="p"/>
                          </m:rPr>
                          <a:rPr lang="en-US" sz="1800" b="0" i="0" dirty="0" smtClean="0">
                            <a:latin typeface="Cambria Math" panose="02040503050406030204" pitchFamily="18" charset="0"/>
                          </a:rPr>
                          <m:t>th</m:t>
                        </m:r>
                      </m:sup>
                    </m:sSup>
                  </m:oMath>
                </a14:m>
                <a:r>
                  <a:rPr lang="en-GB" sz="1800"/>
                  <a:t> iteration is the square of the error of the </a:t>
                </a:r>
                <a14:m>
                  <m:oMath xmlns:m="http://schemas.openxmlformats.org/officeDocument/2006/math">
                    <m:sSup>
                      <m:sSupPr>
                        <m:ctrlPr>
                          <a:rPr lang="en-GB" sz="1800" i="1" dirty="0" smtClean="0">
                            <a:latin typeface="Cambria Math" panose="02040503050406030204" pitchFamily="18" charset="0"/>
                          </a:rPr>
                        </m:ctrlPr>
                      </m:sSupPr>
                      <m:e>
                        <m:r>
                          <a:rPr lang="en-GB" sz="1800" i="1" dirty="0" smtClean="0">
                            <a:latin typeface="Cambria Math" panose="02040503050406030204" pitchFamily="18" charset="0"/>
                          </a:rPr>
                          <m:t>𝑛</m:t>
                        </m:r>
                      </m:e>
                      <m:sup>
                        <m:r>
                          <m:rPr>
                            <m:sty m:val="p"/>
                          </m:rPr>
                          <a:rPr lang="en-GB" sz="1800" i="0" dirty="0" smtClean="0">
                            <a:latin typeface="Cambria Math" panose="02040503050406030204" pitchFamily="18" charset="0"/>
                          </a:rPr>
                          <m:t>th</m:t>
                        </m:r>
                      </m:sup>
                    </m:sSup>
                  </m:oMath>
                </a14:m>
                <a:r>
                  <a:rPr lang="en-GB" sz="1800"/>
                  <a:t> iteration; provided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𝜖</m:t>
                        </m:r>
                      </m:e>
                      <m:sub>
                        <m:r>
                          <a:rPr lang="en-GB" sz="1800" i="1" dirty="0" smtClean="0">
                            <a:latin typeface="Cambria Math" panose="02040503050406030204" pitchFamily="18" charset="0"/>
                          </a:rPr>
                          <m:t>𝑛</m:t>
                        </m:r>
                      </m:sub>
                    </m:sSub>
                  </m:oMath>
                </a14:m>
                <a:r>
                  <a:rPr lang="en-GB" sz="1800"/>
                  <a:t> is small, this error will decrease rapidly!</a:t>
                </a:r>
              </a:p>
              <a:p>
                <a:r>
                  <a:rPr lang="en-GB" sz="1800"/>
                  <a:t>But what if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𝜖</m:t>
                        </m:r>
                      </m:e>
                      <m:sub>
                        <m:r>
                          <a:rPr lang="en-GB" sz="1800" i="1" dirty="0" smtClean="0">
                            <a:latin typeface="Cambria Math" panose="02040503050406030204" pitchFamily="18" charset="0"/>
                          </a:rPr>
                          <m:t>𝑛</m:t>
                        </m:r>
                      </m:sub>
                    </m:sSub>
                  </m:oMath>
                </a14:m>
                <a:r>
                  <a:rPr lang="en-GB" sz="1800"/>
                  <a:t> isn’t small at some point?`</a:t>
                </a:r>
              </a:p>
            </p:txBody>
          </p:sp>
        </mc:Choice>
        <mc:Fallback xmlns="">
          <p:sp>
            <p:nvSpPr>
              <p:cNvPr id="5" name="Content Placeholder 4">
                <a:extLst>
                  <a:ext uri="{FF2B5EF4-FFF2-40B4-BE49-F238E27FC236}">
                    <a16:creationId xmlns:a16="http://schemas.microsoft.com/office/drawing/2014/main" id="{8539AD71-534C-C269-A1B8-CC8FA963FA78}"/>
                  </a:ext>
                </a:extLst>
              </p:cNvPr>
              <p:cNvSpPr>
                <a:spLocks noGrp="1" noRot="1" noChangeAspect="1" noMove="1" noResize="1" noEditPoints="1" noAdjustHandles="1" noChangeArrowheads="1" noChangeShapeType="1" noTextEdit="1"/>
              </p:cNvSpPr>
              <p:nvPr>
                <p:ph sz="half" idx="10"/>
              </p:nvPr>
            </p:nvSpPr>
            <p:spPr>
              <a:xfrm>
                <a:off x="417502" y="1838632"/>
                <a:ext cx="11145847" cy="4287848"/>
              </a:xfrm>
              <a:blipFill>
                <a:blip r:embed="rId2"/>
                <a:stretch>
                  <a:fillRect l="-328" b="-11807"/>
                </a:stretch>
              </a:blipFill>
            </p:spPr>
            <p:txBody>
              <a:bodyPr/>
              <a:lstStyle/>
              <a:p>
                <a:r>
                  <a:rPr lang="en-US">
                    <a:noFill/>
                  </a:rPr>
                  <a:t> </a:t>
                </a:r>
              </a:p>
            </p:txBody>
          </p:sp>
        </mc:Fallback>
      </mc:AlternateContent>
    </p:spTree>
    <p:extLst>
      <p:ext uri="{BB962C8B-B14F-4D97-AF65-F5344CB8AC3E}">
        <p14:creationId xmlns:p14="http://schemas.microsoft.com/office/powerpoint/2010/main" val="93472356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16315-8034-5CF7-A6CC-6D26E3C82BF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9190D35-921B-C073-F4C9-FF9B0D4A6CF9}"/>
              </a:ext>
            </a:extLst>
          </p:cNvPr>
          <p:cNvSpPr>
            <a:spLocks noGrp="1"/>
          </p:cNvSpPr>
          <p:nvPr>
            <p:ph type="title"/>
          </p:nvPr>
        </p:nvSpPr>
        <p:spPr/>
        <p:txBody>
          <a:bodyPr/>
          <a:lstStyle/>
          <a:p>
            <a:r>
              <a:rPr lang="en-GB"/>
              <a:t>Newton’s method - a bad choice</a:t>
            </a:r>
          </a:p>
        </p:txBody>
      </p:sp>
      <p:pic>
        <p:nvPicPr>
          <p:cNvPr id="9" name="Picture 8">
            <a:extLst>
              <a:ext uri="{FF2B5EF4-FFF2-40B4-BE49-F238E27FC236}">
                <a16:creationId xmlns:a16="http://schemas.microsoft.com/office/drawing/2014/main" id="{9A1DECFC-A436-0C7F-FEE6-3C9DDC6DF13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79895" y="1775735"/>
            <a:ext cx="5211514" cy="4239217"/>
          </a:xfrm>
          <a:prstGeom prst="rect">
            <a:avLst/>
          </a:prstGeom>
        </p:spPr>
      </p:pic>
    </p:spTree>
    <p:extLst>
      <p:ext uri="{BB962C8B-B14F-4D97-AF65-F5344CB8AC3E}">
        <p14:creationId xmlns:p14="http://schemas.microsoft.com/office/powerpoint/2010/main" val="2575910004"/>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8DDFF-4083-4823-14AF-2FED57CFE9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1715FA-55A8-53C8-4D20-85875DCB3DE7}"/>
              </a:ext>
            </a:extLst>
          </p:cNvPr>
          <p:cNvSpPr>
            <a:spLocks noGrp="1"/>
          </p:cNvSpPr>
          <p:nvPr>
            <p:ph type="title"/>
          </p:nvPr>
        </p:nvSpPr>
        <p:spPr/>
        <p:txBody>
          <a:bodyPr/>
          <a:lstStyle/>
          <a:p>
            <a:r>
              <a:rPr lang="en-GB"/>
              <a:t>Newton’s method - a bad choice</a:t>
            </a:r>
          </a:p>
        </p:txBody>
      </p:sp>
      <p:pic>
        <p:nvPicPr>
          <p:cNvPr id="9" name="Picture 8">
            <a:extLst>
              <a:ext uri="{FF2B5EF4-FFF2-40B4-BE49-F238E27FC236}">
                <a16:creationId xmlns:a16="http://schemas.microsoft.com/office/drawing/2014/main" id="{94440BC8-033A-530D-FC33-FA90C86797B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79895" y="1957648"/>
            <a:ext cx="5211514" cy="3875390"/>
          </a:xfrm>
          <a:prstGeom prst="rect">
            <a:avLst/>
          </a:prstGeom>
        </p:spPr>
      </p:pic>
      <p:sp>
        <p:nvSpPr>
          <p:cNvPr id="2" name="TextBox 1">
            <a:extLst>
              <a:ext uri="{FF2B5EF4-FFF2-40B4-BE49-F238E27FC236}">
                <a16:creationId xmlns:a16="http://schemas.microsoft.com/office/drawing/2014/main" id="{47C21EA8-0A57-37C8-AEFD-D0ACC6AB3440}"/>
              </a:ext>
            </a:extLst>
          </p:cNvPr>
          <p:cNvSpPr txBox="1"/>
          <p:nvPr/>
        </p:nvSpPr>
        <p:spPr>
          <a:xfrm>
            <a:off x="601734" y="2141466"/>
            <a:ext cx="2371541" cy="1200329"/>
          </a:xfrm>
          <a:prstGeom prst="rect">
            <a:avLst/>
          </a:prstGeom>
          <a:noFill/>
        </p:spPr>
        <p:txBody>
          <a:bodyPr wrap="square" rtlCol="0">
            <a:spAutoFit/>
          </a:bodyPr>
          <a:lstStyle/>
          <a:p>
            <a:r>
              <a:rPr lang="en-GB"/>
              <a:t>We can choose an initial guess where the derivative slopes </a:t>
            </a:r>
            <a:r>
              <a:rPr lang="en-GB" b="1"/>
              <a:t>away </a:t>
            </a:r>
            <a:r>
              <a:rPr lang="en-GB"/>
              <a:t>from the root</a:t>
            </a:r>
          </a:p>
        </p:txBody>
      </p:sp>
    </p:spTree>
    <p:extLst>
      <p:ext uri="{BB962C8B-B14F-4D97-AF65-F5344CB8AC3E}">
        <p14:creationId xmlns:p14="http://schemas.microsoft.com/office/powerpoint/2010/main" val="292496413"/>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E31CB-2DAC-1DCF-9847-A3B302FCC6B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2C04ACB-1FCC-7C72-1497-B30553CF8C3F}"/>
              </a:ext>
            </a:extLst>
          </p:cNvPr>
          <p:cNvSpPr>
            <a:spLocks noGrp="1"/>
          </p:cNvSpPr>
          <p:nvPr>
            <p:ph type="title"/>
          </p:nvPr>
        </p:nvSpPr>
        <p:spPr/>
        <p:txBody>
          <a:bodyPr/>
          <a:lstStyle/>
          <a:p>
            <a:r>
              <a:rPr lang="en-GB"/>
              <a:t>Newton’s method - a bad choice</a:t>
            </a:r>
          </a:p>
        </p:txBody>
      </p:sp>
      <p:pic>
        <p:nvPicPr>
          <p:cNvPr id="9" name="Picture 8">
            <a:extLst>
              <a:ext uri="{FF2B5EF4-FFF2-40B4-BE49-F238E27FC236}">
                <a16:creationId xmlns:a16="http://schemas.microsoft.com/office/drawing/2014/main" id="{00287C07-9151-AA38-356E-BCBF9E6656A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79895" y="1919414"/>
            <a:ext cx="5211514" cy="3951859"/>
          </a:xfrm>
          <a:prstGeom prst="rect">
            <a:avLst/>
          </a:prstGeom>
        </p:spPr>
      </p:pic>
      <p:sp>
        <p:nvSpPr>
          <p:cNvPr id="2" name="TextBox 1">
            <a:extLst>
              <a:ext uri="{FF2B5EF4-FFF2-40B4-BE49-F238E27FC236}">
                <a16:creationId xmlns:a16="http://schemas.microsoft.com/office/drawing/2014/main" id="{73950962-F186-DC24-A62A-479F629FD7B9}"/>
              </a:ext>
            </a:extLst>
          </p:cNvPr>
          <p:cNvSpPr txBox="1"/>
          <p:nvPr/>
        </p:nvSpPr>
        <p:spPr>
          <a:xfrm>
            <a:off x="601734" y="2141466"/>
            <a:ext cx="2371541" cy="1200329"/>
          </a:xfrm>
          <a:prstGeom prst="rect">
            <a:avLst/>
          </a:prstGeom>
          <a:noFill/>
        </p:spPr>
        <p:txBody>
          <a:bodyPr wrap="square" rtlCol="0">
            <a:spAutoFit/>
          </a:bodyPr>
          <a:lstStyle/>
          <a:p>
            <a:r>
              <a:rPr lang="en-GB"/>
              <a:t>This would results in a guess which slopes back towards the root at least</a:t>
            </a:r>
          </a:p>
        </p:txBody>
      </p:sp>
    </p:spTree>
    <p:extLst>
      <p:ext uri="{BB962C8B-B14F-4D97-AF65-F5344CB8AC3E}">
        <p14:creationId xmlns:p14="http://schemas.microsoft.com/office/powerpoint/2010/main" val="717220147"/>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520FB-6415-0435-2CFD-6DCEB4E811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AE13413-60B5-5774-6E2D-46BC9769246D}"/>
              </a:ext>
            </a:extLst>
          </p:cNvPr>
          <p:cNvSpPr>
            <a:spLocks noGrp="1"/>
          </p:cNvSpPr>
          <p:nvPr>
            <p:ph type="title"/>
          </p:nvPr>
        </p:nvSpPr>
        <p:spPr/>
        <p:txBody>
          <a:bodyPr/>
          <a:lstStyle/>
          <a:p>
            <a:r>
              <a:rPr lang="en-GB"/>
              <a:t>Newton’s method - a bad choice</a:t>
            </a:r>
          </a:p>
        </p:txBody>
      </p:sp>
      <p:pic>
        <p:nvPicPr>
          <p:cNvPr id="9" name="Picture 8">
            <a:extLst>
              <a:ext uri="{FF2B5EF4-FFF2-40B4-BE49-F238E27FC236}">
                <a16:creationId xmlns:a16="http://schemas.microsoft.com/office/drawing/2014/main" id="{F348FE9E-979A-2E93-561F-4B127D68C6C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79895" y="1813373"/>
            <a:ext cx="5211514" cy="4163940"/>
          </a:xfrm>
          <a:prstGeom prst="rect">
            <a:avLst/>
          </a:prstGeom>
        </p:spPr>
      </p:pic>
      <p:sp>
        <p:nvSpPr>
          <p:cNvPr id="2" name="TextBox 1">
            <a:extLst>
              <a:ext uri="{FF2B5EF4-FFF2-40B4-BE49-F238E27FC236}">
                <a16:creationId xmlns:a16="http://schemas.microsoft.com/office/drawing/2014/main" id="{B1F6D227-5835-617E-EC7D-C5FA9475891F}"/>
              </a:ext>
            </a:extLst>
          </p:cNvPr>
          <p:cNvSpPr txBox="1"/>
          <p:nvPr/>
        </p:nvSpPr>
        <p:spPr>
          <a:xfrm>
            <a:off x="601734" y="2141466"/>
            <a:ext cx="2371541" cy="1200329"/>
          </a:xfrm>
          <a:prstGeom prst="rect">
            <a:avLst/>
          </a:prstGeom>
          <a:noFill/>
        </p:spPr>
        <p:txBody>
          <a:bodyPr wrap="square" rtlCol="0">
            <a:spAutoFit/>
          </a:bodyPr>
          <a:lstStyle/>
          <a:p>
            <a:r>
              <a:rPr lang="en-GB"/>
              <a:t>And we still slope towards the root, but we’re not very close yet</a:t>
            </a:r>
          </a:p>
        </p:txBody>
      </p:sp>
    </p:spTree>
    <p:extLst>
      <p:ext uri="{BB962C8B-B14F-4D97-AF65-F5344CB8AC3E}">
        <p14:creationId xmlns:p14="http://schemas.microsoft.com/office/powerpoint/2010/main" val="623242493"/>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C3250-7666-9D46-FB47-0280E898EFA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2867666-8DA7-36B3-31A3-79B0BD3F032D}"/>
              </a:ext>
            </a:extLst>
          </p:cNvPr>
          <p:cNvSpPr>
            <a:spLocks noGrp="1"/>
          </p:cNvSpPr>
          <p:nvPr>
            <p:ph type="title"/>
          </p:nvPr>
        </p:nvSpPr>
        <p:spPr/>
        <p:txBody>
          <a:bodyPr/>
          <a:lstStyle/>
          <a:p>
            <a:r>
              <a:rPr lang="en-GB"/>
              <a:t>Newton’s method - a bad choice</a:t>
            </a:r>
          </a:p>
        </p:txBody>
      </p:sp>
      <p:pic>
        <p:nvPicPr>
          <p:cNvPr id="9" name="Picture 8">
            <a:extLst>
              <a:ext uri="{FF2B5EF4-FFF2-40B4-BE49-F238E27FC236}">
                <a16:creationId xmlns:a16="http://schemas.microsoft.com/office/drawing/2014/main" id="{AC2146B0-5950-24D0-DBA0-DB1660AC49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79895" y="1917558"/>
            <a:ext cx="5211514" cy="3955571"/>
          </a:xfrm>
          <a:prstGeom prst="rect">
            <a:avLst/>
          </a:prstGeom>
        </p:spPr>
      </p:pic>
      <p:sp>
        <p:nvSpPr>
          <p:cNvPr id="2" name="TextBox 1">
            <a:extLst>
              <a:ext uri="{FF2B5EF4-FFF2-40B4-BE49-F238E27FC236}">
                <a16:creationId xmlns:a16="http://schemas.microsoft.com/office/drawing/2014/main" id="{A4EB1CA9-094B-787D-2E7B-07EB92A501B6}"/>
              </a:ext>
            </a:extLst>
          </p:cNvPr>
          <p:cNvSpPr txBox="1"/>
          <p:nvPr/>
        </p:nvSpPr>
        <p:spPr>
          <a:xfrm>
            <a:off x="601734" y="2141466"/>
            <a:ext cx="2371541" cy="646331"/>
          </a:xfrm>
          <a:prstGeom prst="rect">
            <a:avLst/>
          </a:prstGeom>
          <a:noFill/>
        </p:spPr>
        <p:txBody>
          <a:bodyPr wrap="square" rtlCol="0">
            <a:spAutoFit/>
          </a:bodyPr>
          <a:lstStyle/>
          <a:p>
            <a:r>
              <a:rPr lang="en-GB"/>
              <a:t>And we’re almost back where we started now!</a:t>
            </a:r>
          </a:p>
        </p:txBody>
      </p:sp>
    </p:spTree>
    <p:extLst>
      <p:ext uri="{BB962C8B-B14F-4D97-AF65-F5344CB8AC3E}">
        <p14:creationId xmlns:p14="http://schemas.microsoft.com/office/powerpoint/2010/main" val="1209063978"/>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914EF-99C4-82AE-0705-E161D222B6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7D24F7F-DEFD-3BF7-8741-BE0E6D4AD7BC}"/>
              </a:ext>
            </a:extLst>
          </p:cNvPr>
          <p:cNvSpPr>
            <a:spLocks noGrp="1"/>
          </p:cNvSpPr>
          <p:nvPr>
            <p:ph type="title"/>
          </p:nvPr>
        </p:nvSpPr>
        <p:spPr/>
        <p:txBody>
          <a:bodyPr/>
          <a:lstStyle/>
          <a:p>
            <a:r>
              <a:rPr lang="en-GB"/>
              <a:t>Newton’s method - a bad choice</a:t>
            </a:r>
          </a:p>
        </p:txBody>
      </p:sp>
      <p:pic>
        <p:nvPicPr>
          <p:cNvPr id="9" name="Picture 8">
            <a:extLst>
              <a:ext uri="{FF2B5EF4-FFF2-40B4-BE49-F238E27FC236}">
                <a16:creationId xmlns:a16="http://schemas.microsoft.com/office/drawing/2014/main" id="{17061B79-71BB-867C-2C9B-426F9002EF0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79895" y="1867555"/>
            <a:ext cx="5211514" cy="4055576"/>
          </a:xfrm>
          <a:prstGeom prst="rect">
            <a:avLst/>
          </a:prstGeom>
        </p:spPr>
      </p:pic>
      <p:sp>
        <p:nvSpPr>
          <p:cNvPr id="2" name="TextBox 1">
            <a:extLst>
              <a:ext uri="{FF2B5EF4-FFF2-40B4-BE49-F238E27FC236}">
                <a16:creationId xmlns:a16="http://schemas.microsoft.com/office/drawing/2014/main" id="{608E42B6-B25B-0A68-C99C-B7E2F6AAC290}"/>
              </a:ext>
            </a:extLst>
          </p:cNvPr>
          <p:cNvSpPr txBox="1"/>
          <p:nvPr/>
        </p:nvSpPr>
        <p:spPr>
          <a:xfrm>
            <a:off x="601734" y="2141466"/>
            <a:ext cx="2371541" cy="923330"/>
          </a:xfrm>
          <a:prstGeom prst="rect">
            <a:avLst/>
          </a:prstGeom>
          <a:noFill/>
        </p:spPr>
        <p:txBody>
          <a:bodyPr wrap="square" rtlCol="0">
            <a:spAutoFit/>
          </a:bodyPr>
          <a:lstStyle/>
          <a:p>
            <a:r>
              <a:rPr lang="en-GB"/>
              <a:t>And this happens again for the next three iterations too</a:t>
            </a:r>
          </a:p>
        </p:txBody>
      </p:sp>
    </p:spTree>
    <p:extLst>
      <p:ext uri="{BB962C8B-B14F-4D97-AF65-F5344CB8AC3E}">
        <p14:creationId xmlns:p14="http://schemas.microsoft.com/office/powerpoint/2010/main" val="2136185154"/>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193E3-8508-9D12-F25C-7F55CFA28BE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DCDBD1-7CDF-45D7-9520-05FDB85F65F7}"/>
              </a:ext>
            </a:extLst>
          </p:cNvPr>
          <p:cNvSpPr>
            <a:spLocks noGrp="1"/>
          </p:cNvSpPr>
          <p:nvPr>
            <p:ph type="title"/>
          </p:nvPr>
        </p:nvSpPr>
        <p:spPr/>
        <p:txBody>
          <a:bodyPr/>
          <a:lstStyle/>
          <a:p>
            <a:r>
              <a:rPr lang="en-GB"/>
              <a:t>Newton’s method - a bad choice</a:t>
            </a:r>
          </a:p>
        </p:txBody>
      </p:sp>
      <p:pic>
        <p:nvPicPr>
          <p:cNvPr id="9" name="Picture 8">
            <a:extLst>
              <a:ext uri="{FF2B5EF4-FFF2-40B4-BE49-F238E27FC236}">
                <a16:creationId xmlns:a16="http://schemas.microsoft.com/office/drawing/2014/main" id="{1CF434F0-058D-75A8-DE29-1025B412997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79895" y="1967147"/>
            <a:ext cx="5211514" cy="3856393"/>
          </a:xfrm>
          <a:prstGeom prst="rect">
            <a:avLst/>
          </a:prstGeom>
        </p:spPr>
      </p:pic>
      <p:sp>
        <p:nvSpPr>
          <p:cNvPr id="2" name="TextBox 1">
            <a:extLst>
              <a:ext uri="{FF2B5EF4-FFF2-40B4-BE49-F238E27FC236}">
                <a16:creationId xmlns:a16="http://schemas.microsoft.com/office/drawing/2014/main" id="{5B45BC97-094C-62C6-08C0-FE5193C2A4D8}"/>
              </a:ext>
            </a:extLst>
          </p:cNvPr>
          <p:cNvSpPr txBox="1"/>
          <p:nvPr/>
        </p:nvSpPr>
        <p:spPr>
          <a:xfrm>
            <a:off x="601734" y="2141466"/>
            <a:ext cx="2371541" cy="923330"/>
          </a:xfrm>
          <a:prstGeom prst="rect">
            <a:avLst/>
          </a:prstGeom>
          <a:noFill/>
        </p:spPr>
        <p:txBody>
          <a:bodyPr wrap="square" rtlCol="0">
            <a:spAutoFit/>
          </a:bodyPr>
          <a:lstStyle/>
          <a:p>
            <a:r>
              <a:rPr lang="en-GB"/>
              <a:t>We do get there in the end, but our initial guess was not good</a:t>
            </a:r>
          </a:p>
        </p:txBody>
      </p:sp>
      <p:sp>
        <p:nvSpPr>
          <p:cNvPr id="4" name="TextBox 3">
            <a:extLst>
              <a:ext uri="{FF2B5EF4-FFF2-40B4-BE49-F238E27FC236}">
                <a16:creationId xmlns:a16="http://schemas.microsoft.com/office/drawing/2014/main" id="{1F82F513-671C-050F-D7EE-8B387C9D95AE}"/>
              </a:ext>
            </a:extLst>
          </p:cNvPr>
          <p:cNvSpPr txBox="1"/>
          <p:nvPr/>
        </p:nvSpPr>
        <p:spPr>
          <a:xfrm>
            <a:off x="601733" y="3350834"/>
            <a:ext cx="2371541" cy="1200329"/>
          </a:xfrm>
          <a:prstGeom prst="rect">
            <a:avLst/>
          </a:prstGeom>
          <a:noFill/>
        </p:spPr>
        <p:txBody>
          <a:bodyPr wrap="square" rtlCol="0">
            <a:spAutoFit/>
          </a:bodyPr>
          <a:lstStyle/>
          <a:p>
            <a:r>
              <a:rPr lang="en-GB"/>
              <a:t>Unfortunately, we don’t always know what a good guess would be</a:t>
            </a:r>
          </a:p>
        </p:txBody>
      </p:sp>
      <p:sp>
        <p:nvSpPr>
          <p:cNvPr id="7" name="TextBox 6">
            <a:extLst>
              <a:ext uri="{FF2B5EF4-FFF2-40B4-BE49-F238E27FC236}">
                <a16:creationId xmlns:a16="http://schemas.microsoft.com/office/drawing/2014/main" id="{AE618742-6EBE-873E-5DF8-0462FF9A9440}"/>
              </a:ext>
            </a:extLst>
          </p:cNvPr>
          <p:cNvSpPr txBox="1"/>
          <p:nvPr/>
        </p:nvSpPr>
        <p:spPr>
          <a:xfrm>
            <a:off x="601733" y="4694903"/>
            <a:ext cx="2371541" cy="646331"/>
          </a:xfrm>
          <a:prstGeom prst="rect">
            <a:avLst/>
          </a:prstGeom>
          <a:noFill/>
        </p:spPr>
        <p:txBody>
          <a:bodyPr wrap="square" rtlCol="0">
            <a:spAutoFit/>
          </a:bodyPr>
          <a:lstStyle/>
          <a:p>
            <a:r>
              <a:rPr lang="en-GB"/>
              <a:t>At least we got there for this curve…</a:t>
            </a:r>
          </a:p>
        </p:txBody>
      </p:sp>
    </p:spTree>
    <p:extLst>
      <p:ext uri="{BB962C8B-B14F-4D97-AF65-F5344CB8AC3E}">
        <p14:creationId xmlns:p14="http://schemas.microsoft.com/office/powerpoint/2010/main" val="257944723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0E78A-EFCF-588C-16C1-4FC85B6B5A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F270D30-4D76-BCD9-9E22-6DE4F569CE71}"/>
              </a:ext>
            </a:extLst>
          </p:cNvPr>
          <p:cNvSpPr>
            <a:spLocks noGrp="1"/>
          </p:cNvSpPr>
          <p:nvPr>
            <p:ph type="title"/>
          </p:nvPr>
        </p:nvSpPr>
        <p:spPr/>
        <p:txBody>
          <a:bodyPr/>
          <a:lstStyle/>
          <a:p>
            <a:r>
              <a:rPr lang="en-GB"/>
              <a:t>Newton’s method - a worse choice</a:t>
            </a:r>
          </a:p>
        </p:txBody>
      </p:sp>
      <p:pic>
        <p:nvPicPr>
          <p:cNvPr id="9" name="Picture 8">
            <a:extLst>
              <a:ext uri="{FF2B5EF4-FFF2-40B4-BE49-F238E27FC236}">
                <a16:creationId xmlns:a16="http://schemas.microsoft.com/office/drawing/2014/main" id="{2E6F070E-7C2C-6F48-2120-80F8B656074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372497" y="1967147"/>
            <a:ext cx="5026310" cy="3856393"/>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D39C30-7333-DD4B-4443-06E28DC5CF6C}"/>
                  </a:ext>
                </a:extLst>
              </p:cNvPr>
              <p:cNvSpPr txBox="1"/>
              <p:nvPr/>
            </p:nvSpPr>
            <p:spPr>
              <a:xfrm>
                <a:off x="601734" y="2141466"/>
                <a:ext cx="2371541" cy="2031325"/>
              </a:xfrm>
              <a:prstGeom prst="rect">
                <a:avLst/>
              </a:prstGeom>
              <a:noFill/>
            </p:spPr>
            <p:txBody>
              <a:bodyPr wrap="square" rtlCol="0">
                <a:spAutoFit/>
              </a:bodyPr>
              <a:lstStyle/>
              <a:p>
                <a:r>
                  <a:rPr lang="en-GB"/>
                  <a:t>This time, if we made an initial guess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=4</m:t>
                    </m:r>
                  </m:oMath>
                </a14:m>
                <a:r>
                  <a:rPr lang="en-GB"/>
                  <a:t> for this curve, the derivative would always point away from the root – we would never converge!</a:t>
                </a:r>
              </a:p>
            </p:txBody>
          </p:sp>
        </mc:Choice>
        <mc:Fallback xmlns="">
          <p:sp>
            <p:nvSpPr>
              <p:cNvPr id="4" name="TextBox 3">
                <a:extLst>
                  <a:ext uri="{FF2B5EF4-FFF2-40B4-BE49-F238E27FC236}">
                    <a16:creationId xmlns:a16="http://schemas.microsoft.com/office/drawing/2014/main" id="{08D39C30-7333-DD4B-4443-06E28DC5CF6C}"/>
                  </a:ext>
                </a:extLst>
              </p:cNvPr>
              <p:cNvSpPr txBox="1">
                <a:spLocks noRot="1" noChangeAspect="1" noMove="1" noResize="1" noEditPoints="1" noAdjustHandles="1" noChangeArrowheads="1" noChangeShapeType="1" noTextEdit="1"/>
              </p:cNvSpPr>
              <p:nvPr/>
            </p:nvSpPr>
            <p:spPr>
              <a:xfrm>
                <a:off x="601734" y="2141466"/>
                <a:ext cx="2371541" cy="2031325"/>
              </a:xfrm>
              <a:prstGeom prst="rect">
                <a:avLst/>
              </a:prstGeom>
              <a:blipFill>
                <a:blip r:embed="rId4"/>
                <a:stretch>
                  <a:fillRect l="-2314" t="-1497" b="-3593"/>
                </a:stretch>
              </a:blipFill>
            </p:spPr>
            <p:txBody>
              <a:bodyPr/>
              <a:lstStyle/>
              <a:p>
                <a:r>
                  <a:rPr lang="en-US">
                    <a:noFill/>
                  </a:rPr>
                  <a:t> </a:t>
                </a:r>
              </a:p>
            </p:txBody>
          </p:sp>
        </mc:Fallback>
      </mc:AlternateContent>
    </p:spTree>
    <p:extLst>
      <p:ext uri="{BB962C8B-B14F-4D97-AF65-F5344CB8AC3E}">
        <p14:creationId xmlns:p14="http://schemas.microsoft.com/office/powerpoint/2010/main" val="970742421"/>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Runge-Kutta methods</a:t>
            </a:r>
          </a:p>
        </p:txBody>
      </p:sp>
      <p:pic>
        <p:nvPicPr>
          <p:cNvPr id="4" name="Picture 3" descr="The image depicts a flowchart or diagram with various components labeled, including input and output nodes (X), process steps (k1, k2, k3, k4), and summation symbols (ￎﾣ).&#10;&#10;AI-generated content may be incorrect.">
            <a:extLst>
              <a:ext uri="{FF2B5EF4-FFF2-40B4-BE49-F238E27FC236}">
                <a16:creationId xmlns:a16="http://schemas.microsoft.com/office/drawing/2014/main" id="{2879D99B-0A09-FD82-2099-3155065A5531}"/>
              </a:ext>
            </a:extLst>
          </p:cNvPr>
          <p:cNvPicPr>
            <a:picLocks noChangeAspect="1"/>
          </p:cNvPicPr>
          <p:nvPr/>
        </p:nvPicPr>
        <p:blipFill>
          <a:blip r:embed="rId2"/>
          <a:stretch>
            <a:fillRect/>
          </a:stretch>
        </p:blipFill>
        <p:spPr>
          <a:xfrm>
            <a:off x="2567268" y="2700170"/>
            <a:ext cx="7057464" cy="3849526"/>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Runge-Kutta methods</a:t>
            </a:r>
          </a:p>
        </p:txBody>
      </p:sp>
      <p:sp>
        <p:nvSpPr>
          <p:cNvPr id="7" name="TextBox 6"/>
          <p:cNvSpPr txBox="1"/>
          <p:nvPr/>
        </p:nvSpPr>
        <p:spPr>
          <a:xfrm>
            <a:off x="627888" y="1985431"/>
            <a:ext cx="10936224" cy="410933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Much of the scientific computing requires us to find solutions to partial differential equations, e.g.</a:t>
            </a:r>
          </a:p>
          <a:p>
            <a:pPr marL="285750" indent="-285750">
              <a:lnSpc>
                <a:spcPct val="150000"/>
              </a:lnSpc>
              <a:buFont typeface="Arial" panose="020B0604020202020204" pitchFamily="34" charset="0"/>
              <a:buChar char="•"/>
            </a:pPr>
            <a:endParaRPr lang="en-GB" sz="16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endParaRPr lang="en-GB" sz="16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endParaRPr lang="en-GB" sz="16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These techniques will often follow the </a:t>
            </a:r>
            <a:r>
              <a:rPr lang="en-GB" sz="1600" b="1" dirty="0">
                <a:latin typeface="Arial" panose="020B0604020202020204" pitchFamily="34" charset="0"/>
                <a:cs typeface="Arial" panose="020B0604020202020204" pitchFamily="34" charset="0"/>
              </a:rPr>
              <a:t>method of lines</a:t>
            </a:r>
            <a:r>
              <a:rPr lang="en-GB" sz="1600" dirty="0">
                <a:latin typeface="Arial" panose="020B0604020202020204" pitchFamily="34" charset="0"/>
                <a:cs typeface="Arial" panose="020B0604020202020204" pitchFamily="34" charset="0"/>
              </a:rPr>
              <a:t>, in which an approximation to the space derivative is made first, and this is used to solve the time derivative</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A lot of effort focuses on the space derivative, and in doing so, deals with the really complex mathematical behaviour which may exist in the system</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There are then many fewer methods to required to deal with the time derivative, and they do tend to get glossed over, assuming that you know them from somewhere else</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Runge-</a:t>
            </a:r>
            <a:r>
              <a:rPr lang="en-GB" sz="1600" dirty="0" err="1">
                <a:latin typeface="Arial" panose="020B0604020202020204" pitchFamily="34" charset="0"/>
                <a:cs typeface="Arial" panose="020B0604020202020204" pitchFamily="34" charset="0"/>
              </a:rPr>
              <a:t>Kutta</a:t>
            </a:r>
            <a:r>
              <a:rPr lang="en-GB" sz="1600" dirty="0">
                <a:latin typeface="Arial" panose="020B0604020202020204" pitchFamily="34" charset="0"/>
                <a:cs typeface="Arial" panose="020B0604020202020204" pitchFamily="34" charset="0"/>
              </a:rPr>
              <a:t> methods are perhaps the most useful</a:t>
            </a:r>
            <a:endParaRPr sz="1600" dirty="0">
              <a:latin typeface="Arial" panose="020B0604020202020204" pitchFamily="34" charset="0"/>
              <a:cs typeface="Arial" panose="020B0604020202020204" pitchFamily="34" charset="0"/>
            </a:endParaRPr>
          </a:p>
        </p:txBody>
      </p:sp>
      <p:pic>
        <p:nvPicPr>
          <p:cNvPr id="6" name="Picture 5" descr="b4fc61e88e8f4506.png"/>
          <p:cNvPicPr>
            <a:picLocks noChangeAspect="1"/>
          </p:cNvPicPr>
          <p:nvPr/>
        </p:nvPicPr>
        <p:blipFill>
          <a:blip r:embed="rId2"/>
          <a:stretch>
            <a:fillRect/>
          </a:stretch>
        </p:blipFill>
        <p:spPr>
          <a:xfrm>
            <a:off x="4147794" y="2510251"/>
            <a:ext cx="4164362" cy="732161"/>
          </a:xfrm>
          <a:prstGeom prst="rect">
            <a:avLst/>
          </a:prstGeom>
        </p:spPr>
      </p:pic>
    </p:spTree>
    <p:extLst>
      <p:ext uri="{BB962C8B-B14F-4D97-AF65-F5344CB8AC3E}">
        <p14:creationId xmlns:p14="http://schemas.microsoft.com/office/powerpoint/2010/main" val="398606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Runge-Kutta methods</a:t>
            </a:r>
          </a:p>
        </p:txBody>
      </p:sp>
      <mc:AlternateContent xmlns:mc="http://schemas.openxmlformats.org/markup-compatibility/2006">
        <mc:Choice xmlns:a14="http://schemas.microsoft.com/office/drawing/2010/main" Requires="a14">
          <p:sp>
            <p:nvSpPr>
              <p:cNvPr id="4" name="Content Placeholder 3"/>
              <p:cNvSpPr>
                <a:spLocks noGrp="1"/>
              </p:cNvSpPr>
              <p:nvPr>
                <p:ph sz="half" idx="11"/>
              </p:nvPr>
            </p:nvSpPr>
            <p:spPr>
              <a:xfrm>
                <a:off x="417502" y="2678653"/>
                <a:ext cx="10875337" cy="3345629"/>
              </a:xfrm>
            </p:spPr>
            <p:txBody>
              <a:bodyPr wrap="square">
                <a:normAutofit/>
              </a:bodyPr>
              <a:lstStyle/>
              <a:p>
                <a:r>
                  <a:rPr sz="1600" dirty="0"/>
                  <a:t>We shall assume that we know </a:t>
                </a:r>
                <a14:m>
                  <m:oMath xmlns:m="http://schemas.openxmlformats.org/officeDocument/2006/math">
                    <m:sSub>
                      <m:sSubPr>
                        <m:ctrlPr>
                          <a:rPr lang="en-GB" sz="1600" i="1" dirty="0" err="1">
                            <a:latin typeface="Cambria Math" panose="02040503050406030204" pitchFamily="18" charset="0"/>
                          </a:rPr>
                        </m:ctrlPr>
                      </m:sSubPr>
                      <m:e>
                        <m:r>
                          <a:rPr lang="en-GB" sz="1600" i="1" dirty="0" err="1">
                            <a:latin typeface="Cambria Math" panose="02040503050406030204" pitchFamily="18" charset="0"/>
                          </a:rPr>
                          <m:t>𝐹</m:t>
                        </m:r>
                      </m:e>
                      <m:sub>
                        <m:r>
                          <a:rPr lang="en-GB" sz="1600" i="1" dirty="0" err="1">
                            <a:latin typeface="Cambria Math" panose="02040503050406030204" pitchFamily="18" charset="0"/>
                          </a:rPr>
                          <m:t>𝑖</m:t>
                        </m:r>
                      </m:sub>
                    </m:sSub>
                    <m:d>
                      <m:dPr>
                        <m:ctrlPr>
                          <a:rPr lang="en-GB" sz="1600" b="1" i="0" dirty="0" err="1">
                            <a:latin typeface="Cambria Math" panose="02040503050406030204" pitchFamily="18" charset="0"/>
                          </a:rPr>
                        </m:ctrlPr>
                      </m:dPr>
                      <m:e>
                        <m:r>
                          <a:rPr lang="en-GB" sz="1600" b="1" i="0" dirty="0" err="1">
                            <a:latin typeface="Cambria Math" panose="02040503050406030204" pitchFamily="18" charset="0"/>
                          </a:rPr>
                          <m:t>𝐮</m:t>
                        </m:r>
                      </m:e>
                    </m:d>
                    <m:r>
                      <a:rPr lang="en-GB" sz="1600" i="0" dirty="0" err="1">
                        <a:latin typeface="Cambria Math" panose="02040503050406030204" pitchFamily="18" charset="0"/>
                      </a:rPr>
                      <m:t>=−</m:t>
                    </m:r>
                    <m:sSub>
                      <m:sSubPr>
                        <m:ctrlPr>
                          <a:rPr lang="en-GB" sz="1600" i="1" dirty="0" err="1">
                            <a:latin typeface="Cambria Math" panose="02040503050406030204" pitchFamily="18" charset="0"/>
                          </a:rPr>
                        </m:ctrlPr>
                      </m:sSubPr>
                      <m:e>
                        <m:r>
                          <a:rPr lang="en-GB" sz="1600" i="1" dirty="0" err="1">
                            <a:latin typeface="Cambria Math" panose="02040503050406030204" pitchFamily="18" charset="0"/>
                          </a:rPr>
                          <m:t>𝛻</m:t>
                        </m:r>
                      </m:e>
                      <m:sub>
                        <m:r>
                          <a:rPr lang="en-GB" sz="1600" i="1" dirty="0" err="1">
                            <a:latin typeface="Cambria Math" panose="02040503050406030204" pitchFamily="18" charset="0"/>
                          </a:rPr>
                          <m:t>𝑗</m:t>
                        </m:r>
                      </m:sub>
                    </m:sSub>
                    <m:sSub>
                      <m:sSubPr>
                        <m:ctrlPr>
                          <a:rPr lang="en-GB" sz="1600" i="1" dirty="0" err="1">
                            <a:latin typeface="Cambria Math" panose="02040503050406030204" pitchFamily="18" charset="0"/>
                          </a:rPr>
                        </m:ctrlPr>
                      </m:sSubPr>
                      <m:e>
                        <m:r>
                          <a:rPr lang="en-GB" sz="1600" i="1" dirty="0" err="1">
                            <a:latin typeface="Cambria Math" panose="02040503050406030204" pitchFamily="18" charset="0"/>
                          </a:rPr>
                          <m:t>𝑓</m:t>
                        </m:r>
                      </m:e>
                      <m:sub>
                        <m:r>
                          <a:rPr lang="en-GB" sz="1600" i="1" dirty="0" err="1">
                            <a:latin typeface="Cambria Math" panose="02040503050406030204" pitchFamily="18" charset="0"/>
                          </a:rPr>
                          <m:t>𝑖</m:t>
                        </m:r>
                      </m:sub>
                    </m:sSub>
                    <m:r>
                      <a:rPr lang="en-GB" sz="1600" i="1" dirty="0" err="1">
                        <a:latin typeface="Cambria Math" panose="02040503050406030204" pitchFamily="18" charset="0"/>
                      </a:rPr>
                      <m:t>𝑗</m:t>
                    </m:r>
                    <m:d>
                      <m:dPr>
                        <m:ctrlPr>
                          <a:rPr lang="en-GB" sz="1600" b="1" i="0" dirty="0" err="1">
                            <a:latin typeface="Cambria Math" panose="02040503050406030204" pitchFamily="18" charset="0"/>
                          </a:rPr>
                        </m:ctrlPr>
                      </m:dPr>
                      <m:e>
                        <m:r>
                          <a:rPr lang="en-GB" sz="1600" b="1" i="0" dirty="0" err="1">
                            <a:latin typeface="Cambria Math" panose="02040503050406030204" pitchFamily="18" charset="0"/>
                          </a:rPr>
                          <m:t>𝐮</m:t>
                        </m:r>
                      </m:e>
                    </m:d>
                  </m:oMath>
                </a14:m>
                <a:r>
                  <a:rPr sz="1600" dirty="0"/>
                  <a:t> </a:t>
                </a:r>
                <a:r>
                  <a:rPr lang="en-GB" sz="1600" dirty="0"/>
                  <a:t>(this will have been worked out by our numerical method, or we may actually just be solving an ODE)</a:t>
                </a:r>
                <a:endParaRPr sz="1600" dirty="0"/>
              </a:p>
              <a:p>
                <a:r>
                  <a:rPr sz="1600" dirty="0"/>
                  <a:t>At which point, each entry in </a:t>
                </a:r>
                <a14:m>
                  <m:oMath xmlns:m="http://schemas.openxmlformats.org/officeDocument/2006/math">
                    <m:r>
                      <a:rPr lang="en-GB" sz="1600" b="1" i="0" dirty="0" smtClean="0">
                        <a:latin typeface="Cambria Math" panose="02040503050406030204" pitchFamily="18" charset="0"/>
                      </a:rPr>
                      <m:t>𝐮</m:t>
                    </m:r>
                  </m:oMath>
                </a14:m>
                <a:r>
                  <a:rPr sz="1600" dirty="0"/>
                  <a:t> is now </a:t>
                </a:r>
                <a:r>
                  <a:rPr lang="en-GB" sz="1600" dirty="0"/>
                  <a:t>an </a:t>
                </a:r>
                <a:r>
                  <a:rPr sz="1600" dirty="0"/>
                  <a:t>independent</a:t>
                </a:r>
                <a:r>
                  <a:rPr lang="en-GB" sz="1600" dirty="0"/>
                  <a:t> ODE (within reason)</a:t>
                </a:r>
                <a:r>
                  <a:rPr sz="1600" dirty="0"/>
                  <a:t>; we shall drop the index</a:t>
                </a:r>
                <a:r>
                  <a:rPr lang="en-GB" sz="1600" dirty="0"/>
                  <a:t> for each variable</a:t>
                </a:r>
              </a:p>
              <a:p>
                <a:r>
                  <a:rPr sz="1600" dirty="0"/>
                  <a:t>Runge-</a:t>
                </a:r>
                <a:r>
                  <a:rPr sz="1600" dirty="0" err="1"/>
                  <a:t>Kutta</a:t>
                </a:r>
                <a:r>
                  <a:rPr sz="1600" dirty="0"/>
                  <a:t> methods are designed to solve </a:t>
                </a:r>
                <a:endParaRPr lang="en-GB" sz="1600" dirty="0"/>
              </a:p>
              <a:p>
                <a:endParaRPr sz="1600" dirty="0"/>
              </a:p>
              <a:p>
                <a:r>
                  <a:rPr sz="1600" dirty="0"/>
                  <a:t>They are an iterative method,</a:t>
                </a:r>
              </a:p>
            </p:txBody>
          </p:sp>
        </mc:Choice>
        <mc:Fallback>
          <p:sp>
            <p:nvSpPr>
              <p:cNvPr id="4" name="Content Placeholder 3"/>
              <p:cNvSpPr>
                <a:spLocks noGrp="1" noRot="1" noChangeAspect="1" noMove="1" noResize="1" noEditPoints="1" noAdjustHandles="1" noChangeArrowheads="1" noChangeShapeType="1" noTextEdit="1"/>
              </p:cNvSpPr>
              <p:nvPr>
                <p:ph sz="half" idx="11"/>
              </p:nvPr>
            </p:nvSpPr>
            <p:spPr>
              <a:xfrm>
                <a:off x="417502" y="2678653"/>
                <a:ext cx="10875337" cy="3345629"/>
              </a:xfrm>
              <a:blipFill>
                <a:blip r:embed="rId2"/>
                <a:stretch>
                  <a:fillRect l="-224"/>
                </a:stretch>
              </a:blipFill>
            </p:spPr>
            <p:txBody>
              <a:bodyPr/>
              <a:lstStyle/>
              <a:p>
                <a:r>
                  <a:rPr lang="en-GB">
                    <a:noFill/>
                  </a:rPr>
                  <a:t> </a:t>
                </a:r>
              </a:p>
            </p:txBody>
          </p:sp>
        </mc:Fallback>
      </mc:AlternateContent>
      <p:pic>
        <p:nvPicPr>
          <p:cNvPr id="6" name="Picture 5" descr="24ac062ee00f767b.png"/>
          <p:cNvPicPr>
            <a:picLocks noChangeAspect="1"/>
          </p:cNvPicPr>
          <p:nvPr/>
        </p:nvPicPr>
        <p:blipFill>
          <a:blip r:embed="rId3"/>
          <a:stretch>
            <a:fillRect/>
          </a:stretch>
        </p:blipFill>
        <p:spPr>
          <a:xfrm>
            <a:off x="3956303" y="4473407"/>
            <a:ext cx="4154245" cy="519365"/>
          </a:xfrm>
          <a:prstGeom prst="rect">
            <a:avLst/>
          </a:prstGeom>
        </p:spPr>
      </p:pic>
      <p:pic>
        <p:nvPicPr>
          <p:cNvPr id="7" name="Picture 6" descr="ccd63be7aea45801.png"/>
          <p:cNvPicPr>
            <a:picLocks noChangeAspect="1"/>
          </p:cNvPicPr>
          <p:nvPr/>
        </p:nvPicPr>
        <p:blipFill>
          <a:blip r:embed="rId4"/>
          <a:stretch>
            <a:fillRect/>
          </a:stretch>
        </p:blipFill>
        <p:spPr>
          <a:xfrm>
            <a:off x="4118833" y="5351767"/>
            <a:ext cx="4106732" cy="482290"/>
          </a:xfrm>
          <a:prstGeom prst="rect">
            <a:avLst/>
          </a:prstGeom>
        </p:spPr>
      </p:pic>
      <p:pic>
        <p:nvPicPr>
          <p:cNvPr id="8" name="Picture 7" descr="b4fc61e88e8f4506.png">
            <a:extLst>
              <a:ext uri="{FF2B5EF4-FFF2-40B4-BE49-F238E27FC236}">
                <a16:creationId xmlns:a16="http://schemas.microsoft.com/office/drawing/2014/main" id="{094890D4-388F-CA31-8B9E-2DAD15E03D8F}"/>
              </a:ext>
            </a:extLst>
          </p:cNvPr>
          <p:cNvPicPr>
            <a:picLocks noChangeAspect="1"/>
          </p:cNvPicPr>
          <p:nvPr/>
        </p:nvPicPr>
        <p:blipFill>
          <a:blip r:embed="rId5"/>
          <a:stretch>
            <a:fillRect/>
          </a:stretch>
        </p:blipFill>
        <p:spPr>
          <a:xfrm>
            <a:off x="4233851" y="1810775"/>
            <a:ext cx="3876697" cy="681585"/>
          </a:xfrm>
          <a:prstGeom prst="rect">
            <a:avLst/>
          </a:prstGeom>
        </p:spPr>
      </p:pic>
    </p:spTree>
    <p:extLst>
      <p:ext uri="{BB962C8B-B14F-4D97-AF65-F5344CB8AC3E}">
        <p14:creationId xmlns:p14="http://schemas.microsoft.com/office/powerpoint/2010/main" val="382175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Runge-Kutta methods</a:t>
            </a:r>
          </a:p>
        </p:txBody>
      </p:sp>
      <mc:AlternateContent xmlns:mc="http://schemas.openxmlformats.org/markup-compatibility/2006" xmlns:a14="http://schemas.microsoft.com/office/drawing/2010/main">
        <mc:Choice Requires="a14">
          <p:sp>
            <p:nvSpPr>
              <p:cNvPr id="15" name="Content Placeholder 4">
                <a:extLst>
                  <a:ext uri="{FF2B5EF4-FFF2-40B4-BE49-F238E27FC236}">
                    <a16:creationId xmlns:a16="http://schemas.microsoft.com/office/drawing/2014/main" id="{9FF870A1-C3F1-3EC0-C8EF-BCF6F80FA7BD}"/>
                  </a:ext>
                </a:extLst>
              </p:cNvPr>
              <p:cNvSpPr>
                <a:spLocks noGrp="1"/>
              </p:cNvSpPr>
              <p:nvPr>
                <p:ph sz="half" idx="10"/>
              </p:nvPr>
            </p:nvSpPr>
            <p:spPr>
              <a:xfrm>
                <a:off x="417505" y="1821941"/>
                <a:ext cx="11270072" cy="4559194"/>
              </a:xfrm>
            </p:spPr>
            <p:txBody>
              <a:bodyPr>
                <a:normAutofit/>
              </a:bodyPr>
              <a:lstStyle/>
              <a:p>
                <a:endParaRPr lang="en-GB" sz="1800" dirty="0"/>
              </a:p>
              <a:p>
                <a:r>
                  <a:rPr lang="en-GB" sz="1800" dirty="0"/>
                  <a:t>We assume that at a given point, </a:t>
                </a:r>
                <a14:m>
                  <m:oMath xmlns:m="http://schemas.openxmlformats.org/officeDocument/2006/math">
                    <m:sSub>
                      <m:sSubPr>
                        <m:ctrlPr>
                          <a:rPr lang="en-GB" sz="1800" b="0" i="1" dirty="0" smtClean="0">
                            <a:latin typeface="Cambria Math" panose="02040503050406030204" pitchFamily="18" charset="0"/>
                          </a:rPr>
                        </m:ctrlPr>
                      </m:sSubPr>
                      <m:e>
                        <m:r>
                          <a:rPr lang="en-GB" sz="1800" b="0" i="1" dirty="0" smtClean="0">
                            <a:latin typeface="Cambria Math" panose="02040503050406030204" pitchFamily="18" charset="0"/>
                          </a:rPr>
                          <m:t>𝑥</m:t>
                        </m:r>
                      </m:e>
                      <m:sub>
                        <m:r>
                          <a:rPr lang="en-GB" sz="1800" i="1" dirty="0" smtClean="0">
                            <a:latin typeface="Cambria Math" panose="02040503050406030204" pitchFamily="18" charset="0"/>
                          </a:rPr>
                          <m:t>𝑛</m:t>
                        </m:r>
                      </m:sub>
                    </m:sSub>
                  </m:oMath>
                </a14:m>
                <a:r>
                  <a:rPr lang="en-GB" sz="1800" dirty="0"/>
                  <a:t>, we (approximately) know the solution, </a:t>
                </a:r>
                <a14:m>
                  <m:oMath xmlns:m="http://schemas.openxmlformats.org/officeDocument/2006/math">
                    <m:sSub>
                      <m:sSubPr>
                        <m:ctrlPr>
                          <a:rPr lang="en-GB" sz="1800" b="0" i="1" dirty="0" smtClean="0">
                            <a:latin typeface="Cambria Math" panose="02040503050406030204" pitchFamily="18" charset="0"/>
                          </a:rPr>
                        </m:ctrlPr>
                      </m:sSubPr>
                      <m:e>
                        <m:r>
                          <a:rPr lang="en-GB" sz="1800" b="0" i="1" dirty="0" smtClean="0">
                            <a:latin typeface="Cambria Math" panose="02040503050406030204" pitchFamily="18" charset="0"/>
                          </a:rPr>
                          <m:t>𝑢</m:t>
                        </m:r>
                      </m:e>
                      <m:sub>
                        <m:r>
                          <a:rPr lang="en-GB" sz="1800" i="1" dirty="0" smtClean="0">
                            <a:latin typeface="Cambria Math" panose="02040503050406030204" pitchFamily="18" charset="0"/>
                          </a:rPr>
                          <m:t>𝑛</m:t>
                        </m:r>
                      </m:sub>
                    </m:sSub>
                    <m:r>
                      <a:rPr lang="en-GB" sz="1800" i="1" dirty="0" smtClean="0">
                        <a:latin typeface="Cambria Math" panose="02040503050406030204" pitchFamily="18" charset="0"/>
                      </a:rPr>
                      <m:t>=</m:t>
                    </m:r>
                    <m:r>
                      <a:rPr lang="en-GB" sz="1800" b="0" i="1" dirty="0" smtClean="0">
                        <a:latin typeface="Cambria Math" panose="02040503050406030204" pitchFamily="18" charset="0"/>
                      </a:rPr>
                      <m:t>𝑢</m:t>
                    </m:r>
                    <m:r>
                      <a:rPr lang="en-GB" sz="1800" i="1" dirty="0" smtClean="0">
                        <a:latin typeface="Cambria Math" panose="02040503050406030204" pitchFamily="18" charset="0"/>
                      </a:rPr>
                      <m:t>(</m:t>
                    </m:r>
                    <m:sSub>
                      <m:sSubPr>
                        <m:ctrlPr>
                          <a:rPr lang="en-GB" sz="1800" b="0" i="1" dirty="0" smtClean="0">
                            <a:latin typeface="Cambria Math" panose="02040503050406030204" pitchFamily="18" charset="0"/>
                          </a:rPr>
                        </m:ctrlPr>
                      </m:sSubPr>
                      <m:e>
                        <m:r>
                          <a:rPr lang="en-GB" sz="1800" b="0" i="1" dirty="0" smtClean="0">
                            <a:latin typeface="Cambria Math" panose="02040503050406030204" pitchFamily="18" charset="0"/>
                          </a:rPr>
                          <m:t>𝑥</m:t>
                        </m:r>
                      </m:e>
                      <m:sub>
                        <m:r>
                          <a:rPr lang="en-GB" sz="1800" i="1" dirty="0" err="1" smtClean="0">
                            <a:latin typeface="Cambria Math" panose="02040503050406030204" pitchFamily="18" charset="0"/>
                          </a:rPr>
                          <m:t>𝑛</m:t>
                        </m:r>
                      </m:sub>
                    </m:sSub>
                    <m:r>
                      <a:rPr lang="en-GB" sz="1800" i="1" dirty="0" smtClean="0">
                        <a:latin typeface="Cambria Math" panose="02040503050406030204" pitchFamily="18" charset="0"/>
                      </a:rPr>
                      <m:t>)</m:t>
                    </m:r>
                  </m:oMath>
                </a14:m>
                <a:endParaRPr lang="en-GB" sz="1800" dirty="0"/>
              </a:p>
              <a:p>
                <a:r>
                  <a:rPr lang="en-GB" sz="1800" dirty="0"/>
                  <a:t>We want to know the solution at a future time, or position, </a:t>
                </a:r>
                <a14:m>
                  <m:oMath xmlns:m="http://schemas.openxmlformats.org/officeDocument/2006/math">
                    <m:sSub>
                      <m:sSubPr>
                        <m:ctrlPr>
                          <a:rPr lang="en-GB" sz="1800" b="0" i="1" dirty="0" smtClean="0">
                            <a:latin typeface="Cambria Math" panose="02040503050406030204" pitchFamily="18" charset="0"/>
                          </a:rPr>
                        </m:ctrlPr>
                      </m:sSubPr>
                      <m:e>
                        <m:r>
                          <a:rPr lang="en-GB" sz="1800" b="0" i="1" dirty="0" smtClean="0">
                            <a:latin typeface="Cambria Math" panose="02040503050406030204" pitchFamily="18" charset="0"/>
                          </a:rPr>
                          <m:t>𝑢</m:t>
                        </m:r>
                      </m:e>
                      <m:sub>
                        <m:r>
                          <a:rPr lang="en-GB" sz="1800" i="1" dirty="0" smtClean="0">
                            <a:latin typeface="Cambria Math" panose="02040503050406030204" pitchFamily="18" charset="0"/>
                          </a:rPr>
                          <m:t>𝑛</m:t>
                        </m:r>
                        <m:r>
                          <a:rPr lang="en-GB" sz="1800" i="1" dirty="0" smtClean="0">
                            <a:latin typeface="Cambria Math" panose="02040503050406030204" pitchFamily="18" charset="0"/>
                          </a:rPr>
                          <m:t>+1</m:t>
                        </m:r>
                      </m:sub>
                    </m:sSub>
                  </m:oMath>
                </a14:m>
                <a:r>
                  <a:rPr lang="en-GB" sz="1800" dirty="0"/>
                  <a:t> which is an estimate of </a:t>
                </a:r>
                <a14:m>
                  <m:oMath xmlns:m="http://schemas.openxmlformats.org/officeDocument/2006/math">
                    <m:r>
                      <a:rPr lang="en-GB" sz="1800" b="0" i="1" dirty="0" smtClean="0">
                        <a:latin typeface="Cambria Math" panose="02040503050406030204" pitchFamily="18" charset="0"/>
                      </a:rPr>
                      <m:t>𝑢</m:t>
                    </m:r>
                    <m:d>
                      <m:dPr>
                        <m:ctrlPr>
                          <a:rPr lang="en-GB" sz="1800" b="0" i="1" dirty="0" smtClean="0">
                            <a:latin typeface="Cambria Math" panose="02040503050406030204" pitchFamily="18" charset="0"/>
                          </a:rPr>
                        </m:ctrlPr>
                      </m:dPr>
                      <m:e>
                        <m:sSub>
                          <m:sSubPr>
                            <m:ctrlPr>
                              <a:rPr lang="en-GB" sz="1800" b="0" i="1" dirty="0" smtClean="0">
                                <a:latin typeface="Cambria Math" panose="02040503050406030204" pitchFamily="18" charset="0"/>
                              </a:rPr>
                            </m:ctrlPr>
                          </m:sSubPr>
                          <m:e>
                            <m:r>
                              <a:rPr lang="en-GB" sz="1800" b="0" i="1" dirty="0" smtClean="0">
                                <a:latin typeface="Cambria Math" panose="02040503050406030204" pitchFamily="18" charset="0"/>
                              </a:rPr>
                              <m:t>𝑥</m:t>
                            </m:r>
                          </m:e>
                          <m:sub>
                            <m:r>
                              <a:rPr lang="en-GB" sz="1800" i="1" dirty="0" smtClean="0">
                                <a:latin typeface="Cambria Math" panose="02040503050406030204" pitchFamily="18" charset="0"/>
                              </a:rPr>
                              <m:t>𝑛</m:t>
                            </m:r>
                            <m:r>
                              <a:rPr lang="en-GB" sz="1800" i="1" dirty="0" smtClean="0">
                                <a:latin typeface="Cambria Math" panose="02040503050406030204" pitchFamily="18" charset="0"/>
                              </a:rPr>
                              <m:t>+1</m:t>
                            </m:r>
                          </m:sub>
                        </m:sSub>
                      </m:e>
                    </m:d>
                    <m:r>
                      <a:rPr lang="en-GB" sz="1800" i="1" dirty="0" smtClean="0">
                        <a:latin typeface="Cambria Math" panose="02040503050406030204" pitchFamily="18" charset="0"/>
                      </a:rPr>
                      <m:t>=</m:t>
                    </m:r>
                    <m:r>
                      <a:rPr lang="en-GB" sz="1800" b="0" i="1" dirty="0" smtClean="0">
                        <a:latin typeface="Cambria Math" panose="02040503050406030204" pitchFamily="18" charset="0"/>
                      </a:rPr>
                      <m:t>𝑢</m:t>
                    </m:r>
                    <m:d>
                      <m:dPr>
                        <m:ctrlPr>
                          <a:rPr lang="en-GB" sz="1800" b="0" i="1" dirty="0" smtClean="0">
                            <a:latin typeface="Cambria Math" panose="02040503050406030204" pitchFamily="18" charset="0"/>
                          </a:rPr>
                        </m:ctrlPr>
                      </m:dPr>
                      <m:e>
                        <m:sSub>
                          <m:sSubPr>
                            <m:ctrlPr>
                              <a:rPr lang="en-GB" sz="1800" b="0" i="1" dirty="0" smtClean="0">
                                <a:latin typeface="Cambria Math" panose="02040503050406030204" pitchFamily="18" charset="0"/>
                              </a:rPr>
                            </m:ctrlPr>
                          </m:sSubPr>
                          <m:e>
                            <m:r>
                              <a:rPr lang="en-GB" sz="1800" b="0" i="1" dirty="0" smtClean="0">
                                <a:latin typeface="Cambria Math" panose="02040503050406030204" pitchFamily="18" charset="0"/>
                              </a:rPr>
                              <m:t>𝑥</m:t>
                            </m:r>
                          </m:e>
                          <m:sub>
                            <m:r>
                              <a:rPr lang="en-GB" sz="1800" i="1" dirty="0" err="1" smtClean="0">
                                <a:latin typeface="Cambria Math" panose="02040503050406030204" pitchFamily="18" charset="0"/>
                              </a:rPr>
                              <m:t>𝑛</m:t>
                            </m:r>
                          </m:sub>
                        </m:sSub>
                        <m:r>
                          <a:rPr lang="en-GB" sz="1800" i="1" dirty="0" smtClean="0">
                            <a:latin typeface="Cambria Math" panose="02040503050406030204" pitchFamily="18" charset="0"/>
                          </a:rPr>
                          <m:t>+</m:t>
                        </m:r>
                        <m:r>
                          <a:rPr lang="en-GB" sz="1800" i="1" dirty="0" smtClean="0">
                            <a:latin typeface="Cambria Math" panose="02040503050406030204" pitchFamily="18" charset="0"/>
                          </a:rPr>
                          <m:t>ℎ</m:t>
                        </m:r>
                      </m:e>
                    </m:d>
                  </m:oMath>
                </a14:m>
                <a:endParaRPr lang="en-GB" sz="1800" dirty="0"/>
              </a:p>
              <a:p>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𝑏</m:t>
                        </m:r>
                      </m:e>
                      <m:sub>
                        <m:r>
                          <a:rPr lang="en-GB" sz="1800" i="1" dirty="0" smtClean="0">
                            <a:latin typeface="Cambria Math" panose="02040503050406030204" pitchFamily="18" charset="0"/>
                          </a:rPr>
                          <m:t>𝑖</m:t>
                        </m:r>
                      </m:sub>
                    </m:sSub>
                  </m:oMath>
                </a14:m>
                <a:r>
                  <a:rPr lang="en-GB" sz="1800" dirty="0"/>
                  <a:t> are a series of constant coefficients</a:t>
                </a:r>
              </a:p>
              <a:p>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𝑘</m:t>
                        </m:r>
                      </m:e>
                      <m:sub>
                        <m:r>
                          <a:rPr lang="en-GB" sz="1800" i="1" dirty="0" smtClean="0">
                            <a:latin typeface="Cambria Math" panose="02040503050406030204" pitchFamily="18" charset="0"/>
                          </a:rPr>
                          <m:t>𝑖</m:t>
                        </m:r>
                      </m:sub>
                    </m:sSub>
                  </m:oMath>
                </a14:m>
                <a:r>
                  <a:rPr lang="en-GB" sz="1800" dirty="0"/>
                  <a:t> are a series of successive evaluations of </a:t>
                </a:r>
                <a14:m>
                  <m:oMath xmlns:m="http://schemas.openxmlformats.org/officeDocument/2006/math">
                    <m:r>
                      <a:rPr lang="en-GB" sz="1800" i="1" dirty="0" smtClean="0">
                        <a:latin typeface="Cambria Math" panose="02040503050406030204" pitchFamily="18" charset="0"/>
                      </a:rPr>
                      <m:t>𝐹</m:t>
                    </m:r>
                    <m:d>
                      <m:dPr>
                        <m:ctrlPr>
                          <a:rPr lang="en-GB" sz="1800" b="0" i="1" dirty="0" smtClean="0">
                            <a:latin typeface="Cambria Math" panose="02040503050406030204" pitchFamily="18" charset="0"/>
                          </a:rPr>
                        </m:ctrlPr>
                      </m:dPr>
                      <m:e>
                        <m:r>
                          <a:rPr lang="en-GB" sz="1800" b="0" i="1" dirty="0" smtClean="0">
                            <a:latin typeface="Cambria Math" panose="02040503050406030204" pitchFamily="18" charset="0"/>
                          </a:rPr>
                          <m:t>𝑢</m:t>
                        </m:r>
                        <m:r>
                          <a:rPr lang="en-GB" sz="1800" i="1" dirty="0" smtClean="0">
                            <a:latin typeface="Cambria Math" panose="02040503050406030204" pitchFamily="18" charset="0"/>
                          </a:rPr>
                          <m:t>, </m:t>
                        </m:r>
                        <m:r>
                          <a:rPr lang="en-GB" sz="1800" b="0" i="1" dirty="0" smtClean="0">
                            <a:latin typeface="Cambria Math" panose="02040503050406030204" pitchFamily="18" charset="0"/>
                          </a:rPr>
                          <m:t>𝑥</m:t>
                        </m:r>
                      </m:e>
                    </m:d>
                  </m:oMath>
                </a14:m>
                <a:r>
                  <a:rPr lang="en-GB" sz="1800" dirty="0"/>
                  <a:t>, with additional constants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𝑐</m:t>
                        </m:r>
                      </m:e>
                      <m:sub>
                        <m:r>
                          <a:rPr lang="en-GB" sz="1800" i="1" dirty="0" smtClean="0">
                            <a:latin typeface="Cambria Math" panose="02040503050406030204" pitchFamily="18" charset="0"/>
                          </a:rPr>
                          <m:t>𝑖</m:t>
                        </m:r>
                      </m:sub>
                    </m:sSub>
                  </m:oMath>
                </a14:m>
                <a:r>
                  <a:rPr lang="en-GB" sz="1800" dirty="0"/>
                  <a:t> and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𝑎</m:t>
                        </m:r>
                      </m:e>
                      <m:sub>
                        <m:r>
                          <a:rPr lang="en-GB" sz="1800" i="1" dirty="0" smtClean="0">
                            <a:latin typeface="Cambria Math" panose="02040503050406030204" pitchFamily="18" charset="0"/>
                          </a:rPr>
                          <m:t>𝑖𝑗</m:t>
                        </m:r>
                      </m:sub>
                    </m:sSub>
                  </m:oMath>
                </a14:m>
                <a:endParaRPr lang="en-GB" sz="1800" dirty="0"/>
              </a:p>
            </p:txBody>
          </p:sp>
        </mc:Choice>
        <mc:Fallback xmlns="">
          <p:sp>
            <p:nvSpPr>
              <p:cNvPr id="15" name="Content Placeholder 4">
                <a:extLst>
                  <a:ext uri="{FF2B5EF4-FFF2-40B4-BE49-F238E27FC236}">
                    <a16:creationId xmlns:a16="http://schemas.microsoft.com/office/drawing/2014/main" id="{9FF870A1-C3F1-3EC0-C8EF-BCF6F80FA7BD}"/>
                  </a:ext>
                </a:extLst>
              </p:cNvPr>
              <p:cNvSpPr>
                <a:spLocks noGrp="1" noRot="1" noChangeAspect="1" noMove="1" noResize="1" noEditPoints="1" noAdjustHandles="1" noChangeArrowheads="1" noChangeShapeType="1" noTextEdit="1"/>
              </p:cNvSpPr>
              <p:nvPr>
                <p:ph sz="half" idx="10"/>
              </p:nvPr>
            </p:nvSpPr>
            <p:spPr>
              <a:xfrm>
                <a:off x="417505" y="1821941"/>
                <a:ext cx="11270072" cy="4559194"/>
              </a:xfrm>
              <a:blipFill>
                <a:blip r:embed="rId2"/>
                <a:stretch>
                  <a:fillRect l="-32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1472745-71EB-537F-5986-CD4E2E036565}"/>
                  </a:ext>
                </a:extLst>
              </p:cNvPr>
              <p:cNvSpPr txBox="1"/>
              <p:nvPr/>
            </p:nvSpPr>
            <p:spPr>
              <a:xfrm>
                <a:off x="5184991" y="1584198"/>
                <a:ext cx="2260939" cy="756233"/>
              </a:xfrm>
              <a:prstGeom prst="rect">
                <a:avLst/>
              </a:prstGeom>
              <a:noFill/>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r>
                            <a:rPr lang="en-GB" i="1" smtClean="0">
                              <a:latin typeface="Cambria Math" panose="02040503050406030204" pitchFamily="18" charset="0"/>
                            </a:rPr>
                            <m:t>+1</m:t>
                          </m:r>
                        </m:sub>
                      </m:sSub>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nary>
                        <m:naryPr>
                          <m:chr m:val="∑"/>
                          <m:limLoc m:val="undOvr"/>
                          <m:grow m:val="on"/>
                          <m:ctrlPr>
                            <a:rPr lang="en-GB" i="1" smtClean="0">
                              <a:latin typeface="Cambria Math" panose="02040503050406030204" pitchFamily="18" charset="0"/>
                            </a:rPr>
                          </m:ctrlPr>
                        </m:naryPr>
                        <m:sub>
                          <m:r>
                            <a:rPr lang="en-GB" i="1" smtClean="0">
                              <a:latin typeface="Cambria Math" panose="02040503050406030204" pitchFamily="18" charset="0"/>
                            </a:rPr>
                            <m:t>𝑖</m:t>
                          </m:r>
                          <m:r>
                            <a:rPr lang="en-GB" i="1" smtClean="0">
                              <a:latin typeface="Cambria Math" panose="02040503050406030204" pitchFamily="18" charset="0"/>
                            </a:rPr>
                            <m:t>=1</m:t>
                          </m:r>
                        </m:sub>
                        <m:sup>
                          <m:r>
                            <a:rPr lang="en-GB" i="1" smtClean="0">
                              <a:latin typeface="Cambria Math" panose="02040503050406030204" pitchFamily="18" charset="0"/>
                            </a:rPr>
                            <m:t>𝑠</m:t>
                          </m:r>
                        </m:sup>
                        <m:e>
                          <m:sSub>
                            <m:sSubPr>
                              <m:ctrlPr>
                                <a:rPr lang="en-GB" i="1" smtClean="0">
                                  <a:latin typeface="Cambria Math" panose="02040503050406030204" pitchFamily="18" charset="0"/>
                                </a:rPr>
                              </m:ctrlPr>
                            </m:sSubPr>
                            <m:e>
                              <m:r>
                                <a:rPr lang="en-GB" i="1" smtClean="0">
                                  <a:latin typeface="Cambria Math" panose="02040503050406030204" pitchFamily="18" charset="0"/>
                                </a:rPr>
                                <m:t>𝑏</m:t>
                              </m:r>
                            </m:e>
                            <m:sub>
                              <m:r>
                                <a:rPr lang="en-GB" i="1" smtClean="0">
                                  <a:latin typeface="Cambria Math" panose="02040503050406030204" pitchFamily="18" charset="0"/>
                                </a:rPr>
                                <m:t>𝑖</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𝑖</m:t>
                              </m:r>
                            </m:sub>
                          </m:sSub>
                        </m:e>
                      </m:nary>
                    </m:oMath>
                  </m:oMathPara>
                </a14:m>
                <a:endParaRPr lang="en-GB" dirty="0"/>
              </a:p>
            </p:txBody>
          </p:sp>
        </mc:Choice>
        <mc:Fallback xmlns="">
          <p:sp>
            <p:nvSpPr>
              <p:cNvPr id="16" name="TextBox 15">
                <a:extLst>
                  <a:ext uri="{FF2B5EF4-FFF2-40B4-BE49-F238E27FC236}">
                    <a16:creationId xmlns:a16="http://schemas.microsoft.com/office/drawing/2014/main" id="{B1472745-71EB-537F-5986-CD4E2E036565}"/>
                  </a:ext>
                </a:extLst>
              </p:cNvPr>
              <p:cNvSpPr txBox="1">
                <a:spLocks noRot="1" noChangeAspect="1" noMove="1" noResize="1" noEditPoints="1" noAdjustHandles="1" noChangeArrowheads="1" noChangeShapeType="1" noTextEdit="1"/>
              </p:cNvSpPr>
              <p:nvPr/>
            </p:nvSpPr>
            <p:spPr>
              <a:xfrm>
                <a:off x="5184991" y="1584198"/>
                <a:ext cx="2260939" cy="75623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921E17F-7AA3-90EE-569E-44E7B5862BBB}"/>
                  </a:ext>
                </a:extLst>
              </p:cNvPr>
              <p:cNvSpPr txBox="1"/>
              <p:nvPr/>
            </p:nvSpPr>
            <p:spPr>
              <a:xfrm>
                <a:off x="3452648" y="4563030"/>
                <a:ext cx="5819478" cy="1422056"/>
              </a:xfrm>
              <a:prstGeom prst="rect">
                <a:avLst/>
              </a:prstGeom>
              <a:noFill/>
            </p:spPr>
            <p:txBody>
              <a:bodyPr wrap="none" lIns="0" tIns="0" rIns="0" bIns="0" rtlCol="0">
                <a:spAutoFit/>
              </a:bodyPr>
              <a:lstStyle/>
              <a:p>
                <a:pPr/>
                <a14:m>
                  <m:oMathPara xmlns:m="http://schemas.openxmlformats.org/officeDocument/2006/math">
                    <m:oMath>
                      <m:m>
                        <m:mPr>
                          <m:plcHide m:val="on"/>
                          <m:mcs>
                            <m:mc>
                              <m:mcPr>
                                <m:count m:val="1"/>
                                <m:mcJc m:val="center"/>
                              </m:mcPr>
                            </m:mc>
                          </m:mcs>
                          <m:ctrlPr>
                            <a:rPr lang="en-GB" i="1" smtClean="0">
                              <a:solidFill>
                                <a:srgbClr val="836967"/>
                              </a:solidFill>
                              <a:latin typeface="Cambria Math" panose="02040503050406030204" pitchFamily="18" charset="0"/>
                            </a:rPr>
                          </m:ctrlPr>
                        </m:mPr>
                        <m:mr>
                          <m:e>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1</m:t>
                                </m:r>
                              </m:sub>
                            </m:sSub>
                            <m:r>
                              <a:rPr lang="en-GB" i="1" smtClean="0">
                                <a:latin typeface="Cambria Math" panose="02040503050406030204" pitchFamily="18" charset="0"/>
                              </a:rPr>
                              <m:t>=</m:t>
                            </m:r>
                            <m:r>
                              <a:rPr lang="en-GB"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sub>
                                </m:sSub>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e>
                            </m:d>
                          </m:e>
                        </m:mr>
                        <m:mr>
                          <m:e>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2</m:t>
                                </m:r>
                              </m:sub>
                            </m:sSub>
                            <m:r>
                              <a:rPr lang="en-GB" i="1" smtClean="0">
                                <a:latin typeface="Cambria Math" panose="02040503050406030204" pitchFamily="18" charset="0"/>
                              </a:rPr>
                              <m:t>=</m:t>
                            </m:r>
                            <m:r>
                              <a:rPr lang="en-GB"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d>
                                  <m:dPr>
                                    <m:ctrlPr>
                                      <a:rPr lang="en-GB" i="1" smtClean="0">
                                        <a:latin typeface="Cambria Math" panose="02040503050406030204" pitchFamily="18" charset="0"/>
                                      </a:rPr>
                                    </m:ctrlPr>
                                  </m:dPr>
                                  <m:e>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21</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1</m:t>
                                        </m:r>
                                      </m:sub>
                                    </m:sSub>
                                  </m:e>
                                </m:d>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sSub>
                                  <m:sSubPr>
                                    <m:ctrlPr>
                                      <a:rPr lang="en-GB" i="1" smtClean="0">
                                        <a:latin typeface="Cambria Math" panose="02040503050406030204" pitchFamily="18" charset="0"/>
                                      </a:rPr>
                                    </m:ctrlPr>
                                  </m:sSubPr>
                                  <m:e>
                                    <m:r>
                                      <a:rPr lang="en-GB" i="1" smtClean="0">
                                        <a:latin typeface="Cambria Math" panose="02040503050406030204" pitchFamily="18" charset="0"/>
                                      </a:rPr>
                                      <m:t>𝑐</m:t>
                                    </m:r>
                                  </m:e>
                                  <m:sub>
                                    <m:r>
                                      <a:rPr lang="en-GB" i="1" smtClean="0">
                                        <a:latin typeface="Cambria Math" panose="02040503050406030204" pitchFamily="18" charset="0"/>
                                      </a:rPr>
                                      <m:t>2</m:t>
                                    </m:r>
                                  </m:sub>
                                </m:sSub>
                              </m:e>
                            </m:d>
                          </m:e>
                        </m:mr>
                        <m:mr>
                          <m:e>
                            <m:eqArr>
                              <m:eqArrPr>
                                <m:ctrlPr>
                                  <a:rPr lang="en-GB" i="1" smtClean="0">
                                    <a:solidFill>
                                      <a:srgbClr val="836967"/>
                                    </a:solidFill>
                                    <a:latin typeface="Cambria Math" panose="02040503050406030204" pitchFamily="18" charset="0"/>
                                  </a:rPr>
                                </m:ctrlPr>
                              </m:eqArrPr>
                              <m:e>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3</m:t>
                                    </m:r>
                                  </m:sub>
                                </m:sSub>
                                <m:r>
                                  <a:rPr lang="en-GB" i="1" smtClean="0">
                                    <a:latin typeface="Cambria Math" panose="02040503050406030204" pitchFamily="18" charset="0"/>
                                  </a:rPr>
                                  <m:t>=</m:t>
                                </m:r>
                                <m:r>
                                  <a:rPr lang="en-GB"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d>
                                      <m:dPr>
                                        <m:ctrlPr>
                                          <a:rPr lang="en-GB" i="1" smtClean="0">
                                            <a:latin typeface="Cambria Math" panose="02040503050406030204" pitchFamily="18" charset="0"/>
                                          </a:rPr>
                                        </m:ctrlPr>
                                      </m:dPr>
                                      <m:e>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31</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1</m:t>
                                            </m:r>
                                          </m:sub>
                                        </m:sSub>
                                        <m:r>
                                          <a:rPr lang="en-GB" i="1" smtClean="0">
                                            <a:latin typeface="Cambria Math" panose="02040503050406030204" pitchFamily="18" charset="0"/>
                                          </a:rPr>
                                          <m:t>+</m:t>
                                        </m:r>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32</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2</m:t>
                                            </m:r>
                                          </m:sub>
                                        </m:sSub>
                                      </m:e>
                                    </m:d>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sSub>
                                      <m:sSubPr>
                                        <m:ctrlPr>
                                          <a:rPr lang="en-GB" i="1" smtClean="0">
                                            <a:latin typeface="Cambria Math" panose="02040503050406030204" pitchFamily="18" charset="0"/>
                                          </a:rPr>
                                        </m:ctrlPr>
                                      </m:sSubPr>
                                      <m:e>
                                        <m:r>
                                          <a:rPr lang="en-GB" i="1" smtClean="0">
                                            <a:latin typeface="Cambria Math" panose="02040503050406030204" pitchFamily="18" charset="0"/>
                                          </a:rPr>
                                          <m:t>𝑐</m:t>
                                        </m:r>
                                      </m:e>
                                      <m:sub>
                                        <m:r>
                                          <a:rPr lang="en-GB" i="1" smtClean="0">
                                            <a:latin typeface="Cambria Math" panose="02040503050406030204" pitchFamily="18" charset="0"/>
                                          </a:rPr>
                                          <m:t>3</m:t>
                                        </m:r>
                                      </m:sub>
                                    </m:sSub>
                                  </m:e>
                                </m:d>
                              </m:e>
                              <m:e>
                                <m:r>
                                  <a:rPr lang="en-GB" b="0" i="1" smtClean="0">
                                    <a:latin typeface="Cambria Math" panose="02040503050406030204" pitchFamily="18" charset="0"/>
                                  </a:rPr>
                                  <m:t>⋮</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𝑠</m:t>
                                    </m:r>
                                  </m:sub>
                                </m:sSub>
                                <m:r>
                                  <a:rPr lang="en-GB" b="0" i="1" smtClean="0">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sub>
                                    </m:sSub>
                                    <m:r>
                                      <a:rPr lang="en-GB" b="0" i="1" smtClean="0">
                                        <a:latin typeface="Cambria Math" panose="02040503050406030204" pitchFamily="18" charset="0"/>
                                      </a:rPr>
                                      <m:t>+</m:t>
                                    </m:r>
                                    <m:r>
                                      <a:rPr lang="en-GB" b="0" i="1" smtClean="0">
                                        <a:latin typeface="Cambria Math" panose="02040503050406030204" pitchFamily="18" charset="0"/>
                                      </a:rPr>
                                      <m:t>ℎ</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𝑠</m:t>
                                            </m:r>
                                            <m:r>
                                              <a:rPr lang="en-GB" b="0" i="1" smtClean="0">
                                                <a:latin typeface="Cambria Math" panose="02040503050406030204" pitchFamily="18" charset="0"/>
                                              </a:rPr>
                                              <m:t>1</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𝑠</m:t>
                                            </m:r>
                                            <m:r>
                                              <a:rPr lang="en-GB" b="0" i="1" smtClean="0">
                                                <a:latin typeface="Cambria Math" panose="02040503050406030204" pitchFamily="18" charset="0"/>
                                              </a:rPr>
                                              <m:t>2</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𝑠</m:t>
                                            </m:r>
                                            <m:r>
                                              <a:rPr lang="en-GB" b="0" i="1" smtClean="0">
                                                <a:latin typeface="Cambria Math" panose="02040503050406030204" pitchFamily="18" charset="0"/>
                                              </a:rPr>
                                              <m:t>,</m:t>
                                            </m:r>
                                            <m:r>
                                              <a:rPr lang="en-GB" b="0" i="1" smtClean="0">
                                                <a:latin typeface="Cambria Math" panose="02040503050406030204" pitchFamily="18" charset="0"/>
                                              </a:rPr>
                                              <m:t>𝑠</m:t>
                                            </m:r>
                                            <m:r>
                                              <a:rPr lang="en-GB" b="0" i="1" smtClean="0">
                                                <a:latin typeface="Cambria Math" panose="02040503050406030204" pitchFamily="18" charset="0"/>
                                              </a:rPr>
                                              <m:t>−1</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𝑠</m:t>
                                            </m:r>
                                            <m:r>
                                              <a:rPr lang="en-GB" b="0" i="1" smtClean="0">
                                                <a:latin typeface="Cambria Math" panose="02040503050406030204" pitchFamily="18" charset="0"/>
                                              </a:rPr>
                                              <m:t>−1</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𝑛</m:t>
                                        </m:r>
                                      </m:sub>
                                    </m:sSub>
                                    <m:r>
                                      <a:rPr lang="en-GB" b="0" i="1" smtClean="0">
                                        <a:latin typeface="Cambria Math" panose="02040503050406030204" pitchFamily="18" charset="0"/>
                                      </a:rPr>
                                      <m:t>+</m:t>
                                    </m:r>
                                    <m:r>
                                      <a:rPr lang="en-GB" b="0" i="1" smtClean="0">
                                        <a:latin typeface="Cambria Math" panose="02040503050406030204" pitchFamily="18" charset="0"/>
                                      </a:rPr>
                                      <m:t>ℎ</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𝑐</m:t>
                                        </m:r>
                                      </m:e>
                                      <m:sub>
                                        <m:r>
                                          <a:rPr lang="en-GB" b="0" i="1" smtClean="0">
                                            <a:latin typeface="Cambria Math" panose="02040503050406030204" pitchFamily="18" charset="0"/>
                                          </a:rPr>
                                          <m:t>𝑠</m:t>
                                        </m:r>
                                      </m:sub>
                                    </m:sSub>
                                  </m:e>
                                </m:d>
                              </m:e>
                            </m:eqArr>
                          </m:e>
                        </m:mr>
                      </m:m>
                    </m:oMath>
                  </m:oMathPara>
                </a14:m>
                <a:endParaRPr lang="en-GB" dirty="0"/>
              </a:p>
            </p:txBody>
          </p:sp>
        </mc:Choice>
        <mc:Fallback xmlns="">
          <p:sp>
            <p:nvSpPr>
              <p:cNvPr id="17" name="TextBox 16">
                <a:extLst>
                  <a:ext uri="{FF2B5EF4-FFF2-40B4-BE49-F238E27FC236}">
                    <a16:creationId xmlns:a16="http://schemas.microsoft.com/office/drawing/2014/main" id="{7921E17F-7AA3-90EE-569E-44E7B5862BBB}"/>
                  </a:ext>
                </a:extLst>
              </p:cNvPr>
              <p:cNvSpPr txBox="1">
                <a:spLocks noRot="1" noChangeAspect="1" noMove="1" noResize="1" noEditPoints="1" noAdjustHandles="1" noChangeArrowheads="1" noChangeShapeType="1" noTextEdit="1"/>
              </p:cNvSpPr>
              <p:nvPr/>
            </p:nvSpPr>
            <p:spPr>
              <a:xfrm>
                <a:off x="3452648" y="4563030"/>
                <a:ext cx="5819478" cy="1422056"/>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0F901E6-F3E2-C10D-E45B-8892C8C3A1FE}"/>
                  </a:ext>
                </a:extLst>
              </p:cNvPr>
              <p:cNvSpPr txBox="1"/>
              <p:nvPr/>
            </p:nvSpPr>
            <p:spPr>
              <a:xfrm>
                <a:off x="8522207" y="960381"/>
                <a:ext cx="3332796" cy="1323439"/>
              </a:xfrm>
              <a:prstGeom prst="rect">
                <a:avLst/>
              </a:prstGeom>
              <a:noFill/>
              <a:ln>
                <a:solidFill>
                  <a:schemeClr val="tx2"/>
                </a:solidFill>
              </a:ln>
            </p:spPr>
            <p:txBody>
              <a:bodyPr wrap="square" rtlCol="0">
                <a:spAutoFit/>
              </a:bodyPr>
              <a:lstStyle/>
              <a:p>
                <a:r>
                  <a:rPr lang="en-GB" sz="1600" dirty="0"/>
                  <a:t>Notation: the subscript </a:t>
                </a:r>
                <a14:m>
                  <m:oMath xmlns:m="http://schemas.openxmlformats.org/officeDocument/2006/math">
                    <m:r>
                      <a:rPr lang="en-GB" sz="1600" b="0" i="1" smtClean="0">
                        <a:latin typeface="Cambria Math" panose="02040503050406030204" pitchFamily="18" charset="0"/>
                      </a:rPr>
                      <m:t>𝑛</m:t>
                    </m:r>
                  </m:oMath>
                </a14:m>
                <a:r>
                  <a:rPr lang="en-GB" sz="1600" dirty="0"/>
                  <a:t> on a variable is often used to show that it is a discrete point being considered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𝑥</m:t>
                        </m:r>
                      </m:e>
                      <m:sub>
                        <m:r>
                          <a:rPr lang="en-GB" sz="1600" b="0" i="1" smtClean="0">
                            <a:latin typeface="Cambria Math" panose="02040503050406030204" pitchFamily="18" charset="0"/>
                          </a:rPr>
                          <m:t>𝑛</m:t>
                        </m:r>
                      </m:sub>
                    </m:sSub>
                  </m:oMath>
                </a14:m>
                <a:r>
                  <a:rPr lang="en-GB" sz="1600" dirty="0"/>
                  <a:t>) or a numerical approximation to the function at this point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𝑢</m:t>
                        </m:r>
                      </m:e>
                      <m:sub>
                        <m:r>
                          <a:rPr lang="en-GB" sz="1600" b="0" i="1" smtClean="0">
                            <a:latin typeface="Cambria Math" panose="02040503050406030204" pitchFamily="18" charset="0"/>
                          </a:rPr>
                          <m:t>𝑛</m:t>
                        </m:r>
                      </m:sub>
                    </m:sSub>
                  </m:oMath>
                </a14:m>
                <a:r>
                  <a:rPr lang="en-GB" sz="1600" dirty="0"/>
                  <a:t>)</a:t>
                </a:r>
              </a:p>
            </p:txBody>
          </p:sp>
        </mc:Choice>
        <mc:Fallback xmlns="">
          <p:sp>
            <p:nvSpPr>
              <p:cNvPr id="18" name="TextBox 17">
                <a:extLst>
                  <a:ext uri="{FF2B5EF4-FFF2-40B4-BE49-F238E27FC236}">
                    <a16:creationId xmlns:a16="http://schemas.microsoft.com/office/drawing/2014/main" id="{80F901E6-F3E2-C10D-E45B-8892C8C3A1FE}"/>
                  </a:ext>
                </a:extLst>
              </p:cNvPr>
              <p:cNvSpPr txBox="1">
                <a:spLocks noRot="1" noChangeAspect="1" noMove="1" noResize="1" noEditPoints="1" noAdjustHandles="1" noChangeArrowheads="1" noChangeShapeType="1" noTextEdit="1"/>
              </p:cNvSpPr>
              <p:nvPr/>
            </p:nvSpPr>
            <p:spPr>
              <a:xfrm>
                <a:off x="8522207" y="960381"/>
                <a:ext cx="3332796" cy="1323439"/>
              </a:xfrm>
              <a:prstGeom prst="rect">
                <a:avLst/>
              </a:prstGeom>
              <a:blipFill>
                <a:blip r:embed="rId5"/>
                <a:stretch>
                  <a:fillRect l="-729" t="-913" r="-1457" b="-4566"/>
                </a:stretch>
              </a:blipFill>
              <a:ln>
                <a:solidFill>
                  <a:schemeClr val="tx2"/>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693AAE9-E54C-D861-CFFC-7D2B61CC4524}"/>
                  </a:ext>
                </a:extLst>
              </p:cNvPr>
              <p:cNvSpPr txBox="1"/>
              <p:nvPr/>
            </p:nvSpPr>
            <p:spPr>
              <a:xfrm>
                <a:off x="9579026" y="3429000"/>
                <a:ext cx="2553069" cy="1569660"/>
              </a:xfrm>
              <a:prstGeom prst="rect">
                <a:avLst/>
              </a:prstGeom>
              <a:noFill/>
              <a:ln>
                <a:solidFill>
                  <a:schemeClr val="tx2"/>
                </a:solidFill>
              </a:ln>
            </p:spPr>
            <p:txBody>
              <a:bodyPr wrap="square" rtlCol="0">
                <a:spAutoFit/>
              </a:bodyPr>
              <a:lstStyle/>
              <a:p>
                <a:r>
                  <a:rPr lang="en-GB" sz="1600" dirty="0"/>
                  <a:t>More notation: it is usually assumed there is an order to the discrete points we calculate at, therefore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𝑥</m:t>
                        </m:r>
                      </m:e>
                      <m:sub>
                        <m:r>
                          <a:rPr lang="en-GB" sz="1600" b="0" i="1" smtClean="0">
                            <a:latin typeface="Cambria Math" panose="02040503050406030204" pitchFamily="18" charset="0"/>
                          </a:rPr>
                          <m:t>𝑛</m:t>
                        </m:r>
                        <m:r>
                          <a:rPr lang="en-GB" sz="1600" b="0" i="1" smtClean="0">
                            <a:latin typeface="Cambria Math" panose="02040503050406030204" pitchFamily="18" charset="0"/>
                          </a:rPr>
                          <m:t>+1</m:t>
                        </m:r>
                      </m:sub>
                    </m:sSub>
                  </m:oMath>
                </a14:m>
                <a:r>
                  <a:rPr lang="en-GB" sz="1600" dirty="0"/>
                  <a:t> is the next discrete point after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𝑥</m:t>
                        </m:r>
                      </m:e>
                      <m:sub>
                        <m:r>
                          <a:rPr lang="en-GB" sz="1600" b="0" i="1" smtClean="0">
                            <a:latin typeface="Cambria Math" panose="02040503050406030204" pitchFamily="18" charset="0"/>
                          </a:rPr>
                          <m:t>𝑛</m:t>
                        </m:r>
                      </m:sub>
                    </m:sSub>
                  </m:oMath>
                </a14:m>
                <a:endParaRPr lang="en-GB" sz="1600" dirty="0"/>
              </a:p>
            </p:txBody>
          </p:sp>
        </mc:Choice>
        <mc:Fallback xmlns="">
          <p:sp>
            <p:nvSpPr>
              <p:cNvPr id="19" name="TextBox 18">
                <a:extLst>
                  <a:ext uri="{FF2B5EF4-FFF2-40B4-BE49-F238E27FC236}">
                    <a16:creationId xmlns:a16="http://schemas.microsoft.com/office/drawing/2014/main" id="{8693AAE9-E54C-D861-CFFC-7D2B61CC4524}"/>
                  </a:ext>
                </a:extLst>
              </p:cNvPr>
              <p:cNvSpPr txBox="1">
                <a:spLocks noRot="1" noChangeAspect="1" noMove="1" noResize="1" noEditPoints="1" noAdjustHandles="1" noChangeArrowheads="1" noChangeShapeType="1" noTextEdit="1"/>
              </p:cNvSpPr>
              <p:nvPr/>
            </p:nvSpPr>
            <p:spPr>
              <a:xfrm>
                <a:off x="9579026" y="3429000"/>
                <a:ext cx="2553069" cy="1569660"/>
              </a:xfrm>
              <a:prstGeom prst="rect">
                <a:avLst/>
              </a:prstGeom>
              <a:blipFill>
                <a:blip r:embed="rId6"/>
                <a:stretch>
                  <a:fillRect l="-950" t="-772" b="-3475"/>
                </a:stretch>
              </a:blipFill>
              <a:ln>
                <a:solidFill>
                  <a:schemeClr val="tx2"/>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CEE3C28-F3A6-B1B6-1370-E749C636ED4B}"/>
                  </a:ext>
                </a:extLst>
              </p:cNvPr>
              <p:cNvSpPr txBox="1"/>
              <p:nvPr/>
            </p:nvSpPr>
            <p:spPr>
              <a:xfrm>
                <a:off x="9579026" y="5003322"/>
                <a:ext cx="2553069" cy="1323439"/>
              </a:xfrm>
              <a:prstGeom prst="rect">
                <a:avLst/>
              </a:prstGeom>
              <a:noFill/>
              <a:ln>
                <a:solidFill>
                  <a:schemeClr val="tx2"/>
                </a:solidFill>
              </a:ln>
            </p:spPr>
            <p:txBody>
              <a:bodyPr wrap="square" rtlCol="0">
                <a:spAutoFit/>
              </a:bodyPr>
              <a:lstStyle/>
              <a:p>
                <a:r>
                  <a:rPr lang="en-GB" sz="1600"/>
                  <a:t>In fact, if we have a known solution at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𝑥</m:t>
                        </m:r>
                      </m:e>
                      <m:sub>
                        <m:r>
                          <a:rPr lang="en-GB" sz="1600" b="0" i="1" smtClean="0">
                            <a:latin typeface="Cambria Math" panose="02040503050406030204" pitchFamily="18" charset="0"/>
                          </a:rPr>
                          <m:t>0</m:t>
                        </m:r>
                      </m:sub>
                    </m:sSub>
                  </m:oMath>
                </a14:m>
                <a:r>
                  <a:rPr lang="en-GB" sz="1600"/>
                  <a:t>, any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𝑥</m:t>
                        </m:r>
                      </m:e>
                      <m:sub>
                        <m:r>
                          <a:rPr lang="en-GB" sz="1600" b="0" i="1" smtClean="0">
                            <a:latin typeface="Cambria Math" panose="02040503050406030204" pitchFamily="18" charset="0"/>
                          </a:rPr>
                          <m:t>𝑛</m:t>
                        </m:r>
                      </m:sub>
                    </m:sSub>
                  </m:oMath>
                </a14:m>
                <a:r>
                  <a:rPr lang="en-GB" sz="1600"/>
                  <a:t> follows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𝑥</m:t>
                        </m:r>
                      </m:e>
                      <m:sub>
                        <m:r>
                          <a:rPr lang="en-GB" sz="1600" b="0" i="1" smtClean="0">
                            <a:latin typeface="Cambria Math" panose="02040503050406030204" pitchFamily="18" charset="0"/>
                          </a:rPr>
                          <m:t>𝑛</m:t>
                        </m:r>
                      </m:sub>
                    </m:sSub>
                    <m:r>
                      <a:rPr lang="en-GB" sz="1600" b="0" i="1" smtClean="0">
                        <a:latin typeface="Cambria Math" panose="02040503050406030204" pitchFamily="18" charset="0"/>
                      </a:rPr>
                      <m:t>=</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𝑥</m:t>
                        </m:r>
                      </m:e>
                      <m:sub>
                        <m:r>
                          <a:rPr lang="en-GB" sz="1600" b="0" i="1" smtClean="0">
                            <a:latin typeface="Cambria Math" panose="02040503050406030204" pitchFamily="18" charset="0"/>
                          </a:rPr>
                          <m:t>0</m:t>
                        </m:r>
                      </m:sub>
                    </m:sSub>
                    <m:r>
                      <a:rPr lang="en-GB" sz="1600" b="0" i="1" smtClean="0">
                        <a:latin typeface="Cambria Math" panose="02040503050406030204" pitchFamily="18" charset="0"/>
                      </a:rPr>
                      <m:t>+</m:t>
                    </m:r>
                    <m:r>
                      <a:rPr lang="en-GB" sz="1600" b="0" i="1" smtClean="0">
                        <a:latin typeface="Cambria Math" panose="02040503050406030204" pitchFamily="18" charset="0"/>
                      </a:rPr>
                      <m:t>𝑛</m:t>
                    </m:r>
                    <m:r>
                      <m:rPr>
                        <m:sty m:val="p"/>
                      </m:rPr>
                      <a:rPr lang="en-GB" sz="1600" b="0" i="0" smtClean="0">
                        <a:latin typeface="Cambria Math" panose="02040503050406030204" pitchFamily="18" charset="0"/>
                      </a:rPr>
                      <m:t>Δ</m:t>
                    </m:r>
                    <m:r>
                      <a:rPr lang="en-GB" sz="1600" b="0" i="1" smtClean="0">
                        <a:latin typeface="Cambria Math" panose="02040503050406030204" pitchFamily="18" charset="0"/>
                      </a:rPr>
                      <m:t>𝑥</m:t>
                    </m:r>
                  </m:oMath>
                </a14:m>
                <a:r>
                  <a:rPr lang="en-GB" sz="1600"/>
                  <a:t> (assuming </a:t>
                </a:r>
                <a14:m>
                  <m:oMath xmlns:m="http://schemas.openxmlformats.org/officeDocument/2006/math">
                    <m:r>
                      <m:rPr>
                        <m:sty m:val="p"/>
                      </m:rPr>
                      <a:rPr lang="en-GB" sz="1600" b="0" i="0" smtClean="0">
                        <a:latin typeface="Cambria Math" panose="02040503050406030204" pitchFamily="18" charset="0"/>
                      </a:rPr>
                      <m:t>Δ</m:t>
                    </m:r>
                    <m:r>
                      <a:rPr lang="en-GB" sz="1600" b="0" i="1" smtClean="0">
                        <a:latin typeface="Cambria Math" panose="02040503050406030204" pitchFamily="18" charset="0"/>
                      </a:rPr>
                      <m:t>𝑥</m:t>
                    </m:r>
                  </m:oMath>
                </a14:m>
                <a:r>
                  <a:rPr lang="en-GB" sz="1600"/>
                  <a:t> is always constant)</a:t>
                </a:r>
              </a:p>
            </p:txBody>
          </p:sp>
        </mc:Choice>
        <mc:Fallback xmlns="">
          <p:sp>
            <p:nvSpPr>
              <p:cNvPr id="20" name="TextBox 19">
                <a:extLst>
                  <a:ext uri="{FF2B5EF4-FFF2-40B4-BE49-F238E27FC236}">
                    <a16:creationId xmlns:a16="http://schemas.microsoft.com/office/drawing/2014/main" id="{0CEE3C28-F3A6-B1B6-1370-E749C636ED4B}"/>
                  </a:ext>
                </a:extLst>
              </p:cNvPr>
              <p:cNvSpPr txBox="1">
                <a:spLocks noRot="1" noChangeAspect="1" noMove="1" noResize="1" noEditPoints="1" noAdjustHandles="1" noChangeArrowheads="1" noChangeShapeType="1" noTextEdit="1"/>
              </p:cNvSpPr>
              <p:nvPr/>
            </p:nvSpPr>
            <p:spPr>
              <a:xfrm>
                <a:off x="9579026" y="5003322"/>
                <a:ext cx="2553069" cy="1323439"/>
              </a:xfrm>
              <a:prstGeom prst="rect">
                <a:avLst/>
              </a:prstGeom>
              <a:blipFill>
                <a:blip r:embed="rId7"/>
                <a:stretch>
                  <a:fillRect l="-950" t="-913" b="-4566"/>
                </a:stretch>
              </a:blipFill>
              <a:ln>
                <a:solidFill>
                  <a:schemeClr val="tx2"/>
                </a:solidFill>
              </a:ln>
            </p:spPr>
            <p:txBody>
              <a:bodyPr/>
              <a:lstStyle/>
              <a:p>
                <a:r>
                  <a:rPr lang="en-GB">
                    <a:noFill/>
                  </a:rPr>
                  <a:t> </a:t>
                </a:r>
              </a:p>
            </p:txBody>
          </p:sp>
        </mc:Fallback>
      </mc:AlternateContent>
      <p:sp>
        <p:nvSpPr>
          <p:cNvPr id="21" name="TextBox 20">
            <a:extLst>
              <a:ext uri="{FF2B5EF4-FFF2-40B4-BE49-F238E27FC236}">
                <a16:creationId xmlns:a16="http://schemas.microsoft.com/office/drawing/2014/main" id="{FA5313B8-BE80-AC7D-912B-C9A1CF9A0C8E}"/>
              </a:ext>
            </a:extLst>
          </p:cNvPr>
          <p:cNvSpPr txBox="1"/>
          <p:nvPr/>
        </p:nvSpPr>
        <p:spPr>
          <a:xfrm>
            <a:off x="628649" y="4811234"/>
            <a:ext cx="2291225" cy="1569660"/>
          </a:xfrm>
          <a:prstGeom prst="rect">
            <a:avLst/>
          </a:prstGeom>
          <a:noFill/>
          <a:ln>
            <a:solidFill>
              <a:schemeClr val="tx2"/>
            </a:solidFill>
          </a:ln>
        </p:spPr>
        <p:txBody>
          <a:bodyPr wrap="square" rtlCol="0">
            <a:spAutoFit/>
          </a:bodyPr>
          <a:lstStyle/>
          <a:p>
            <a:r>
              <a:rPr lang="en-GB" sz="1600" dirty="0"/>
              <a:t>These definitions look horrible.  They are rarely written down is such an incomprehensible way for a real method though.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uiExpand="1" build="p"/>
      <p:bldP spid="17" grpId="0"/>
      <p:bldP spid="18" grpId="0" animBg="1"/>
      <p:bldP spid="19" grpId="0" animBg="1"/>
      <p:bldP spid="20" grpId="0" animBg="1"/>
      <p:bldP spid="2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Euler method</a:t>
            </a:r>
          </a:p>
        </p:txBody>
      </p:sp>
      <p:sp>
        <p:nvSpPr>
          <p:cNvPr id="9" name="Content Placeholder 4">
            <a:extLst>
              <a:ext uri="{FF2B5EF4-FFF2-40B4-BE49-F238E27FC236}">
                <a16:creationId xmlns:a16="http://schemas.microsoft.com/office/drawing/2014/main" id="{E9DDE69A-E8CD-60B6-ED13-26FD6947D94F}"/>
              </a:ext>
            </a:extLst>
          </p:cNvPr>
          <p:cNvSpPr>
            <a:spLocks noGrp="1"/>
          </p:cNvSpPr>
          <p:nvPr>
            <p:ph sz="half" idx="10"/>
          </p:nvPr>
        </p:nvSpPr>
        <p:spPr>
          <a:xfrm>
            <a:off x="417505" y="1821942"/>
            <a:ext cx="11145847" cy="3430936"/>
          </a:xfrm>
        </p:spPr>
        <p:txBody>
          <a:bodyPr>
            <a:normAutofit fontScale="92500" lnSpcReduction="20000"/>
          </a:bodyPr>
          <a:lstStyle/>
          <a:p>
            <a:r>
              <a:rPr lang="en-GB" sz="1800" dirty="0"/>
              <a:t>Identifying the constants for a Runge-</a:t>
            </a:r>
            <a:r>
              <a:rPr lang="en-GB" sz="1800" dirty="0" err="1"/>
              <a:t>Kutta</a:t>
            </a:r>
            <a:r>
              <a:rPr lang="en-GB" sz="1800" dirty="0"/>
              <a:t> method is not always straightforward - there may be accuracy or efficiency issues if we just make up values</a:t>
            </a:r>
          </a:p>
          <a:p>
            <a:r>
              <a:rPr lang="en-GB" sz="1800" dirty="0"/>
              <a:t>In fact, there are some important properties any set of Runge-</a:t>
            </a:r>
            <a:r>
              <a:rPr lang="en-GB" sz="1800" dirty="0" err="1"/>
              <a:t>Kutta</a:t>
            </a:r>
            <a:r>
              <a:rPr lang="en-GB" sz="1800" dirty="0"/>
              <a:t> values must follow – we will not go into this analysis here</a:t>
            </a:r>
          </a:p>
          <a:p>
            <a:r>
              <a:rPr lang="en-GB" sz="1800" dirty="0"/>
              <a:t>However, some of the simpler methods can be derived fairly straightforwardly</a:t>
            </a:r>
          </a:p>
          <a:p>
            <a:r>
              <a:rPr lang="en-GB" sz="1800" dirty="0"/>
              <a:t>In fact, the first-order approximation to a derivative we found earlier is easy to </a:t>
            </a:r>
            <a:r>
              <a:rPr lang="en-GB" sz="1800" dirty="0" err="1"/>
              <a:t>converyt</a:t>
            </a:r>
            <a:r>
              <a:rPr lang="en-GB" sz="1800" dirty="0"/>
              <a:t> to a Runge-</a:t>
            </a:r>
            <a:r>
              <a:rPr lang="en-GB" sz="1800" dirty="0" err="1"/>
              <a:t>Kutta</a:t>
            </a:r>
            <a:r>
              <a:rPr lang="en-GB" sz="1800" dirty="0"/>
              <a:t> method, sometimes known as the </a:t>
            </a:r>
            <a:r>
              <a:rPr lang="en-GB" sz="1800" b="1" dirty="0"/>
              <a:t>Euler method</a:t>
            </a:r>
            <a:endParaRPr lang="en-GB" sz="1800" dirty="0"/>
          </a:p>
          <a:p>
            <a:r>
              <a:rPr lang="en-GB" sz="1800" dirty="0"/>
              <a:t>And we don’t have to actually try to derive any </a:t>
            </a:r>
            <a:r>
              <a:rPr lang="en-GB" sz="1800" dirty="0" err="1"/>
              <a:t>consants</a:t>
            </a:r>
            <a:r>
              <a:rPr lang="en-GB" sz="1800" dirty="0"/>
              <a:t>, we simply rearrange the expression</a:t>
            </a:r>
          </a:p>
          <a:p>
            <a:endParaRPr lang="en-GB" sz="18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A78C0C4-1985-E5D9-0339-4695C825D60C}"/>
                  </a:ext>
                </a:extLst>
              </p:cNvPr>
              <p:cNvSpPr txBox="1"/>
              <p:nvPr/>
            </p:nvSpPr>
            <p:spPr>
              <a:xfrm>
                <a:off x="3040840" y="5252877"/>
                <a:ext cx="2217210" cy="537583"/>
              </a:xfrm>
              <a:prstGeom prst="rect">
                <a:avLst/>
              </a:prstGeom>
              <a:noFill/>
            </p:spPr>
            <p:txBody>
              <a:bodyPr wrap="none" lIns="0" tIns="0" rIns="0" bIns="0" rtlCol="0">
                <a:spAutoFit/>
              </a:bodyPr>
              <a:lstStyle/>
              <a:p>
                <a:pPr/>
                <a14:m>
                  <m:oMathPara xmlns:m="http://schemas.openxmlformats.org/officeDocument/2006/math">
                    <m:oMath>
                      <m:f>
                        <m:fPr>
                          <m:ctrlPr>
                            <a:rPr lang="en-GB" b="0" i="0" smtClean="0">
                              <a:latin typeface="Cambria Math" panose="02040503050406030204" pitchFamily="18" charset="0"/>
                            </a:rPr>
                          </m:ctrlPr>
                        </m:fPr>
                        <m:num>
                          <m:r>
                            <m:rPr>
                              <m:sty m:val="p"/>
                            </m:rPr>
                            <a:rPr lang="en-GB" b="0" i="0" smtClean="0">
                              <a:latin typeface="Cambria Math" panose="02040503050406030204" pitchFamily="18" charset="0"/>
                            </a:rPr>
                            <m:t>d</m:t>
                          </m:r>
                          <m:r>
                            <a:rPr lang="en-GB" b="0" i="1" smtClean="0">
                              <a:latin typeface="Cambria Math" panose="02040503050406030204" pitchFamily="18" charset="0"/>
                            </a:rPr>
                            <m:t>𝑢</m:t>
                          </m:r>
                        </m:num>
                        <m:den>
                          <m:r>
                            <m:rPr>
                              <m:sty m:val="p"/>
                            </m:rPr>
                            <a:rPr lang="en-GB" b="0" i="0" smtClean="0">
                              <a:latin typeface="Cambria Math" panose="02040503050406030204" pitchFamily="18" charset="0"/>
                            </a:rPr>
                            <m:t>d</m:t>
                          </m:r>
                          <m:r>
                            <a:rPr lang="en-GB" i="1" smtClean="0">
                              <a:latin typeface="Cambria Math" panose="02040503050406030204" pitchFamily="18" charset="0"/>
                            </a:rPr>
                            <m:t>𝑥</m:t>
                          </m:r>
                        </m:den>
                      </m:f>
                      <m:r>
                        <a:rPr lang="en-GB"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𝑢</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i="1" smtClean="0">
                                  <a:latin typeface="Cambria Math" panose="02040503050406030204" pitchFamily="18" charset="0"/>
                                </a:rPr>
                                <m:t>+</m:t>
                              </m:r>
                              <m:r>
                                <a:rPr lang="en-GB" i="1" smtClean="0">
                                  <a:latin typeface="Cambria Math" panose="02040503050406030204" pitchFamily="18" charset="0"/>
                                </a:rPr>
                                <m:t>ℎ</m:t>
                              </m:r>
                            </m:e>
                          </m:d>
                          <m:r>
                            <a:rPr lang="en-GB" i="1" smtClean="0">
                              <a:latin typeface="Cambria Math" panose="02040503050406030204" pitchFamily="18" charset="0"/>
                            </a:rPr>
                            <m:t>−</m:t>
                          </m:r>
                          <m:r>
                            <a:rPr lang="en-GB" b="0" i="1" smtClean="0">
                              <a:latin typeface="Cambria Math" panose="02040503050406030204" pitchFamily="18" charset="0"/>
                            </a:rPr>
                            <m:t>𝑢</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num>
                        <m:den>
                          <m:r>
                            <a:rPr lang="en-GB" i="1" smtClean="0">
                              <a:latin typeface="Cambria Math" panose="02040503050406030204" pitchFamily="18" charset="0"/>
                            </a:rPr>
                            <m:t>ℎ</m:t>
                          </m:r>
                        </m:den>
                      </m:f>
                    </m:oMath>
                  </m:oMathPara>
                </a14:m>
                <a:endParaRPr lang="en-GB" dirty="0"/>
              </a:p>
            </p:txBody>
          </p:sp>
        </mc:Choice>
        <mc:Fallback xmlns="">
          <p:sp>
            <p:nvSpPr>
              <p:cNvPr id="10" name="TextBox 9">
                <a:extLst>
                  <a:ext uri="{FF2B5EF4-FFF2-40B4-BE49-F238E27FC236}">
                    <a16:creationId xmlns:a16="http://schemas.microsoft.com/office/drawing/2014/main" id="{CA78C0C4-1985-E5D9-0339-4695C825D60C}"/>
                  </a:ext>
                </a:extLst>
              </p:cNvPr>
              <p:cNvSpPr txBox="1">
                <a:spLocks noRot="1" noChangeAspect="1" noMove="1" noResize="1" noEditPoints="1" noAdjustHandles="1" noChangeArrowheads="1" noChangeShapeType="1" noTextEdit="1"/>
              </p:cNvSpPr>
              <p:nvPr/>
            </p:nvSpPr>
            <p:spPr>
              <a:xfrm>
                <a:off x="3040840" y="5252877"/>
                <a:ext cx="2217210" cy="53758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3A160EA-3023-6641-6F14-981A6C1664EC}"/>
                  </a:ext>
                </a:extLst>
              </p:cNvPr>
              <p:cNvSpPr txBox="1"/>
              <p:nvPr/>
            </p:nvSpPr>
            <p:spPr>
              <a:xfrm>
                <a:off x="6932606" y="5383136"/>
                <a:ext cx="2405787" cy="276999"/>
              </a:xfrm>
              <a:prstGeom prst="rect">
                <a:avLst/>
              </a:prstGeom>
              <a:noFill/>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r>
                            <a:rPr lang="en-GB" i="1" smtClean="0">
                              <a:latin typeface="Cambria Math" panose="02040503050406030204" pitchFamily="18" charset="0"/>
                            </a:rPr>
                            <m:t>+1</m:t>
                          </m:r>
                        </m:sub>
                      </m:sSub>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sub>
                          </m:sSub>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e>
                      </m:d>
                    </m:oMath>
                  </m:oMathPara>
                </a14:m>
                <a:endParaRPr lang="en-GB" dirty="0"/>
              </a:p>
            </p:txBody>
          </p:sp>
        </mc:Choice>
        <mc:Fallback xmlns="">
          <p:sp>
            <p:nvSpPr>
              <p:cNvPr id="11" name="TextBox 10">
                <a:extLst>
                  <a:ext uri="{FF2B5EF4-FFF2-40B4-BE49-F238E27FC236}">
                    <a16:creationId xmlns:a16="http://schemas.microsoft.com/office/drawing/2014/main" id="{63A160EA-3023-6641-6F14-981A6C1664EC}"/>
                  </a:ext>
                </a:extLst>
              </p:cNvPr>
              <p:cNvSpPr txBox="1">
                <a:spLocks noRot="1" noChangeAspect="1" noMove="1" noResize="1" noEditPoints="1" noAdjustHandles="1" noChangeArrowheads="1" noChangeShapeType="1" noTextEdit="1"/>
              </p:cNvSpPr>
              <p:nvPr/>
            </p:nvSpPr>
            <p:spPr>
              <a:xfrm>
                <a:off x="6932606" y="5383136"/>
                <a:ext cx="2405787" cy="276999"/>
              </a:xfrm>
              <a:prstGeom prst="rect">
                <a:avLst/>
              </a:prstGeom>
              <a:blipFill>
                <a:blip r:embed="rId4"/>
                <a:stretch>
                  <a:fillRect l="-1013" b="-15556"/>
                </a:stretch>
              </a:blipFill>
            </p:spPr>
            <p:txBody>
              <a:bodyPr/>
              <a:lstStyle/>
              <a:p>
                <a:r>
                  <a:rPr lang="en-GB">
                    <a:noFill/>
                  </a:rPr>
                  <a:t> </a:t>
                </a:r>
              </a:p>
            </p:txBody>
          </p:sp>
        </mc:Fallback>
      </mc:AlternateContent>
      <p:cxnSp>
        <p:nvCxnSpPr>
          <p:cNvPr id="12" name="Straight Arrow Connector 11">
            <a:extLst>
              <a:ext uri="{FF2B5EF4-FFF2-40B4-BE49-F238E27FC236}">
                <a16:creationId xmlns:a16="http://schemas.microsoft.com/office/drawing/2014/main" id="{ECDA53DC-7540-F1F9-1833-0FB27ED01464}"/>
              </a:ext>
            </a:extLst>
          </p:cNvPr>
          <p:cNvCxnSpPr>
            <a:cxnSpLocks/>
          </p:cNvCxnSpPr>
          <p:nvPr/>
        </p:nvCxnSpPr>
        <p:spPr>
          <a:xfrm>
            <a:off x="5410986" y="5540069"/>
            <a:ext cx="134803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9AFA391-2E1A-6A72-3124-F9611B615901}"/>
                  </a:ext>
                </a:extLst>
              </p:cNvPr>
              <p:cNvSpPr txBox="1"/>
              <p:nvPr/>
            </p:nvSpPr>
            <p:spPr>
              <a:xfrm>
                <a:off x="9942490" y="5139918"/>
                <a:ext cx="1873876" cy="775662"/>
              </a:xfrm>
              <a:prstGeom prst="rect">
                <a:avLst/>
              </a:prstGeom>
              <a:noFill/>
              <a:ln>
                <a:solidFill>
                  <a:schemeClr val="tx2"/>
                </a:solidFill>
              </a:ln>
            </p:spPr>
            <p:txBody>
              <a:bodyPr wrap="square" rtlCol="0">
                <a:spAutoFit/>
              </a:bodyPr>
              <a:lstStyle/>
              <a:p>
                <a:r>
                  <a:rPr lang="en-GB" dirty="0"/>
                  <a:t>Remember that </a:t>
                </a:r>
                <a14:m>
                  <m:oMath xmlns:m="http://schemas.openxmlformats.org/officeDocument/2006/math">
                    <m:f>
                      <m:fPr>
                        <m:ctrlPr>
                          <a:rPr lang="en-US">
                            <a:latin typeface="Cambria Math" panose="02040503050406030204" pitchFamily="18" charset="0"/>
                          </a:rPr>
                        </m:ctrlPr>
                      </m:fPr>
                      <m:num>
                        <m:r>
                          <a:rPr lang="en-US">
                            <a:latin typeface="Cambria Math" panose="02040503050406030204" pitchFamily="18" charset="0"/>
                          </a:rPr>
                          <m:t>ⅆ</m:t>
                        </m:r>
                        <m:r>
                          <a:rPr lang="en-GB" b="0" i="1" smtClean="0">
                            <a:latin typeface="Cambria Math" panose="02040503050406030204" pitchFamily="18" charset="0"/>
                          </a:rPr>
                          <m:t>𝑢</m:t>
                        </m:r>
                      </m:num>
                      <m:den>
                        <m:r>
                          <a:rPr lang="en-US">
                            <a:latin typeface="Cambria Math" panose="02040503050406030204" pitchFamily="18" charset="0"/>
                          </a:rPr>
                          <m:t>ⅆ</m:t>
                        </m:r>
                        <m:r>
                          <a:rPr lang="en-GB" i="1">
                            <a:latin typeface="Cambria Math" panose="02040503050406030204" pitchFamily="18" charset="0"/>
                          </a:rPr>
                          <m:t>𝑥</m:t>
                        </m:r>
                      </m:den>
                    </m:f>
                    <m:r>
                      <a:rPr lang="en-US">
                        <a:latin typeface="Cambria Math" panose="02040503050406030204" pitchFamily="18" charset="0"/>
                      </a:rPr>
                      <m:t>=</m:t>
                    </m:r>
                    <m:r>
                      <a:rPr lang="en-US">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𝑢</m:t>
                        </m:r>
                        <m:r>
                          <a:rPr lang="en-US">
                            <a:latin typeface="Cambria Math" panose="02040503050406030204" pitchFamily="18" charset="0"/>
                          </a:rPr>
                          <m:t>,</m:t>
                        </m:r>
                        <m:r>
                          <a:rPr lang="en-GB" i="1">
                            <a:latin typeface="Cambria Math" panose="02040503050406030204" pitchFamily="18" charset="0"/>
                          </a:rPr>
                          <m:t>𝑥</m:t>
                        </m:r>
                      </m:e>
                    </m:d>
                  </m:oMath>
                </a14:m>
                <a:r>
                  <a:rPr lang="en-GB" dirty="0"/>
                  <a:t> </a:t>
                </a:r>
              </a:p>
            </p:txBody>
          </p:sp>
        </mc:Choice>
        <mc:Fallback xmlns="">
          <p:sp>
            <p:nvSpPr>
              <p:cNvPr id="13" name="TextBox 12">
                <a:extLst>
                  <a:ext uri="{FF2B5EF4-FFF2-40B4-BE49-F238E27FC236}">
                    <a16:creationId xmlns:a16="http://schemas.microsoft.com/office/drawing/2014/main" id="{D9AFA391-2E1A-6A72-3124-F9611B615901}"/>
                  </a:ext>
                </a:extLst>
              </p:cNvPr>
              <p:cNvSpPr txBox="1">
                <a:spLocks noRot="1" noChangeAspect="1" noMove="1" noResize="1" noEditPoints="1" noAdjustHandles="1" noChangeArrowheads="1" noChangeShapeType="1" noTextEdit="1"/>
              </p:cNvSpPr>
              <p:nvPr/>
            </p:nvSpPr>
            <p:spPr>
              <a:xfrm>
                <a:off x="9942490" y="5139918"/>
                <a:ext cx="1873876" cy="775662"/>
              </a:xfrm>
              <a:prstGeom prst="rect">
                <a:avLst/>
              </a:prstGeom>
              <a:blipFill>
                <a:blip r:embed="rId5"/>
                <a:stretch>
                  <a:fillRect l="-2589" t="-2326" b="-775"/>
                </a:stretch>
              </a:blipFill>
              <a:ln>
                <a:solidFill>
                  <a:schemeClr val="tx2"/>
                </a:solidFill>
              </a:ln>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0" grpId="0"/>
      <p:bldP spid="11" grpId="0"/>
      <p:bldP spid="13"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03806-1945-2786-6CE5-D7A6A33E8D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390549-CCEB-A1DC-5AAB-E87AC4EC1F3D}"/>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Euler method</a:t>
            </a:r>
          </a:p>
        </p:txBody>
      </p:sp>
    </p:spTree>
    <p:extLst>
      <p:ext uri="{BB962C8B-B14F-4D97-AF65-F5344CB8AC3E}">
        <p14:creationId xmlns:p14="http://schemas.microsoft.com/office/powerpoint/2010/main" val="654572917"/>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35FFC-9987-A1FE-08A0-84E2370406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789B1-54AF-7FB5-FB7E-4AF7C255A043}"/>
              </a:ext>
            </a:extLst>
          </p:cNvPr>
          <p:cNvSpPr>
            <a:spLocks noGrp="1"/>
          </p:cNvSpPr>
          <p:nvPr>
            <p:ph type="title"/>
          </p:nvPr>
        </p:nvSpPr>
        <p:spPr/>
        <p:txBody>
          <a:bodyPr/>
          <a:lstStyle/>
          <a:p>
            <a:r>
              <a:t>Euler method</a:t>
            </a:r>
          </a:p>
        </p:txBody>
      </p:sp>
      <mc:AlternateContent xmlns:mc="http://schemas.openxmlformats.org/markup-compatibility/2006" xmlns:a14="http://schemas.microsoft.com/office/drawing/2010/main">
        <mc:Choice Requires="a14">
          <p:sp>
            <p:nvSpPr>
              <p:cNvPr id="9" name="Content Placeholder 4">
                <a:extLst>
                  <a:ext uri="{FF2B5EF4-FFF2-40B4-BE49-F238E27FC236}">
                    <a16:creationId xmlns:a16="http://schemas.microsoft.com/office/drawing/2014/main" id="{4F2E7C45-315F-39EA-D2C4-BDAE9DD3592A}"/>
                  </a:ext>
                </a:extLst>
              </p:cNvPr>
              <p:cNvSpPr>
                <a:spLocks noGrp="1"/>
              </p:cNvSpPr>
              <p:nvPr>
                <p:ph sz="half" idx="10"/>
              </p:nvPr>
            </p:nvSpPr>
            <p:spPr>
              <a:xfrm>
                <a:off x="417505" y="1821941"/>
                <a:ext cx="11145847" cy="4559194"/>
              </a:xfrm>
            </p:spPr>
            <p:txBody>
              <a:bodyPr>
                <a:normAutofit fontScale="92500" lnSpcReduction="10000"/>
              </a:bodyPr>
              <a:lstStyle/>
              <a:p>
                <a:r>
                  <a:rPr lang="en-GB" sz="1800" dirty="0"/>
                  <a:t>Identifying the constants for a Runge-</a:t>
                </a:r>
                <a:r>
                  <a:rPr lang="en-GB" sz="1800" dirty="0" err="1"/>
                  <a:t>Kutta</a:t>
                </a:r>
                <a:r>
                  <a:rPr lang="en-GB" sz="1800" dirty="0"/>
                  <a:t> method is not always straightforward - there may be accuracy or efficiency issues if we just make up values</a:t>
                </a:r>
              </a:p>
              <a:p>
                <a:r>
                  <a:rPr lang="en-GB" sz="1800" dirty="0"/>
                  <a:t>In fact, there are some important properties any set of Runge-</a:t>
                </a:r>
                <a:r>
                  <a:rPr lang="en-GB" sz="1800" dirty="0" err="1"/>
                  <a:t>Kutta</a:t>
                </a:r>
                <a:r>
                  <a:rPr lang="en-GB" sz="1800" dirty="0"/>
                  <a:t> values must follow – we will not go into this analysis here</a:t>
                </a:r>
              </a:p>
              <a:p>
                <a:r>
                  <a:rPr lang="en-GB" sz="1800" dirty="0"/>
                  <a:t>However, some of the simpler methods can be derived fairly straightforwardly</a:t>
                </a:r>
              </a:p>
              <a:p>
                <a:r>
                  <a:rPr lang="en-GB" sz="1800" dirty="0"/>
                  <a:t>In fact, the first-order approximation to a derivative we found earlier is easy to </a:t>
                </a:r>
                <a:r>
                  <a:rPr lang="en-GB" sz="1800" dirty="0" err="1"/>
                  <a:t>converyt</a:t>
                </a:r>
                <a:r>
                  <a:rPr lang="en-GB" sz="1800" dirty="0"/>
                  <a:t> to a Runge-</a:t>
                </a:r>
                <a:r>
                  <a:rPr lang="en-GB" sz="1800" dirty="0" err="1"/>
                  <a:t>Kutta</a:t>
                </a:r>
                <a:r>
                  <a:rPr lang="en-GB" sz="1800" dirty="0"/>
                  <a:t> method, sometimes known as the </a:t>
                </a:r>
                <a:r>
                  <a:rPr lang="en-GB" sz="1800" b="1" dirty="0"/>
                  <a:t>Euler method</a:t>
                </a:r>
                <a:endParaRPr lang="en-GB" sz="1800" dirty="0"/>
              </a:p>
              <a:p>
                <a:r>
                  <a:rPr lang="en-GB" sz="1800" dirty="0"/>
                  <a:t>And we don’t have to actually try to derive any </a:t>
                </a:r>
                <a:r>
                  <a:rPr lang="en-GB" sz="1800" dirty="0" err="1"/>
                  <a:t>consants</a:t>
                </a:r>
                <a:r>
                  <a:rPr lang="en-GB" sz="1800" dirty="0"/>
                  <a:t>, we simply rearrange the expression</a:t>
                </a:r>
              </a:p>
              <a:p>
                <a:endParaRPr lang="en-GB" sz="1800" dirty="0"/>
              </a:p>
              <a:p>
                <a:r>
                  <a:rPr lang="en-GB" sz="1800" dirty="0"/>
                  <a:t>Effectively, we assume the solution at </a:t>
                </a:r>
                <a14:m>
                  <m:oMath xmlns:m="http://schemas.openxmlformats.org/officeDocument/2006/math">
                    <m:sSub>
                      <m:sSubPr>
                        <m:ctrlPr>
                          <a:rPr lang="en-GB" sz="1800" b="0" i="1" dirty="0" smtClean="0">
                            <a:latin typeface="Cambria Math" panose="02040503050406030204" pitchFamily="18" charset="0"/>
                          </a:rPr>
                        </m:ctrlPr>
                      </m:sSubPr>
                      <m:e>
                        <m:r>
                          <a:rPr lang="en-GB" sz="1800" b="0" i="1" dirty="0" smtClean="0">
                            <a:latin typeface="Cambria Math" panose="02040503050406030204" pitchFamily="18" charset="0"/>
                          </a:rPr>
                          <m:t>𝑥</m:t>
                        </m:r>
                      </m:e>
                      <m:sub>
                        <m:r>
                          <a:rPr lang="en-GB" sz="1800" b="0" i="1" dirty="0" smtClean="0">
                            <a:latin typeface="Cambria Math" panose="02040503050406030204" pitchFamily="18" charset="0"/>
                          </a:rPr>
                          <m:t>𝑛</m:t>
                        </m:r>
                        <m:r>
                          <a:rPr lang="en-GB" sz="1800" b="0" i="1" dirty="0" smtClean="0">
                            <a:latin typeface="Cambria Math" panose="02040503050406030204" pitchFamily="18" charset="0"/>
                          </a:rPr>
                          <m:t>+1</m:t>
                        </m:r>
                      </m:sub>
                    </m:sSub>
                    <m:r>
                      <a:rPr lang="en-GB" sz="1800" b="0" i="1" dirty="0" smtClean="0">
                        <a:latin typeface="Cambria Math" panose="02040503050406030204" pitchFamily="18" charset="0"/>
                      </a:rPr>
                      <m:t> </m:t>
                    </m:r>
                  </m:oMath>
                </a14:m>
                <a:r>
                  <a:rPr lang="en-GB" sz="1800" dirty="0"/>
                  <a:t> is a straight line based on the derivative, </a:t>
                </a:r>
                <a14:m>
                  <m:oMath xmlns:m="http://schemas.openxmlformats.org/officeDocument/2006/math">
                    <m:r>
                      <a:rPr lang="en-GB" sz="1800" i="1" dirty="0" smtClean="0">
                        <a:latin typeface="Cambria Math" panose="02040503050406030204" pitchFamily="18" charset="0"/>
                      </a:rPr>
                      <m:t>𝐹</m:t>
                    </m:r>
                    <m:r>
                      <a:rPr lang="en-GB" sz="1800" i="1" dirty="0" smtClean="0">
                        <a:latin typeface="Cambria Math" panose="02040503050406030204" pitchFamily="18" charset="0"/>
                      </a:rPr>
                      <m:t>(</m:t>
                    </m:r>
                    <m:r>
                      <a:rPr lang="en-GB" sz="1800" b="0" i="1" dirty="0" smtClean="0">
                        <a:latin typeface="Cambria Math" panose="02040503050406030204" pitchFamily="18" charset="0"/>
                      </a:rPr>
                      <m:t>𝑢</m:t>
                    </m:r>
                    <m:r>
                      <a:rPr lang="en-GB" sz="1800" i="1" dirty="0" smtClean="0">
                        <a:latin typeface="Cambria Math" panose="02040503050406030204" pitchFamily="18" charset="0"/>
                      </a:rPr>
                      <m:t>, </m:t>
                    </m:r>
                    <m:r>
                      <a:rPr lang="en-GB" sz="1800" b="0" i="1" dirty="0" smtClean="0">
                        <a:latin typeface="Cambria Math" panose="02040503050406030204" pitchFamily="18" charset="0"/>
                      </a:rPr>
                      <m:t>𝑥</m:t>
                    </m:r>
                    <m:r>
                      <a:rPr lang="en-GB" sz="1800" i="1" dirty="0" smtClean="0">
                        <a:latin typeface="Cambria Math" panose="02040503050406030204" pitchFamily="18" charset="0"/>
                      </a:rPr>
                      <m:t>)</m:t>
                    </m:r>
                  </m:oMath>
                </a14:m>
                <a:endParaRPr lang="en-GB" sz="1800" dirty="0"/>
              </a:p>
            </p:txBody>
          </p:sp>
        </mc:Choice>
        <mc:Fallback xmlns="">
          <p:sp>
            <p:nvSpPr>
              <p:cNvPr id="9" name="Content Placeholder 4">
                <a:extLst>
                  <a:ext uri="{FF2B5EF4-FFF2-40B4-BE49-F238E27FC236}">
                    <a16:creationId xmlns:a16="http://schemas.microsoft.com/office/drawing/2014/main" id="{E9DDE69A-E8CD-60B6-ED13-26FD6947D94F}"/>
                  </a:ext>
                </a:extLst>
              </p:cNvPr>
              <p:cNvSpPr>
                <a:spLocks noGrp="1" noRot="1" noChangeAspect="1" noMove="1" noResize="1" noEditPoints="1" noAdjustHandles="1" noChangeArrowheads="1" noChangeShapeType="1" noTextEdit="1"/>
              </p:cNvSpPr>
              <p:nvPr>
                <p:ph sz="half" idx="10"/>
              </p:nvPr>
            </p:nvSpPr>
            <p:spPr>
              <a:xfrm>
                <a:off x="417505" y="1821941"/>
                <a:ext cx="11145847" cy="4559194"/>
              </a:xfrm>
              <a:blipFill>
                <a:blip r:embed="rId2"/>
                <a:stretch>
                  <a:fillRect l="-27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BA30A8C-43E1-2773-9442-9C0AB53D5F4D}"/>
                  </a:ext>
                </a:extLst>
              </p:cNvPr>
              <p:cNvSpPr txBox="1"/>
              <p:nvPr/>
            </p:nvSpPr>
            <p:spPr>
              <a:xfrm>
                <a:off x="3040840" y="5252877"/>
                <a:ext cx="2217210" cy="537583"/>
              </a:xfrm>
              <a:prstGeom prst="rect">
                <a:avLst/>
              </a:prstGeom>
              <a:noFill/>
            </p:spPr>
            <p:txBody>
              <a:bodyPr wrap="none" lIns="0" tIns="0" rIns="0" bIns="0" rtlCol="0">
                <a:spAutoFit/>
              </a:bodyPr>
              <a:lstStyle/>
              <a:p>
                <a:pPr/>
                <a14:m>
                  <m:oMathPara xmlns:m="http://schemas.openxmlformats.org/officeDocument/2006/math">
                    <m:oMath>
                      <m:f>
                        <m:fPr>
                          <m:ctrlPr>
                            <a:rPr lang="en-GB" b="0" i="0" smtClean="0">
                              <a:latin typeface="Cambria Math" panose="02040503050406030204" pitchFamily="18" charset="0"/>
                            </a:rPr>
                          </m:ctrlPr>
                        </m:fPr>
                        <m:num>
                          <m:r>
                            <m:rPr>
                              <m:sty m:val="p"/>
                            </m:rPr>
                            <a:rPr lang="en-GB" b="0" i="0" smtClean="0">
                              <a:latin typeface="Cambria Math" panose="02040503050406030204" pitchFamily="18" charset="0"/>
                            </a:rPr>
                            <m:t>d</m:t>
                          </m:r>
                          <m:r>
                            <a:rPr lang="en-GB" b="0" i="1" smtClean="0">
                              <a:latin typeface="Cambria Math" panose="02040503050406030204" pitchFamily="18" charset="0"/>
                            </a:rPr>
                            <m:t>𝑢</m:t>
                          </m:r>
                        </m:num>
                        <m:den>
                          <m:r>
                            <m:rPr>
                              <m:sty m:val="p"/>
                            </m:rPr>
                            <a:rPr lang="en-GB" b="0" i="0" smtClean="0">
                              <a:latin typeface="Cambria Math" panose="02040503050406030204" pitchFamily="18" charset="0"/>
                            </a:rPr>
                            <m:t>d</m:t>
                          </m:r>
                          <m:r>
                            <a:rPr lang="en-GB" i="1" smtClean="0">
                              <a:latin typeface="Cambria Math" panose="02040503050406030204" pitchFamily="18" charset="0"/>
                            </a:rPr>
                            <m:t>𝑥</m:t>
                          </m:r>
                        </m:den>
                      </m:f>
                      <m:r>
                        <a:rPr lang="en-GB"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𝑢</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r>
                                <a:rPr lang="en-GB" i="1" smtClean="0">
                                  <a:latin typeface="Cambria Math" panose="02040503050406030204" pitchFamily="18" charset="0"/>
                                </a:rPr>
                                <m:t>+</m:t>
                              </m:r>
                              <m:r>
                                <a:rPr lang="en-GB" i="1" smtClean="0">
                                  <a:latin typeface="Cambria Math" panose="02040503050406030204" pitchFamily="18" charset="0"/>
                                </a:rPr>
                                <m:t>ℎ</m:t>
                              </m:r>
                            </m:e>
                          </m:d>
                          <m:r>
                            <a:rPr lang="en-GB" i="1" smtClean="0">
                              <a:latin typeface="Cambria Math" panose="02040503050406030204" pitchFamily="18" charset="0"/>
                            </a:rPr>
                            <m:t>−</m:t>
                          </m:r>
                          <m:r>
                            <a:rPr lang="en-GB" b="0" i="1" smtClean="0">
                              <a:latin typeface="Cambria Math" panose="02040503050406030204" pitchFamily="18" charset="0"/>
                            </a:rPr>
                            <m:t>𝑢</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num>
                        <m:den>
                          <m:r>
                            <a:rPr lang="en-GB" i="1" smtClean="0">
                              <a:latin typeface="Cambria Math" panose="02040503050406030204" pitchFamily="18" charset="0"/>
                            </a:rPr>
                            <m:t>ℎ</m:t>
                          </m:r>
                        </m:den>
                      </m:f>
                    </m:oMath>
                  </m:oMathPara>
                </a14:m>
                <a:endParaRPr lang="en-GB" dirty="0"/>
              </a:p>
            </p:txBody>
          </p:sp>
        </mc:Choice>
        <mc:Fallback xmlns="">
          <p:sp>
            <p:nvSpPr>
              <p:cNvPr id="10" name="TextBox 9">
                <a:extLst>
                  <a:ext uri="{FF2B5EF4-FFF2-40B4-BE49-F238E27FC236}">
                    <a16:creationId xmlns:a16="http://schemas.microsoft.com/office/drawing/2014/main" id="{CA78C0C4-1985-E5D9-0339-4695C825D60C}"/>
                  </a:ext>
                </a:extLst>
              </p:cNvPr>
              <p:cNvSpPr txBox="1">
                <a:spLocks noRot="1" noChangeAspect="1" noMove="1" noResize="1" noEditPoints="1" noAdjustHandles="1" noChangeArrowheads="1" noChangeShapeType="1" noTextEdit="1"/>
              </p:cNvSpPr>
              <p:nvPr/>
            </p:nvSpPr>
            <p:spPr>
              <a:xfrm>
                <a:off x="3040840" y="5252877"/>
                <a:ext cx="2217210" cy="537583"/>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8ED1884-F2D9-289D-2EC2-582527ADC713}"/>
                  </a:ext>
                </a:extLst>
              </p:cNvPr>
              <p:cNvSpPr txBox="1"/>
              <p:nvPr/>
            </p:nvSpPr>
            <p:spPr>
              <a:xfrm>
                <a:off x="6932606" y="5383136"/>
                <a:ext cx="2405787" cy="276999"/>
              </a:xfrm>
              <a:prstGeom prst="rect">
                <a:avLst/>
              </a:prstGeom>
              <a:noFill/>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r>
                            <a:rPr lang="en-GB" i="1" smtClean="0">
                              <a:latin typeface="Cambria Math" panose="02040503050406030204" pitchFamily="18" charset="0"/>
                            </a:rPr>
                            <m:t>+1</m:t>
                          </m:r>
                        </m:sub>
                      </m:sSub>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sub>
                          </m:sSub>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e>
                      </m:d>
                    </m:oMath>
                  </m:oMathPara>
                </a14:m>
                <a:endParaRPr lang="en-GB" dirty="0"/>
              </a:p>
            </p:txBody>
          </p:sp>
        </mc:Choice>
        <mc:Fallback xmlns="">
          <p:sp>
            <p:nvSpPr>
              <p:cNvPr id="11" name="TextBox 10">
                <a:extLst>
                  <a:ext uri="{FF2B5EF4-FFF2-40B4-BE49-F238E27FC236}">
                    <a16:creationId xmlns:a16="http://schemas.microsoft.com/office/drawing/2014/main" id="{63A160EA-3023-6641-6F14-981A6C1664EC}"/>
                  </a:ext>
                </a:extLst>
              </p:cNvPr>
              <p:cNvSpPr txBox="1">
                <a:spLocks noRot="1" noChangeAspect="1" noMove="1" noResize="1" noEditPoints="1" noAdjustHandles="1" noChangeArrowheads="1" noChangeShapeType="1" noTextEdit="1"/>
              </p:cNvSpPr>
              <p:nvPr/>
            </p:nvSpPr>
            <p:spPr>
              <a:xfrm>
                <a:off x="6932606" y="5383136"/>
                <a:ext cx="2405787" cy="276999"/>
              </a:xfrm>
              <a:prstGeom prst="rect">
                <a:avLst/>
              </a:prstGeom>
              <a:blipFill>
                <a:blip r:embed="rId4"/>
                <a:stretch>
                  <a:fillRect l="-1013" b="-15556"/>
                </a:stretch>
              </a:blipFill>
            </p:spPr>
            <p:txBody>
              <a:bodyPr/>
              <a:lstStyle/>
              <a:p>
                <a:r>
                  <a:rPr lang="en-GB">
                    <a:noFill/>
                  </a:rPr>
                  <a:t> </a:t>
                </a:r>
              </a:p>
            </p:txBody>
          </p:sp>
        </mc:Fallback>
      </mc:AlternateContent>
      <p:cxnSp>
        <p:nvCxnSpPr>
          <p:cNvPr id="12" name="Straight Arrow Connector 11">
            <a:extLst>
              <a:ext uri="{FF2B5EF4-FFF2-40B4-BE49-F238E27FC236}">
                <a16:creationId xmlns:a16="http://schemas.microsoft.com/office/drawing/2014/main" id="{A54FCED2-E00B-1F46-D032-9D00DCFB6716}"/>
              </a:ext>
            </a:extLst>
          </p:cNvPr>
          <p:cNvCxnSpPr>
            <a:cxnSpLocks/>
          </p:cNvCxnSpPr>
          <p:nvPr/>
        </p:nvCxnSpPr>
        <p:spPr>
          <a:xfrm>
            <a:off x="5410986" y="5540069"/>
            <a:ext cx="134803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3E92AEF-75F7-7155-A0FB-4E7918DF8715}"/>
                  </a:ext>
                </a:extLst>
              </p:cNvPr>
              <p:cNvSpPr txBox="1"/>
              <p:nvPr/>
            </p:nvSpPr>
            <p:spPr>
              <a:xfrm>
                <a:off x="9942490" y="5139918"/>
                <a:ext cx="1873876" cy="775662"/>
              </a:xfrm>
              <a:prstGeom prst="rect">
                <a:avLst/>
              </a:prstGeom>
              <a:noFill/>
              <a:ln>
                <a:solidFill>
                  <a:schemeClr val="tx2"/>
                </a:solidFill>
              </a:ln>
            </p:spPr>
            <p:txBody>
              <a:bodyPr wrap="square" rtlCol="0">
                <a:spAutoFit/>
              </a:bodyPr>
              <a:lstStyle/>
              <a:p>
                <a:r>
                  <a:rPr lang="en-GB" dirty="0"/>
                  <a:t>Remember that </a:t>
                </a:r>
                <a14:m>
                  <m:oMath xmlns:m="http://schemas.openxmlformats.org/officeDocument/2006/math">
                    <m:f>
                      <m:fPr>
                        <m:ctrlPr>
                          <a:rPr lang="en-US">
                            <a:latin typeface="Cambria Math" panose="02040503050406030204" pitchFamily="18" charset="0"/>
                          </a:rPr>
                        </m:ctrlPr>
                      </m:fPr>
                      <m:num>
                        <m:r>
                          <a:rPr lang="en-US">
                            <a:latin typeface="Cambria Math" panose="02040503050406030204" pitchFamily="18" charset="0"/>
                          </a:rPr>
                          <m:t>ⅆ</m:t>
                        </m:r>
                        <m:r>
                          <a:rPr lang="en-GB" b="0" i="1" smtClean="0">
                            <a:latin typeface="Cambria Math" panose="02040503050406030204" pitchFamily="18" charset="0"/>
                          </a:rPr>
                          <m:t>𝑢</m:t>
                        </m:r>
                      </m:num>
                      <m:den>
                        <m:r>
                          <a:rPr lang="en-US">
                            <a:latin typeface="Cambria Math" panose="02040503050406030204" pitchFamily="18" charset="0"/>
                          </a:rPr>
                          <m:t>ⅆ</m:t>
                        </m:r>
                        <m:r>
                          <a:rPr lang="en-GB" i="1">
                            <a:latin typeface="Cambria Math" panose="02040503050406030204" pitchFamily="18" charset="0"/>
                          </a:rPr>
                          <m:t>𝑥</m:t>
                        </m:r>
                      </m:den>
                    </m:f>
                    <m:r>
                      <a:rPr lang="en-US">
                        <a:latin typeface="Cambria Math" panose="02040503050406030204" pitchFamily="18" charset="0"/>
                      </a:rPr>
                      <m:t>=</m:t>
                    </m:r>
                    <m:r>
                      <a:rPr lang="en-US">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𝑢</m:t>
                        </m:r>
                        <m:r>
                          <a:rPr lang="en-US">
                            <a:latin typeface="Cambria Math" panose="02040503050406030204" pitchFamily="18" charset="0"/>
                          </a:rPr>
                          <m:t>,</m:t>
                        </m:r>
                        <m:r>
                          <a:rPr lang="en-GB" i="1">
                            <a:latin typeface="Cambria Math" panose="02040503050406030204" pitchFamily="18" charset="0"/>
                          </a:rPr>
                          <m:t>𝑥</m:t>
                        </m:r>
                      </m:e>
                    </m:d>
                  </m:oMath>
                </a14:m>
                <a:r>
                  <a:rPr lang="en-GB" dirty="0"/>
                  <a:t> </a:t>
                </a:r>
              </a:p>
            </p:txBody>
          </p:sp>
        </mc:Choice>
        <mc:Fallback xmlns="">
          <p:sp>
            <p:nvSpPr>
              <p:cNvPr id="13" name="TextBox 12">
                <a:extLst>
                  <a:ext uri="{FF2B5EF4-FFF2-40B4-BE49-F238E27FC236}">
                    <a16:creationId xmlns:a16="http://schemas.microsoft.com/office/drawing/2014/main" id="{D9AFA391-2E1A-6A72-3124-F9611B615901}"/>
                  </a:ext>
                </a:extLst>
              </p:cNvPr>
              <p:cNvSpPr txBox="1">
                <a:spLocks noRot="1" noChangeAspect="1" noMove="1" noResize="1" noEditPoints="1" noAdjustHandles="1" noChangeArrowheads="1" noChangeShapeType="1" noTextEdit="1"/>
              </p:cNvSpPr>
              <p:nvPr/>
            </p:nvSpPr>
            <p:spPr>
              <a:xfrm>
                <a:off x="9942490" y="5139918"/>
                <a:ext cx="1873876" cy="775662"/>
              </a:xfrm>
              <a:prstGeom prst="rect">
                <a:avLst/>
              </a:prstGeom>
              <a:blipFill>
                <a:blip r:embed="rId5"/>
                <a:stretch>
                  <a:fillRect l="-2589" t="-2326" b="-775"/>
                </a:stretch>
              </a:blipFill>
              <a:ln>
                <a:solidFill>
                  <a:schemeClr val="tx2"/>
                </a:solidFill>
              </a:ln>
            </p:spPr>
            <p:txBody>
              <a:bodyPr/>
              <a:lstStyle/>
              <a:p>
                <a:r>
                  <a:rPr lang="en-GB">
                    <a:noFill/>
                  </a:rPr>
                  <a:t> </a:t>
                </a:r>
              </a:p>
            </p:txBody>
          </p:sp>
        </mc:Fallback>
      </mc:AlternateContent>
    </p:spTree>
    <p:extLst>
      <p:ext uri="{BB962C8B-B14F-4D97-AF65-F5344CB8AC3E}">
        <p14:creationId xmlns:p14="http://schemas.microsoft.com/office/powerpoint/2010/main" val="35944427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981F9-3D03-D056-46A4-21B4AFD5F9F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FD794EB-AF7C-CBBA-17E3-8A558AFE580A}"/>
              </a:ext>
            </a:extLst>
          </p:cNvPr>
          <p:cNvSpPr>
            <a:spLocks noGrp="1"/>
          </p:cNvSpPr>
          <p:nvPr>
            <p:ph type="title"/>
          </p:nvPr>
        </p:nvSpPr>
        <p:spPr/>
        <p:txBody>
          <a:bodyPr/>
          <a:lstStyle/>
          <a:p>
            <a:r>
              <a:rPr lang="en-GB"/>
              <a:t>Euler method</a:t>
            </a:r>
          </a:p>
        </p:txBody>
      </p:sp>
      <p:pic>
        <p:nvPicPr>
          <p:cNvPr id="10" name="Picture 9">
            <a:extLst>
              <a:ext uri="{FF2B5EF4-FFF2-40B4-BE49-F238E27FC236}">
                <a16:creationId xmlns:a16="http://schemas.microsoft.com/office/drawing/2014/main" id="{687A69CB-26C8-30BF-1AC9-BBDAC836234C}"/>
              </a:ext>
            </a:extLst>
          </p:cNvPr>
          <p:cNvPicPr>
            <a:picLocks noChangeAspect="1"/>
          </p:cNvPicPr>
          <p:nvPr/>
        </p:nvPicPr>
        <p:blipFill>
          <a:blip r:embed="rId2"/>
          <a:stretch>
            <a:fillRect/>
          </a:stretch>
        </p:blipFill>
        <p:spPr>
          <a:xfrm>
            <a:off x="4428630" y="1087438"/>
            <a:ext cx="6925172" cy="5361617"/>
          </a:xfrm>
          <a:prstGeom prst="rect">
            <a:avLst/>
          </a:prstGeom>
        </p:spPr>
      </p:pic>
      <mc:AlternateContent xmlns:mc="http://schemas.openxmlformats.org/markup-compatibility/2006" xmlns:a14="http://schemas.microsoft.com/office/drawing/2010/main">
        <mc:Choice Requires="a14">
          <p:sp>
            <p:nvSpPr>
              <p:cNvPr id="2" name="Content Placeholder 4">
                <a:extLst>
                  <a:ext uri="{FF2B5EF4-FFF2-40B4-BE49-F238E27FC236}">
                    <a16:creationId xmlns:a16="http://schemas.microsoft.com/office/drawing/2014/main" id="{1FAFF8A4-21C1-D062-B598-D86436C47F3F}"/>
                  </a:ext>
                </a:extLst>
              </p:cNvPr>
              <p:cNvSpPr txBox="1">
                <a:spLocks/>
              </p:cNvSpPr>
              <p:nvPr/>
            </p:nvSpPr>
            <p:spPr>
              <a:xfrm>
                <a:off x="192024" y="1838632"/>
                <a:ext cx="3981505" cy="4415863"/>
              </a:xfrm>
              <a:prstGeom prst="rect">
                <a:avLst/>
              </a:prstGeom>
            </p:spPr>
            <p:txBody>
              <a:bodyPr>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dirty="0"/>
                  <a:t>Applying the Euler method to</a:t>
                </a:r>
                <a:br>
                  <a:rPr lang="en-GB" sz="1600" dirty="0"/>
                </a:br>
                <a:r>
                  <a:rPr lang="en-GB" sz="1600" dirty="0"/>
                  <a:t> </a:t>
                </a:r>
                <a14:m>
                  <m:oMath xmlns:m="http://schemas.openxmlformats.org/officeDocument/2006/math">
                    <m:r>
                      <a:rPr lang="en-GB" sz="1600" i="1" dirty="0" smtClean="0">
                        <a:latin typeface="Cambria Math" panose="02040503050406030204" pitchFamily="18" charset="0"/>
                      </a:rPr>
                      <m:t>𝑑𝑢</m:t>
                    </m:r>
                    <m:r>
                      <a:rPr lang="en-GB" sz="1600" i="1" dirty="0" smtClean="0">
                        <a:latin typeface="Cambria Math" panose="02040503050406030204" pitchFamily="18" charset="0"/>
                      </a:rPr>
                      <m:t>/</m:t>
                    </m:r>
                    <m:r>
                      <a:rPr lang="en-GB" sz="1600" i="1" dirty="0" smtClean="0">
                        <a:latin typeface="Cambria Math" panose="02040503050406030204" pitchFamily="18" charset="0"/>
                      </a:rPr>
                      <m:t>𝑑𝑥</m:t>
                    </m:r>
                    <m:r>
                      <a:rPr lang="en-GB" sz="1600" i="1" dirty="0" smtClean="0">
                        <a:latin typeface="Cambria Math" panose="02040503050406030204" pitchFamily="18" charset="0"/>
                      </a:rPr>
                      <m:t> = 2</m:t>
                    </m:r>
                    <m:r>
                      <a:rPr lang="en-GB" sz="1600" i="1" dirty="0" smtClean="0">
                        <a:latin typeface="Cambria Math" panose="02040503050406030204" pitchFamily="18" charset="0"/>
                      </a:rPr>
                      <m:t>𝜋</m:t>
                    </m:r>
                    <m:r>
                      <a:rPr lang="en-GB" sz="1600" i="1" dirty="0" smtClean="0">
                        <a:latin typeface="Cambria Math" panose="02040503050406030204" pitchFamily="18" charset="0"/>
                      </a:rPr>
                      <m:t> </m:t>
                    </m:r>
                    <m:r>
                      <m:rPr>
                        <m:sty m:val="p"/>
                      </m:rPr>
                      <a:rPr lang="en-GB" sz="1600" i="1" dirty="0" smtClean="0">
                        <a:latin typeface="Cambria Math" panose="02040503050406030204" pitchFamily="18" charset="0"/>
                      </a:rPr>
                      <m:t>sech</m:t>
                    </m:r>
                    <m:r>
                      <a:rPr lang="en-GB" sz="1600" i="1" dirty="0" smtClean="0">
                        <a:latin typeface="Cambria Math" panose="02040503050406030204" pitchFamily="18" charset="0"/>
                      </a:rPr>
                      <m:t>⁡²(2</m:t>
                    </m:r>
                    <m:r>
                      <a:rPr lang="en-GB" sz="1600" i="1" dirty="0" smtClean="0">
                        <a:latin typeface="Cambria Math" panose="02040503050406030204" pitchFamily="18" charset="0"/>
                      </a:rPr>
                      <m:t>𝜋</m:t>
                    </m:r>
                    <m:r>
                      <a:rPr lang="en-GB" sz="1600" i="1" dirty="0" smtClean="0">
                        <a:latin typeface="Cambria Math" panose="02040503050406030204" pitchFamily="18" charset="0"/>
                      </a:rPr>
                      <m:t>𝑥</m:t>
                    </m:r>
                    <m:r>
                      <a:rPr lang="en-GB" sz="1600" i="1" dirty="0" smtClean="0">
                        <a:latin typeface="Cambria Math" panose="02040503050406030204" pitchFamily="18" charset="0"/>
                      </a:rPr>
                      <m:t>)</m:t>
                    </m:r>
                  </m:oMath>
                </a14:m>
                <a:r>
                  <a:rPr lang="en-GB" sz="1600" dirty="0"/>
                  <a:t> </a:t>
                </a:r>
                <a:br>
                  <a:rPr lang="en-GB" sz="1600" dirty="0"/>
                </a:br>
                <a:r>
                  <a:rPr lang="en-GB" sz="1600" dirty="0"/>
                  <a:t>(exact solution </a:t>
                </a:r>
                <a14:m>
                  <m:oMath xmlns:m="http://schemas.openxmlformats.org/officeDocument/2006/math">
                    <m:r>
                      <m:rPr>
                        <m:sty m:val="p"/>
                      </m:rPr>
                      <a:rPr lang="en-GB" sz="1600" i="1" dirty="0" smtClean="0">
                        <a:latin typeface="Cambria Math" panose="02040503050406030204" pitchFamily="18" charset="0"/>
                      </a:rPr>
                      <m:t>tanh</m:t>
                    </m:r>
                    <m:r>
                      <a:rPr lang="en-GB" sz="1600" i="1" dirty="0" smtClean="0">
                        <a:latin typeface="Cambria Math" panose="02040503050406030204" pitchFamily="18" charset="0"/>
                      </a:rPr>
                      <m:t>⁡(2</m:t>
                    </m:r>
                    <m:r>
                      <a:rPr lang="en-GB" sz="1600" i="1" dirty="0" smtClean="0">
                        <a:latin typeface="Cambria Math" panose="02040503050406030204" pitchFamily="18" charset="0"/>
                      </a:rPr>
                      <m:t>𝜋</m:t>
                    </m:r>
                    <m:r>
                      <a:rPr lang="en-GB" sz="1600" i="1" dirty="0" smtClean="0">
                        <a:latin typeface="Cambria Math" panose="02040503050406030204" pitchFamily="18" charset="0"/>
                      </a:rPr>
                      <m:t>𝑥</m:t>
                    </m:r>
                    <m:r>
                      <a:rPr lang="en-GB" sz="1600" i="1" dirty="0" smtClean="0">
                        <a:latin typeface="Cambria Math" panose="02040503050406030204" pitchFamily="18" charset="0"/>
                      </a:rPr>
                      <m:t>)</m:t>
                    </m:r>
                  </m:oMath>
                </a14:m>
                <a:r>
                  <a:rPr lang="en-GB" sz="1600" dirty="0"/>
                  <a:t>)</a:t>
                </a:r>
              </a:p>
              <a:p>
                <a:r>
                  <a:rPr lang="en-GB" sz="1600" dirty="0"/>
                  <a:t>It is always good to test a numerical method on a problem to which you already know the solution – this makes sure it is actually working, and not just generating an interesting line</a:t>
                </a:r>
              </a:p>
            </p:txBody>
          </p:sp>
        </mc:Choice>
        <mc:Fallback xmlns="">
          <p:sp>
            <p:nvSpPr>
              <p:cNvPr id="2" name="Content Placeholder 4">
                <a:extLst>
                  <a:ext uri="{FF2B5EF4-FFF2-40B4-BE49-F238E27FC236}">
                    <a16:creationId xmlns:a16="http://schemas.microsoft.com/office/drawing/2014/main" id="{1FAFF8A4-21C1-D062-B598-D86436C47F3F}"/>
                  </a:ext>
                </a:extLst>
              </p:cNvPr>
              <p:cNvSpPr txBox="1">
                <a:spLocks noRot="1" noChangeAspect="1" noMove="1" noResize="1" noEditPoints="1" noAdjustHandles="1" noChangeArrowheads="1" noChangeShapeType="1" noTextEdit="1"/>
              </p:cNvSpPr>
              <p:nvPr/>
            </p:nvSpPr>
            <p:spPr>
              <a:xfrm>
                <a:off x="192024" y="1838632"/>
                <a:ext cx="3981505" cy="4415863"/>
              </a:xfrm>
              <a:prstGeom prst="rect">
                <a:avLst/>
              </a:prstGeom>
              <a:blipFill>
                <a:blip r:embed="rId3"/>
                <a:stretch>
                  <a:fillRect l="-613"/>
                </a:stretch>
              </a:blipFill>
            </p:spPr>
            <p:txBody>
              <a:bodyPr/>
              <a:lstStyle/>
              <a:p>
                <a:r>
                  <a:rPr lang="en-GB">
                    <a:noFill/>
                  </a:rPr>
                  <a:t> </a:t>
                </a:r>
              </a:p>
            </p:txBody>
          </p:sp>
        </mc:Fallback>
      </mc:AlternateContent>
    </p:spTree>
    <p:extLst>
      <p:ext uri="{BB962C8B-B14F-4D97-AF65-F5344CB8AC3E}">
        <p14:creationId xmlns:p14="http://schemas.microsoft.com/office/powerpoint/2010/main" val="24172743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49A1-CF06-1BAC-C4A9-10D69EB3FC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1544F2-FA01-4319-12CA-345D859F9750}"/>
              </a:ext>
            </a:extLst>
          </p:cNvPr>
          <p:cNvSpPr>
            <a:spLocks noGrp="1"/>
          </p:cNvSpPr>
          <p:nvPr>
            <p:ph type="title"/>
          </p:nvPr>
        </p:nvSpPr>
        <p:spPr/>
        <p:txBody>
          <a:bodyPr/>
          <a:lstStyle/>
          <a:p>
            <a:r>
              <a:rPr lang="en-GB"/>
              <a:t>Euler method</a:t>
            </a:r>
          </a:p>
        </p:txBody>
      </p:sp>
      <p:pic>
        <p:nvPicPr>
          <p:cNvPr id="10" name="Picture 9">
            <a:extLst>
              <a:ext uri="{FF2B5EF4-FFF2-40B4-BE49-F238E27FC236}">
                <a16:creationId xmlns:a16="http://schemas.microsoft.com/office/drawing/2014/main" id="{47CE2975-7BD0-82F6-FC12-D9B4E0E60FA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716273" y="1212589"/>
            <a:ext cx="6925172" cy="5112505"/>
          </a:xfrm>
          <a:prstGeom prst="rect">
            <a:avLst/>
          </a:prstGeom>
        </p:spPr>
      </p:pic>
      <mc:AlternateContent xmlns:mc="http://schemas.openxmlformats.org/markup-compatibility/2006" xmlns:a14="http://schemas.microsoft.com/office/drawing/2010/main">
        <mc:Choice Requires="a14">
          <p:sp>
            <p:nvSpPr>
              <p:cNvPr id="2" name="Content Placeholder 4">
                <a:extLst>
                  <a:ext uri="{FF2B5EF4-FFF2-40B4-BE49-F238E27FC236}">
                    <a16:creationId xmlns:a16="http://schemas.microsoft.com/office/drawing/2014/main" id="{DDD8A345-4854-3ECF-516E-064B7D2EF79B}"/>
                  </a:ext>
                </a:extLst>
              </p:cNvPr>
              <p:cNvSpPr txBox="1">
                <a:spLocks/>
              </p:cNvSpPr>
              <p:nvPr/>
            </p:nvSpPr>
            <p:spPr>
              <a:xfrm>
                <a:off x="192025" y="1838632"/>
                <a:ext cx="3328416" cy="4415863"/>
              </a:xfrm>
              <a:prstGeom prst="rect">
                <a:avLst/>
              </a:prstGeom>
            </p:spPr>
            <p:txBody>
              <a:bodyPr>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dirty="0"/>
                  <a:t>We start with a fairly low value for </a:t>
                </a:r>
                <a14:m>
                  <m:oMath xmlns:m="http://schemas.openxmlformats.org/officeDocument/2006/math">
                    <m:r>
                      <a:rPr lang="en-GB" sz="1600" b="0" i="1" smtClean="0">
                        <a:latin typeface="Cambria Math" panose="02040503050406030204" pitchFamily="18" charset="0"/>
                      </a:rPr>
                      <m:t>ℎ</m:t>
                    </m:r>
                  </m:oMath>
                </a14:m>
                <a:r>
                  <a:rPr lang="en-GB" sz="1600" dirty="0"/>
                  <a:t> (or </a:t>
                </a:r>
                <a14:m>
                  <m:oMath xmlns:m="http://schemas.openxmlformats.org/officeDocument/2006/math">
                    <m:r>
                      <m:rPr>
                        <m:sty m:val="p"/>
                      </m:rPr>
                      <a:rPr lang="en-GB" sz="1600" b="0" i="0" smtClean="0">
                        <a:latin typeface="Cambria Math" panose="02040503050406030204" pitchFamily="18" charset="0"/>
                      </a:rPr>
                      <m:t>Δ</m:t>
                    </m:r>
                    <m:r>
                      <a:rPr lang="en-GB" sz="1600" b="0" i="1" smtClean="0">
                        <a:latin typeface="Cambria Math" panose="02040503050406030204" pitchFamily="18" charset="0"/>
                      </a:rPr>
                      <m:t>𝑥</m:t>
                    </m:r>
                    <m:r>
                      <a:rPr lang="en-GB" sz="1600" b="0" i="1" smtClean="0">
                        <a:latin typeface="Cambria Math" panose="02040503050406030204" pitchFamily="18" charset="0"/>
                      </a:rPr>
                      <m:t>)</m:t>
                    </m:r>
                  </m:oMath>
                </a14:m>
                <a:endParaRPr lang="en-GB" sz="1600" dirty="0"/>
              </a:p>
              <a:p>
                <a:r>
                  <a:rPr lang="en-GB" sz="1600" dirty="0"/>
                  <a:t>And we see that the match is ok, but not great</a:t>
                </a:r>
              </a:p>
            </p:txBody>
          </p:sp>
        </mc:Choice>
        <mc:Fallback xmlns="">
          <p:sp>
            <p:nvSpPr>
              <p:cNvPr id="2" name="Content Placeholder 4">
                <a:extLst>
                  <a:ext uri="{FF2B5EF4-FFF2-40B4-BE49-F238E27FC236}">
                    <a16:creationId xmlns:a16="http://schemas.microsoft.com/office/drawing/2014/main" id="{DDD8A345-4854-3ECF-516E-064B7D2EF79B}"/>
                  </a:ext>
                </a:extLst>
              </p:cNvPr>
              <p:cNvSpPr txBox="1">
                <a:spLocks noRot="1" noChangeAspect="1" noMove="1" noResize="1" noEditPoints="1" noAdjustHandles="1" noChangeArrowheads="1" noChangeShapeType="1" noTextEdit="1"/>
              </p:cNvSpPr>
              <p:nvPr/>
            </p:nvSpPr>
            <p:spPr>
              <a:xfrm>
                <a:off x="192025" y="1838632"/>
                <a:ext cx="3328416" cy="4415863"/>
              </a:xfrm>
              <a:prstGeom prst="rect">
                <a:avLst/>
              </a:prstGeom>
              <a:blipFill>
                <a:blip r:embed="rId3"/>
                <a:stretch>
                  <a:fillRect l="-733" r="-1648"/>
                </a:stretch>
              </a:blipFill>
            </p:spPr>
            <p:txBody>
              <a:bodyPr/>
              <a:lstStyle/>
              <a:p>
                <a:r>
                  <a:rPr lang="en-GB">
                    <a:noFill/>
                  </a:rPr>
                  <a:t> </a:t>
                </a:r>
              </a:p>
            </p:txBody>
          </p:sp>
        </mc:Fallback>
      </mc:AlternateContent>
    </p:spTree>
    <p:extLst>
      <p:ext uri="{BB962C8B-B14F-4D97-AF65-F5344CB8AC3E}">
        <p14:creationId xmlns:p14="http://schemas.microsoft.com/office/powerpoint/2010/main" val="22409220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75EA9-971C-D81C-3394-EA53DF03FF6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E3CDBD-D916-0989-4FC4-47058D6569E6}"/>
              </a:ext>
            </a:extLst>
          </p:cNvPr>
          <p:cNvSpPr>
            <a:spLocks noGrp="1"/>
          </p:cNvSpPr>
          <p:nvPr>
            <p:ph type="title"/>
          </p:nvPr>
        </p:nvSpPr>
        <p:spPr/>
        <p:txBody>
          <a:bodyPr/>
          <a:lstStyle/>
          <a:p>
            <a:r>
              <a:rPr lang="en-GB"/>
              <a:t>Euler method</a:t>
            </a:r>
          </a:p>
        </p:txBody>
      </p:sp>
      <p:pic>
        <p:nvPicPr>
          <p:cNvPr id="10" name="Picture 9">
            <a:extLst>
              <a:ext uri="{FF2B5EF4-FFF2-40B4-BE49-F238E27FC236}">
                <a16:creationId xmlns:a16="http://schemas.microsoft.com/office/drawing/2014/main" id="{ED0BB8CE-569C-C365-7197-C0178B44C84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949911" y="1102244"/>
            <a:ext cx="6802140" cy="5361617"/>
          </a:xfrm>
          <a:prstGeom prst="rect">
            <a:avLst/>
          </a:prstGeom>
        </p:spPr>
      </p:pic>
      <mc:AlternateContent xmlns:mc="http://schemas.openxmlformats.org/markup-compatibility/2006" xmlns:a14="http://schemas.microsoft.com/office/drawing/2010/main">
        <mc:Choice Requires="a14">
          <p:sp>
            <p:nvSpPr>
              <p:cNvPr id="2" name="Content Placeholder 4">
                <a:extLst>
                  <a:ext uri="{FF2B5EF4-FFF2-40B4-BE49-F238E27FC236}">
                    <a16:creationId xmlns:a16="http://schemas.microsoft.com/office/drawing/2014/main" id="{AC50DB1B-98E4-7CAE-8E0B-02DE9FFAEDFF}"/>
                  </a:ext>
                </a:extLst>
              </p:cNvPr>
              <p:cNvSpPr txBox="1">
                <a:spLocks/>
              </p:cNvSpPr>
              <p:nvPr/>
            </p:nvSpPr>
            <p:spPr>
              <a:xfrm>
                <a:off x="192025" y="1838632"/>
                <a:ext cx="3328416" cy="4415863"/>
              </a:xfrm>
              <a:prstGeom prst="rect">
                <a:avLst/>
              </a:prstGeom>
            </p:spPr>
            <p:txBody>
              <a:bodyPr>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dirty="0"/>
                  <a:t>Again, we start with a fairly low value for </a:t>
                </a:r>
                <a14:m>
                  <m:oMath xmlns:m="http://schemas.openxmlformats.org/officeDocument/2006/math">
                    <m:r>
                      <a:rPr lang="en-GB" sz="1600" b="0" i="1" smtClean="0">
                        <a:latin typeface="Cambria Math" panose="02040503050406030204" pitchFamily="18" charset="0"/>
                      </a:rPr>
                      <m:t>ℎ</m:t>
                    </m:r>
                  </m:oMath>
                </a14:m>
                <a:r>
                  <a:rPr lang="en-GB" sz="1600" dirty="0"/>
                  <a:t> (or </a:t>
                </a:r>
                <a14:m>
                  <m:oMath xmlns:m="http://schemas.openxmlformats.org/officeDocument/2006/math">
                    <m:r>
                      <m:rPr>
                        <m:sty m:val="p"/>
                      </m:rPr>
                      <a:rPr lang="en-GB" sz="1600" b="0" i="0" smtClean="0">
                        <a:latin typeface="Cambria Math" panose="02040503050406030204" pitchFamily="18" charset="0"/>
                      </a:rPr>
                      <m:t>Δ</m:t>
                    </m:r>
                    <m:r>
                      <a:rPr lang="en-GB" sz="1600" b="0" i="1" smtClean="0">
                        <a:latin typeface="Cambria Math" panose="02040503050406030204" pitchFamily="18" charset="0"/>
                      </a:rPr>
                      <m:t>𝑥</m:t>
                    </m:r>
                    <m:r>
                      <a:rPr lang="en-GB" sz="1600" b="0" i="1" smtClean="0">
                        <a:latin typeface="Cambria Math" panose="02040503050406030204" pitchFamily="18" charset="0"/>
                      </a:rPr>
                      <m:t>)</m:t>
                    </m:r>
                  </m:oMath>
                </a14:m>
                <a:endParaRPr lang="en-GB" sz="1600" dirty="0"/>
              </a:p>
              <a:p>
                <a:r>
                  <a:rPr lang="en-GB" sz="1600" dirty="0"/>
                  <a:t>And we see that the match is ok, but not great</a:t>
                </a:r>
              </a:p>
              <a:p>
                <a:r>
                  <a:rPr lang="en-GB" sz="1600" dirty="0"/>
                  <a:t>Reducing </a:t>
                </a:r>
                <a14:m>
                  <m:oMath xmlns:m="http://schemas.openxmlformats.org/officeDocument/2006/math">
                    <m:r>
                      <a:rPr lang="en-GB" sz="1600" b="0" i="1" smtClean="0">
                        <a:latin typeface="Cambria Math" panose="02040503050406030204" pitchFamily="18" charset="0"/>
                      </a:rPr>
                      <m:t>ℎ</m:t>
                    </m:r>
                  </m:oMath>
                </a14:m>
                <a:r>
                  <a:rPr lang="en-GB" sz="1600" dirty="0"/>
                  <a:t> improves this, as expected</a:t>
                </a:r>
              </a:p>
            </p:txBody>
          </p:sp>
        </mc:Choice>
        <mc:Fallback xmlns="">
          <p:sp>
            <p:nvSpPr>
              <p:cNvPr id="2" name="Content Placeholder 4">
                <a:extLst>
                  <a:ext uri="{FF2B5EF4-FFF2-40B4-BE49-F238E27FC236}">
                    <a16:creationId xmlns:a16="http://schemas.microsoft.com/office/drawing/2014/main" id="{AC50DB1B-98E4-7CAE-8E0B-02DE9FFAEDFF}"/>
                  </a:ext>
                </a:extLst>
              </p:cNvPr>
              <p:cNvSpPr txBox="1">
                <a:spLocks noRot="1" noChangeAspect="1" noMove="1" noResize="1" noEditPoints="1" noAdjustHandles="1" noChangeArrowheads="1" noChangeShapeType="1" noTextEdit="1"/>
              </p:cNvSpPr>
              <p:nvPr/>
            </p:nvSpPr>
            <p:spPr>
              <a:xfrm>
                <a:off x="192025" y="1838632"/>
                <a:ext cx="3328416" cy="4415863"/>
              </a:xfrm>
              <a:prstGeom prst="rect">
                <a:avLst/>
              </a:prstGeom>
              <a:blipFill>
                <a:blip r:embed="rId4"/>
                <a:stretch>
                  <a:fillRect l="-733" r="-1648"/>
                </a:stretch>
              </a:blipFill>
            </p:spPr>
            <p:txBody>
              <a:bodyPr/>
              <a:lstStyle/>
              <a:p>
                <a:r>
                  <a:rPr lang="en-US">
                    <a:noFill/>
                  </a:rPr>
                  <a:t> </a:t>
                </a:r>
              </a:p>
            </p:txBody>
          </p:sp>
        </mc:Fallback>
      </mc:AlternateContent>
    </p:spTree>
    <p:extLst>
      <p:ext uri="{BB962C8B-B14F-4D97-AF65-F5344CB8AC3E}">
        <p14:creationId xmlns:p14="http://schemas.microsoft.com/office/powerpoint/2010/main" val="1981577216"/>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136A6-ADD8-19D0-77BE-CBBD1D578A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CCE9845-7DD4-C7E3-E829-4A1E058EEE41}"/>
              </a:ext>
            </a:extLst>
          </p:cNvPr>
          <p:cNvSpPr>
            <a:spLocks noGrp="1"/>
          </p:cNvSpPr>
          <p:nvPr>
            <p:ph type="title"/>
          </p:nvPr>
        </p:nvSpPr>
        <p:spPr/>
        <p:txBody>
          <a:bodyPr/>
          <a:lstStyle/>
          <a:p>
            <a:r>
              <a:rPr lang="en-GB"/>
              <a:t>Euler method</a:t>
            </a:r>
          </a:p>
        </p:txBody>
      </p:sp>
      <p:pic>
        <p:nvPicPr>
          <p:cNvPr id="10" name="Picture 9">
            <a:extLst>
              <a:ext uri="{FF2B5EF4-FFF2-40B4-BE49-F238E27FC236}">
                <a16:creationId xmlns:a16="http://schemas.microsoft.com/office/drawing/2014/main" id="{C319FC6B-3976-0600-D360-4BD3A9B5EDD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076654" y="1085751"/>
            <a:ext cx="6925172" cy="5297785"/>
          </a:xfrm>
          <a:prstGeom prst="rect">
            <a:avLst/>
          </a:prstGeom>
        </p:spPr>
      </p:pic>
      <mc:AlternateContent xmlns:mc="http://schemas.openxmlformats.org/markup-compatibility/2006" xmlns:a14="http://schemas.microsoft.com/office/drawing/2010/main">
        <mc:Choice Requires="a14">
          <p:sp>
            <p:nvSpPr>
              <p:cNvPr id="2" name="Content Placeholder 4">
                <a:extLst>
                  <a:ext uri="{FF2B5EF4-FFF2-40B4-BE49-F238E27FC236}">
                    <a16:creationId xmlns:a16="http://schemas.microsoft.com/office/drawing/2014/main" id="{886D9AA8-92E5-59AB-ADD2-76C96E91F060}"/>
                  </a:ext>
                </a:extLst>
              </p:cNvPr>
              <p:cNvSpPr txBox="1">
                <a:spLocks/>
              </p:cNvSpPr>
              <p:nvPr/>
            </p:nvSpPr>
            <p:spPr>
              <a:xfrm>
                <a:off x="192025" y="1838632"/>
                <a:ext cx="3328416" cy="4415863"/>
              </a:xfrm>
              <a:prstGeom prst="rect">
                <a:avLst/>
              </a:prstGeom>
            </p:spPr>
            <p:txBody>
              <a:bodyPr>
                <a:normAutofit lnSpcReduction="10000"/>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dirty="0"/>
                  <a:t>Again, we start with a fairly low value for </a:t>
                </a:r>
                <a14:m>
                  <m:oMath xmlns:m="http://schemas.openxmlformats.org/officeDocument/2006/math">
                    <m:r>
                      <a:rPr lang="en-GB" sz="1600" b="0" i="1" smtClean="0">
                        <a:latin typeface="Cambria Math" panose="02040503050406030204" pitchFamily="18" charset="0"/>
                      </a:rPr>
                      <m:t>ℎ</m:t>
                    </m:r>
                  </m:oMath>
                </a14:m>
                <a:r>
                  <a:rPr lang="en-GB" sz="1600" dirty="0"/>
                  <a:t> (or </a:t>
                </a:r>
                <a14:m>
                  <m:oMath xmlns:m="http://schemas.openxmlformats.org/officeDocument/2006/math">
                    <m:r>
                      <m:rPr>
                        <m:sty m:val="p"/>
                      </m:rPr>
                      <a:rPr lang="en-GB" sz="1600" b="0" i="0" smtClean="0">
                        <a:latin typeface="Cambria Math" panose="02040503050406030204" pitchFamily="18" charset="0"/>
                      </a:rPr>
                      <m:t>Δ</m:t>
                    </m:r>
                    <m:r>
                      <a:rPr lang="en-GB" sz="1600" b="0" i="1" smtClean="0">
                        <a:latin typeface="Cambria Math" panose="02040503050406030204" pitchFamily="18" charset="0"/>
                      </a:rPr>
                      <m:t>𝑥</m:t>
                    </m:r>
                    <m:r>
                      <a:rPr lang="en-GB" sz="1600" b="0" i="1" smtClean="0">
                        <a:latin typeface="Cambria Math" panose="02040503050406030204" pitchFamily="18" charset="0"/>
                      </a:rPr>
                      <m:t>)</m:t>
                    </m:r>
                  </m:oMath>
                </a14:m>
                <a:endParaRPr lang="en-GB" sz="1600" dirty="0"/>
              </a:p>
              <a:p>
                <a:r>
                  <a:rPr lang="en-GB" sz="1600" dirty="0"/>
                  <a:t>And we see that the match is ok, but not great</a:t>
                </a:r>
              </a:p>
              <a:p>
                <a:r>
                  <a:rPr lang="en-GB" sz="1600" dirty="0"/>
                  <a:t>Reducing </a:t>
                </a:r>
                <a14:m>
                  <m:oMath xmlns:m="http://schemas.openxmlformats.org/officeDocument/2006/math">
                    <m:r>
                      <a:rPr lang="en-GB" sz="1600" b="0" i="1" smtClean="0">
                        <a:latin typeface="Cambria Math" panose="02040503050406030204" pitchFamily="18" charset="0"/>
                      </a:rPr>
                      <m:t>ℎ</m:t>
                    </m:r>
                  </m:oMath>
                </a14:m>
                <a:r>
                  <a:rPr lang="en-GB" sz="1600" dirty="0"/>
                  <a:t> improves this, as expected</a:t>
                </a:r>
              </a:p>
              <a:p>
                <a:r>
                  <a:rPr lang="en-GB" sz="1600" dirty="0"/>
                  <a:t>And by </a:t>
                </a:r>
                <a14:m>
                  <m:oMath xmlns:m="http://schemas.openxmlformats.org/officeDocument/2006/math">
                    <m:r>
                      <a:rPr lang="en-GB" sz="1600" b="0" i="1" smtClean="0">
                        <a:latin typeface="Cambria Math" panose="02040503050406030204" pitchFamily="18" charset="0"/>
                      </a:rPr>
                      <m:t>ℎ</m:t>
                    </m:r>
                    <m:r>
                      <a:rPr lang="en-GB" sz="1600" b="0" i="1" smtClean="0">
                        <a:latin typeface="Cambria Math" panose="02040503050406030204" pitchFamily="18" charset="0"/>
                      </a:rPr>
                      <m:t>=0.01</m:t>
                    </m:r>
                  </m:oMath>
                </a14:m>
                <a:r>
                  <a:rPr lang="en-GB" sz="1600" dirty="0"/>
                  <a:t>, we are very close to the exact solution – the method has worked</a:t>
                </a:r>
              </a:p>
              <a:p>
                <a:r>
                  <a:rPr lang="en-GB" sz="1600" dirty="0"/>
                  <a:t>We are </a:t>
                </a:r>
                <a:r>
                  <a:rPr lang="en-GB" sz="1600" b="1" dirty="0"/>
                  <a:t>converging</a:t>
                </a:r>
                <a:r>
                  <a:rPr lang="en-GB" sz="1600" dirty="0"/>
                  <a:t> on the exact solution</a:t>
                </a:r>
              </a:p>
            </p:txBody>
          </p:sp>
        </mc:Choice>
        <mc:Fallback xmlns="">
          <p:sp>
            <p:nvSpPr>
              <p:cNvPr id="2" name="Content Placeholder 4">
                <a:extLst>
                  <a:ext uri="{FF2B5EF4-FFF2-40B4-BE49-F238E27FC236}">
                    <a16:creationId xmlns:a16="http://schemas.microsoft.com/office/drawing/2014/main" id="{886D9AA8-92E5-59AB-ADD2-76C96E91F060}"/>
                  </a:ext>
                </a:extLst>
              </p:cNvPr>
              <p:cNvSpPr txBox="1">
                <a:spLocks noRot="1" noChangeAspect="1" noMove="1" noResize="1" noEditPoints="1" noAdjustHandles="1" noChangeArrowheads="1" noChangeShapeType="1" noTextEdit="1"/>
              </p:cNvSpPr>
              <p:nvPr/>
            </p:nvSpPr>
            <p:spPr>
              <a:xfrm>
                <a:off x="192025" y="1838632"/>
                <a:ext cx="3328416" cy="4415863"/>
              </a:xfrm>
              <a:prstGeom prst="rect">
                <a:avLst/>
              </a:prstGeom>
              <a:blipFill>
                <a:blip r:embed="rId4"/>
                <a:stretch>
                  <a:fillRect l="-733" r="-2381"/>
                </a:stretch>
              </a:blipFill>
            </p:spPr>
            <p:txBody>
              <a:bodyPr/>
              <a:lstStyle/>
              <a:p>
                <a:r>
                  <a:rPr lang="en-US">
                    <a:noFill/>
                  </a:rPr>
                  <a:t> </a:t>
                </a:r>
              </a:p>
            </p:txBody>
          </p:sp>
        </mc:Fallback>
      </mc:AlternateContent>
    </p:spTree>
    <p:extLst>
      <p:ext uri="{BB962C8B-B14F-4D97-AF65-F5344CB8AC3E}">
        <p14:creationId xmlns:p14="http://schemas.microsoft.com/office/powerpoint/2010/main" val="15721252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Convergence of the Euler method</a:t>
            </a:r>
          </a:p>
        </p:txBody>
      </p:sp>
      <mc:AlternateContent xmlns:mc="http://schemas.openxmlformats.org/markup-compatibility/2006" xmlns:a14="http://schemas.microsoft.com/office/drawing/2010/main">
        <mc:Choice Requires="a14">
          <p:sp>
            <p:nvSpPr>
              <p:cNvPr id="9" name="Content Placeholder 4">
                <a:extLst>
                  <a:ext uri="{FF2B5EF4-FFF2-40B4-BE49-F238E27FC236}">
                    <a16:creationId xmlns:a16="http://schemas.microsoft.com/office/drawing/2014/main" id="{F0E5C7E1-D01F-25F6-B2E2-81FAC6CD018B}"/>
                  </a:ext>
                </a:extLst>
              </p:cNvPr>
              <p:cNvSpPr>
                <a:spLocks noGrp="1"/>
              </p:cNvSpPr>
              <p:nvPr>
                <p:ph sz="half" idx="10"/>
              </p:nvPr>
            </p:nvSpPr>
            <p:spPr>
              <a:xfrm>
                <a:off x="417505" y="1821941"/>
                <a:ext cx="11145847" cy="4559194"/>
              </a:xfrm>
            </p:spPr>
            <p:txBody>
              <a:bodyPr>
                <a:normAutofit/>
              </a:bodyPr>
              <a:lstStyle/>
              <a:p>
                <a:r>
                  <a:rPr lang="en-GB" sz="1800" dirty="0"/>
                  <a:t>Clearly, for this example, the Euler method worked. But it is more useful to show that this is general behaviour - that the method will always </a:t>
                </a:r>
                <a:r>
                  <a:rPr lang="en-GB" sz="1800" b="1" dirty="0"/>
                  <a:t>converge to the correct solution</a:t>
                </a:r>
              </a:p>
              <a:p>
                <a:r>
                  <a:rPr lang="en-GB" sz="1800" dirty="0"/>
                  <a:t>We know that technically, we have</a:t>
                </a:r>
              </a:p>
              <a:p>
                <a:endParaRPr lang="en-GB" sz="1800" dirty="0"/>
              </a:p>
              <a:p>
                <a:r>
                  <a:rPr lang="en-GB" sz="1800" dirty="0"/>
                  <a:t>We can prove convergence of the Euler method if we can show that these additional terms don’t build up in an increasingly large manner; i.e. error doesn’t grow unboundedly</a:t>
                </a:r>
              </a:p>
              <a:p>
                <a:r>
                  <a:rPr lang="en-GB" sz="1800" dirty="0"/>
                  <a:t>We can show that, for suitable functions, </a:t>
                </a:r>
                <a14:m>
                  <m:oMath xmlns:m="http://schemas.openxmlformats.org/officeDocument/2006/math">
                    <m:r>
                      <a:rPr lang="en-GB" sz="1800" i="1" dirty="0" smtClean="0">
                        <a:latin typeface="Cambria Math" panose="02040503050406030204" pitchFamily="18" charset="0"/>
                      </a:rPr>
                      <m:t>𝐹</m:t>
                    </m:r>
                    <m:r>
                      <a:rPr lang="en-GB" sz="1800" i="1" dirty="0" smtClean="0">
                        <a:latin typeface="Cambria Math" panose="02040503050406030204" pitchFamily="18" charset="0"/>
                      </a:rPr>
                      <m:t>(</m:t>
                    </m:r>
                    <m:r>
                      <a:rPr lang="en-GB" sz="1800" i="1" dirty="0" smtClean="0">
                        <a:latin typeface="Cambria Math" panose="02040503050406030204" pitchFamily="18" charset="0"/>
                      </a:rPr>
                      <m:t>𝑢</m:t>
                    </m:r>
                    <m:r>
                      <a:rPr lang="en-GB" sz="1800" i="1" dirty="0" smtClean="0">
                        <a:latin typeface="Cambria Math" panose="02040503050406030204" pitchFamily="18" charset="0"/>
                      </a:rPr>
                      <m:t>, </m:t>
                    </m:r>
                    <m:r>
                      <a:rPr lang="en-GB" sz="1800" i="1" dirty="0" smtClean="0">
                        <a:latin typeface="Cambria Math" panose="02040503050406030204" pitchFamily="18" charset="0"/>
                      </a:rPr>
                      <m:t>𝑡</m:t>
                    </m:r>
                    <m:r>
                      <a:rPr lang="en-GB" sz="1800" i="1" dirty="0" smtClean="0">
                        <a:latin typeface="Cambria Math" panose="02040503050406030204" pitchFamily="18" charset="0"/>
                      </a:rPr>
                      <m:t>)</m:t>
                    </m:r>
                  </m:oMath>
                </a14:m>
                <a:r>
                  <a:rPr lang="en-GB" sz="1800" dirty="0"/>
                  <a:t>, the </a:t>
                </a:r>
                <a:r>
                  <a:rPr lang="en-GB" sz="1800" b="1" dirty="0"/>
                  <a:t>total error </a:t>
                </a:r>
                <a:r>
                  <a:rPr lang="en-GB" sz="1800" dirty="0"/>
                  <a:t>has a bound that is proportional to </a:t>
                </a:r>
                <a14:m>
                  <m:oMath xmlns:m="http://schemas.openxmlformats.org/officeDocument/2006/math">
                    <m:r>
                      <a:rPr lang="en-GB" sz="1800" i="1" dirty="0" smtClean="0">
                        <a:latin typeface="Cambria Math" panose="02040503050406030204" pitchFamily="18" charset="0"/>
                      </a:rPr>
                      <m:t>ℎ</m:t>
                    </m:r>
                  </m:oMath>
                </a14:m>
                <a:r>
                  <a:rPr lang="en-GB" sz="1800" dirty="0"/>
                  <a:t>,</a:t>
                </a:r>
              </a:p>
            </p:txBody>
          </p:sp>
        </mc:Choice>
        <mc:Fallback xmlns="">
          <p:sp>
            <p:nvSpPr>
              <p:cNvPr id="9" name="Content Placeholder 4">
                <a:extLst>
                  <a:ext uri="{FF2B5EF4-FFF2-40B4-BE49-F238E27FC236}">
                    <a16:creationId xmlns:a16="http://schemas.microsoft.com/office/drawing/2014/main" id="{F0E5C7E1-D01F-25F6-B2E2-81FAC6CD018B}"/>
                  </a:ext>
                </a:extLst>
              </p:cNvPr>
              <p:cNvSpPr>
                <a:spLocks noGrp="1" noRot="1" noChangeAspect="1" noMove="1" noResize="1" noEditPoints="1" noAdjustHandles="1" noChangeArrowheads="1" noChangeShapeType="1" noTextEdit="1"/>
              </p:cNvSpPr>
              <p:nvPr>
                <p:ph sz="half" idx="10"/>
              </p:nvPr>
            </p:nvSpPr>
            <p:spPr>
              <a:xfrm>
                <a:off x="417505" y="1821941"/>
                <a:ext cx="11145847" cy="4559194"/>
              </a:xfrm>
              <a:blipFill>
                <a:blip r:embed="rId2"/>
                <a:stretch>
                  <a:fillRect l="-3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9E6A36D-78C6-5C53-838E-053978FB75A9}"/>
                  </a:ext>
                </a:extLst>
              </p:cNvPr>
              <p:cNvSpPr txBox="1"/>
              <p:nvPr/>
            </p:nvSpPr>
            <p:spPr>
              <a:xfrm>
                <a:off x="4765322" y="5255945"/>
                <a:ext cx="2039148" cy="77893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GB" i="1" smtClean="0">
                              <a:solidFill>
                                <a:schemeClr val="tx1"/>
                              </a:solidFill>
                              <a:latin typeface="Cambria Math" panose="02040503050406030204" pitchFamily="18" charset="0"/>
                            </a:rPr>
                          </m:ctrlPr>
                        </m:dPr>
                        <m:e>
                          <m:r>
                            <a:rPr lang="en-GB" i="1" smtClean="0">
                              <a:solidFill>
                                <a:schemeClr val="tx1"/>
                              </a:solidFill>
                              <a:latin typeface="Cambria Math" panose="02040503050406030204" pitchFamily="18" charset="0"/>
                            </a:rPr>
                            <m:t>𝐸</m:t>
                          </m:r>
                        </m:e>
                      </m:d>
                      <m:r>
                        <a:rPr lang="en-GB" i="1" smtClean="0">
                          <a:solidFill>
                            <a:schemeClr val="tx1"/>
                          </a:solidFill>
                          <a:latin typeface="Cambria Math" panose="02040503050406030204" pitchFamily="18" charset="0"/>
                        </a:rPr>
                        <m:t>=</m:t>
                      </m:r>
                      <m:nary>
                        <m:naryPr>
                          <m:chr m:val="∑"/>
                          <m:limLoc m:val="undOvr"/>
                          <m:grow m:val="on"/>
                          <m:ctrlPr>
                            <a:rPr lang="en-GB" i="1" smtClean="0">
                              <a:solidFill>
                                <a:schemeClr val="tx1"/>
                              </a:solidFill>
                              <a:latin typeface="Cambria Math" panose="02040503050406030204" pitchFamily="18" charset="0"/>
                            </a:rPr>
                          </m:ctrlPr>
                        </m:naryPr>
                        <m:sub>
                          <m:r>
                            <a:rPr lang="en-GB" i="1" smtClean="0">
                              <a:solidFill>
                                <a:schemeClr val="tx1"/>
                              </a:solidFill>
                              <a:latin typeface="Cambria Math" panose="02040503050406030204" pitchFamily="18" charset="0"/>
                            </a:rPr>
                            <m:t>𝑖</m:t>
                          </m:r>
                          <m:r>
                            <a:rPr lang="en-GB" i="1" smtClean="0">
                              <a:solidFill>
                                <a:schemeClr val="tx1"/>
                              </a:solidFill>
                              <a:latin typeface="Cambria Math" panose="02040503050406030204" pitchFamily="18" charset="0"/>
                            </a:rPr>
                            <m:t>=1</m:t>
                          </m:r>
                        </m:sub>
                        <m:sup>
                          <m:r>
                            <a:rPr lang="en-GB" i="1" smtClean="0">
                              <a:solidFill>
                                <a:schemeClr val="tx1"/>
                              </a:solidFill>
                              <a:latin typeface="Cambria Math" panose="02040503050406030204" pitchFamily="18" charset="0"/>
                            </a:rPr>
                            <m:t>𝑁</m:t>
                          </m:r>
                        </m:sup>
                        <m:e>
                          <m:d>
                            <m:dPr>
                              <m:begChr m:val="|"/>
                              <m:endChr m:val="|"/>
                              <m:ctrlPr>
                                <a:rPr lang="en-GB" i="1" smtClean="0">
                                  <a:solidFill>
                                    <a:schemeClr val="tx1"/>
                                  </a:solidFill>
                                  <a:latin typeface="Cambria Math" panose="02040503050406030204" pitchFamily="18" charset="0"/>
                                </a:rPr>
                              </m:ctrlPr>
                            </m:dPr>
                            <m:e>
                              <m:sSub>
                                <m:sSubPr>
                                  <m:ctrlPr>
                                    <a:rPr lang="en-GB" i="1" smtClean="0">
                                      <a:solidFill>
                                        <a:schemeClr val="tx1"/>
                                      </a:solidFill>
                                      <a:latin typeface="Cambria Math" panose="02040503050406030204" pitchFamily="18" charset="0"/>
                                    </a:rPr>
                                  </m:ctrlPr>
                                </m:sSubPr>
                                <m:e>
                                  <m:r>
                                    <a:rPr lang="en-GB" i="1" smtClean="0">
                                      <a:solidFill>
                                        <a:schemeClr val="tx1"/>
                                      </a:solidFill>
                                      <a:latin typeface="Cambria Math" panose="02040503050406030204" pitchFamily="18" charset="0"/>
                                    </a:rPr>
                                    <m:t>𝐸</m:t>
                                  </m:r>
                                </m:e>
                                <m:sub>
                                  <m:r>
                                    <a:rPr lang="en-GB" i="1" smtClean="0">
                                      <a:solidFill>
                                        <a:schemeClr val="tx1"/>
                                      </a:solidFill>
                                      <a:latin typeface="Cambria Math" panose="02040503050406030204" pitchFamily="18" charset="0"/>
                                    </a:rPr>
                                    <m:t>𝑖</m:t>
                                  </m:r>
                                </m:sub>
                              </m:sSub>
                            </m:e>
                          </m:d>
                        </m:e>
                      </m:nary>
                      <m:r>
                        <a:rPr lang="en-GB" i="1" smtClean="0">
                          <a:solidFill>
                            <a:schemeClr val="tx1"/>
                          </a:solidFill>
                          <a:latin typeface="Cambria Math" panose="02040503050406030204" pitchFamily="18" charset="0"/>
                        </a:rPr>
                        <m:t>≤</m:t>
                      </m:r>
                      <m:r>
                        <a:rPr lang="en-GB" b="0" i="1" smtClean="0">
                          <a:solidFill>
                            <a:schemeClr val="tx1"/>
                          </a:solidFill>
                          <a:latin typeface="Cambria Math" panose="02040503050406030204" pitchFamily="18" charset="0"/>
                        </a:rPr>
                        <m:t>𝑁</m:t>
                      </m:r>
                      <m:r>
                        <a:rPr lang="en-GB" i="1" smtClean="0">
                          <a:solidFill>
                            <a:schemeClr val="tx1"/>
                          </a:solidFill>
                          <a:latin typeface="Cambria Math" panose="02040503050406030204" pitchFamily="18" charset="0"/>
                        </a:rPr>
                        <m:t>𝑏ℎ</m:t>
                      </m:r>
                    </m:oMath>
                  </m:oMathPara>
                </a14:m>
                <a:endParaRPr lang="en-GB" dirty="0">
                  <a:solidFill>
                    <a:schemeClr val="tx1"/>
                  </a:solidFill>
                </a:endParaRPr>
              </a:p>
            </p:txBody>
          </p:sp>
        </mc:Choice>
        <mc:Fallback xmlns="">
          <p:sp>
            <p:nvSpPr>
              <p:cNvPr id="10" name="TextBox 9">
                <a:extLst>
                  <a:ext uri="{FF2B5EF4-FFF2-40B4-BE49-F238E27FC236}">
                    <a16:creationId xmlns:a16="http://schemas.microsoft.com/office/drawing/2014/main" id="{F9E6A36D-78C6-5C53-838E-053978FB75A9}"/>
                  </a:ext>
                </a:extLst>
              </p:cNvPr>
              <p:cNvSpPr txBox="1">
                <a:spLocks noRot="1" noChangeAspect="1" noMove="1" noResize="1" noEditPoints="1" noAdjustHandles="1" noChangeArrowheads="1" noChangeShapeType="1" noTextEdit="1"/>
              </p:cNvSpPr>
              <p:nvPr/>
            </p:nvSpPr>
            <p:spPr>
              <a:xfrm>
                <a:off x="4765322" y="5255945"/>
                <a:ext cx="2039148" cy="77893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78DEF7C-7B98-C559-407D-52A739723A8C}"/>
                  </a:ext>
                </a:extLst>
              </p:cNvPr>
              <p:cNvSpPr txBox="1"/>
              <p:nvPr/>
            </p:nvSpPr>
            <p:spPr>
              <a:xfrm>
                <a:off x="4624551" y="3231682"/>
                <a:ext cx="3275961" cy="276999"/>
              </a:xfrm>
              <a:prstGeom prst="rect">
                <a:avLst/>
              </a:prstGeom>
              <a:noFill/>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r>
                            <a:rPr lang="en-GB" i="1" smtClean="0">
                              <a:latin typeface="Cambria Math" panose="02040503050406030204" pitchFamily="18" charset="0"/>
                            </a:rPr>
                            <m:t>+1</m:t>
                          </m:r>
                        </m:sub>
                      </m:sSub>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sub>
                          </m:sSub>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e>
                      </m:d>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𝒪</m:t>
                      </m:r>
                      <m:d>
                        <m:dPr>
                          <m:ctrlPr>
                            <a:rPr lang="en-GB" b="0" i="0" smtClean="0">
                              <a:latin typeface="Cambria Math" panose="02040503050406030204" pitchFamily="18" charset="0"/>
                              <a:ea typeface="Cambria Math" panose="02040503050406030204" pitchFamily="18" charset="0"/>
                            </a:rPr>
                          </m:ctrlPr>
                        </m:dPr>
                        <m:e>
                          <m:r>
                            <m:rPr>
                              <m:sty m:val="p"/>
                            </m:rPr>
                            <a:rPr lang="en-GB" b="0" i="0" smtClean="0">
                              <a:latin typeface="Cambria Math" panose="02040503050406030204" pitchFamily="18" charset="0"/>
                              <a:ea typeface="Cambria Math" panose="02040503050406030204" pitchFamily="18" charset="0"/>
                            </a:rPr>
                            <m:t>Δ</m:t>
                          </m:r>
                          <m:r>
                            <a:rPr lang="en-GB" b="0" i="1" smtClean="0">
                              <a:latin typeface="Cambria Math" panose="02040503050406030204" pitchFamily="18" charset="0"/>
                              <a:ea typeface="Cambria Math" panose="02040503050406030204" pitchFamily="18" charset="0"/>
                            </a:rPr>
                            <m:t>ℎ</m:t>
                          </m:r>
                        </m:e>
                      </m:d>
                    </m:oMath>
                  </m:oMathPara>
                </a14:m>
                <a:endParaRPr lang="en-GB" dirty="0"/>
              </a:p>
            </p:txBody>
          </p:sp>
        </mc:Choice>
        <mc:Fallback xmlns="">
          <p:sp>
            <p:nvSpPr>
              <p:cNvPr id="11" name="TextBox 10">
                <a:extLst>
                  <a:ext uri="{FF2B5EF4-FFF2-40B4-BE49-F238E27FC236}">
                    <a16:creationId xmlns:a16="http://schemas.microsoft.com/office/drawing/2014/main" id="{578DEF7C-7B98-C559-407D-52A739723A8C}"/>
                  </a:ext>
                </a:extLst>
              </p:cNvPr>
              <p:cNvSpPr txBox="1">
                <a:spLocks noRot="1" noChangeAspect="1" noMove="1" noResize="1" noEditPoints="1" noAdjustHandles="1" noChangeArrowheads="1" noChangeShapeType="1" noTextEdit="1"/>
              </p:cNvSpPr>
              <p:nvPr/>
            </p:nvSpPr>
            <p:spPr>
              <a:xfrm>
                <a:off x="4624551" y="3231682"/>
                <a:ext cx="3275961" cy="276999"/>
              </a:xfrm>
              <a:prstGeom prst="rect">
                <a:avLst/>
              </a:prstGeom>
              <a:blipFill>
                <a:blip r:embed="rId4"/>
                <a:stretch>
                  <a:fillRect l="-1117" b="-13043"/>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0" grpId="0"/>
      <p:bldP spid="1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15FA6-26E3-B6D1-3F16-C86A5BE0F7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41ADF6-1782-3631-1A27-C716BAE07134}"/>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Euler method convergence</a:t>
            </a:r>
          </a:p>
        </p:txBody>
      </p:sp>
    </p:spTree>
    <p:extLst>
      <p:ext uri="{BB962C8B-B14F-4D97-AF65-F5344CB8AC3E}">
        <p14:creationId xmlns:p14="http://schemas.microsoft.com/office/powerpoint/2010/main" val="491245653"/>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A0583-8BF1-6AFB-77ED-1006E52D73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2DB966A-5FD2-0A38-FE6E-C8F9C4C47B1B}"/>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Euler method convergence</a:t>
            </a:r>
          </a:p>
        </p:txBody>
      </p:sp>
    </p:spTree>
    <p:extLst>
      <p:ext uri="{BB962C8B-B14F-4D97-AF65-F5344CB8AC3E}">
        <p14:creationId xmlns:p14="http://schemas.microsoft.com/office/powerpoint/2010/main" val="1708297277"/>
      </p:ext>
    </p:ext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21F92-AF70-F637-53F6-DAF0D5A8EA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B2103C-1DF8-6B63-C642-6EE55BB740C0}"/>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Euler method convergence</a:t>
            </a:r>
          </a:p>
        </p:txBody>
      </p:sp>
    </p:spTree>
    <p:extLst>
      <p:ext uri="{BB962C8B-B14F-4D97-AF65-F5344CB8AC3E}">
        <p14:creationId xmlns:p14="http://schemas.microsoft.com/office/powerpoint/2010/main" val="1996950383"/>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Lipschitz continuity</a:t>
            </a:r>
          </a:p>
        </p:txBody>
      </p:sp>
      <mc:AlternateContent xmlns:mc="http://schemas.openxmlformats.org/markup-compatibility/2006">
        <mc:Choice xmlns:a14="http://schemas.microsoft.com/office/drawing/2010/main" Requires="a14">
          <p:sp>
            <p:nvSpPr>
              <p:cNvPr id="4" name="Content Placeholder 3"/>
              <p:cNvSpPr>
                <a:spLocks noGrp="1"/>
              </p:cNvSpPr>
              <p:nvPr>
                <p:ph sz="half" idx="11"/>
              </p:nvPr>
            </p:nvSpPr>
            <p:spPr>
              <a:xfrm>
                <a:off x="417503" y="1914861"/>
                <a:ext cx="11292196" cy="3946678"/>
              </a:xfrm>
            </p:spPr>
            <p:txBody>
              <a:bodyPr wrap="square">
                <a:normAutofit/>
              </a:bodyPr>
              <a:lstStyle/>
              <a:p>
                <a:r>
                  <a:rPr sz="1600" dirty="0"/>
                  <a:t>When we say that </a:t>
                </a:r>
                <a14:m>
                  <m:oMath xmlns:m="http://schemas.openxmlformats.org/officeDocument/2006/math">
                    <m:r>
                      <a:rPr lang="en-GB" sz="1600" i="1" dirty="0" smtClean="0">
                        <a:latin typeface="Cambria Math" panose="02040503050406030204" pitchFamily="18" charset="0"/>
                      </a:rPr>
                      <m:t>𝐹</m:t>
                    </m:r>
                    <m:r>
                      <a:rPr lang="en-GB" sz="1600" i="1" dirty="0" smtClean="0">
                        <a:latin typeface="Cambria Math" panose="02040503050406030204" pitchFamily="18" charset="0"/>
                      </a:rPr>
                      <m:t>(</m:t>
                    </m:r>
                    <m:r>
                      <a:rPr lang="en-GB" sz="1600" i="1" dirty="0" err="1">
                        <a:latin typeface="Cambria Math" panose="02040503050406030204" pitchFamily="18" charset="0"/>
                      </a:rPr>
                      <m:t>𝑢</m:t>
                    </m:r>
                    <m:r>
                      <a:rPr lang="en-GB" sz="1600" i="1" dirty="0" err="1">
                        <a:latin typeface="Cambria Math" panose="02040503050406030204" pitchFamily="18" charset="0"/>
                      </a:rPr>
                      <m:t>,</m:t>
                    </m:r>
                    <m:r>
                      <a:rPr lang="en-GB" sz="1600" i="1" dirty="0" err="1">
                        <a:latin typeface="Cambria Math" panose="02040503050406030204" pitchFamily="18" charset="0"/>
                      </a:rPr>
                      <m:t>𝑡</m:t>
                    </m:r>
                    <m:r>
                      <a:rPr lang="en-GB" sz="1600" i="1" dirty="0">
                        <a:latin typeface="Cambria Math" panose="02040503050406030204" pitchFamily="18" charset="0"/>
                      </a:rPr>
                      <m:t>)</m:t>
                    </m:r>
                  </m:oMath>
                </a14:m>
                <a:r>
                  <a:rPr sz="1600" dirty="0"/>
                  <a:t> must be a suitable function, we mean that it is </a:t>
                </a:r>
                <a:r>
                  <a:rPr sz="1600" b="1" dirty="0"/>
                  <a:t>Lipschitz </a:t>
                </a:r>
                <a:r>
                  <a:rPr sz="1600" b="1" dirty="0" err="1"/>
                  <a:t>continuou</a:t>
                </a:r>
                <a:r>
                  <a:rPr lang="en-GB" sz="1600" b="1" dirty="0"/>
                  <a:t>s</a:t>
                </a:r>
                <a:r>
                  <a:rPr sz="1600" b="1" dirty="0"/>
                  <a:t> </a:t>
                </a:r>
              </a:p>
              <a:p>
                <a:r>
                  <a:rPr sz="1600" dirty="0"/>
                  <a:t>For a Lipschitz continuous function, f(x), a constant, K, exists such that </a:t>
                </a:r>
                <a:endParaRPr lang="en-GB" sz="1600" dirty="0"/>
              </a:p>
              <a:p>
                <a:endParaRPr sz="1600" dirty="0"/>
              </a:p>
              <a:p>
                <a:r>
                  <a:rPr sz="1600" dirty="0"/>
                  <a:t>Roughly speaking, the derivative of </a:t>
                </a:r>
                <a14:m>
                  <m:oMath xmlns:m="http://schemas.openxmlformats.org/officeDocument/2006/math">
                    <m:r>
                      <a:rPr lang="en-GB" sz="1600" i="1" dirty="0" smtClean="0">
                        <a:latin typeface="Cambria Math" panose="02040503050406030204" pitchFamily="18" charset="0"/>
                      </a:rPr>
                      <m:t>𝑓</m:t>
                    </m:r>
                  </m:oMath>
                </a14:m>
                <a:r>
                  <a:rPr sz="1600" dirty="0"/>
                  <a:t> must be bounded – this is quite a reasonable expectation in physical systems </a:t>
                </a:r>
              </a:p>
              <a:p>
                <a:r>
                  <a:rPr sz="1600" dirty="0"/>
                  <a:t>If this is the case, we can show that </a:t>
                </a:r>
                <a:endParaRPr lang="en-GB" sz="1600" dirty="0"/>
              </a:p>
              <a:p>
                <a:endParaRPr sz="1600" dirty="0"/>
              </a:p>
              <a:p>
                <a:r>
                  <a:rPr sz="1600" dirty="0"/>
                  <a:t>And from this definition, we can show</a:t>
                </a:r>
              </a:p>
            </p:txBody>
          </p:sp>
        </mc:Choice>
        <mc:Fallback>
          <p:sp>
            <p:nvSpPr>
              <p:cNvPr id="4" name="Content Placeholder 3"/>
              <p:cNvSpPr>
                <a:spLocks noGrp="1" noRot="1" noChangeAspect="1" noMove="1" noResize="1" noEditPoints="1" noAdjustHandles="1" noChangeArrowheads="1" noChangeShapeType="1" noTextEdit="1"/>
              </p:cNvSpPr>
              <p:nvPr>
                <p:ph sz="half" idx="11"/>
              </p:nvPr>
            </p:nvSpPr>
            <p:spPr>
              <a:xfrm>
                <a:off x="417503" y="1914861"/>
                <a:ext cx="11292196" cy="3946678"/>
              </a:xfrm>
              <a:blipFill>
                <a:blip r:embed="rId3"/>
                <a:stretch>
                  <a:fillRect l="-216"/>
                </a:stretch>
              </a:blipFill>
            </p:spPr>
            <p:txBody>
              <a:bodyPr/>
              <a:lstStyle/>
              <a:p>
                <a:r>
                  <a:rPr lang="en-GB">
                    <a:noFill/>
                  </a:rPr>
                  <a:t> </a:t>
                </a:r>
              </a:p>
            </p:txBody>
          </p:sp>
        </mc:Fallback>
      </mc:AlternateContent>
      <p:pic>
        <p:nvPicPr>
          <p:cNvPr id="6" name="Picture 5" descr="03591009c977b97d.png"/>
          <p:cNvPicPr>
            <a:picLocks noChangeAspect="1"/>
          </p:cNvPicPr>
          <p:nvPr/>
        </p:nvPicPr>
        <p:blipFill>
          <a:blip r:embed="rId4"/>
          <a:stretch>
            <a:fillRect/>
          </a:stretch>
        </p:blipFill>
        <p:spPr>
          <a:xfrm>
            <a:off x="3908163" y="2930570"/>
            <a:ext cx="4375673" cy="403028"/>
          </a:xfrm>
          <a:prstGeom prst="rect">
            <a:avLst/>
          </a:prstGeom>
        </p:spPr>
      </p:pic>
      <p:pic>
        <p:nvPicPr>
          <p:cNvPr id="7" name="Picture 6" descr="9966e8683d26d090.png"/>
          <p:cNvPicPr>
            <a:picLocks noChangeAspect="1"/>
          </p:cNvPicPr>
          <p:nvPr/>
        </p:nvPicPr>
        <p:blipFill>
          <a:blip r:embed="rId5"/>
          <a:stretch>
            <a:fillRect/>
          </a:stretch>
        </p:blipFill>
        <p:spPr>
          <a:xfrm>
            <a:off x="3073997" y="4349307"/>
            <a:ext cx="6808689" cy="403028"/>
          </a:xfrm>
          <a:prstGeom prst="rect">
            <a:avLst/>
          </a:prstGeom>
        </p:spPr>
      </p:pic>
      <p:pic>
        <p:nvPicPr>
          <p:cNvPr id="8" name="Picture 7" descr="8af3e7ebb2e69700.png"/>
          <p:cNvPicPr>
            <a:picLocks noChangeAspect="1"/>
          </p:cNvPicPr>
          <p:nvPr/>
        </p:nvPicPr>
        <p:blipFill>
          <a:blip r:embed="rId6"/>
          <a:stretch>
            <a:fillRect/>
          </a:stretch>
        </p:blipFill>
        <p:spPr>
          <a:xfrm>
            <a:off x="4970032" y="5297086"/>
            <a:ext cx="2649071" cy="408467"/>
          </a:xfrm>
          <a:prstGeom prst="rect">
            <a:avLst/>
          </a:prstGeom>
        </p:spPr>
      </p:pic>
    </p:spTree>
    <p:extLst>
      <p:ext uri="{BB962C8B-B14F-4D97-AF65-F5344CB8AC3E}">
        <p14:creationId xmlns:p14="http://schemas.microsoft.com/office/powerpoint/2010/main" val="2153303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F6A6E-5F71-4540-0FC4-4BF37F4F15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DA4E01-B26A-673A-87AE-689A28167115}"/>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Euler method convergence</a:t>
            </a:r>
          </a:p>
        </p:txBody>
      </p:sp>
    </p:spTree>
    <p:extLst>
      <p:ext uri="{BB962C8B-B14F-4D97-AF65-F5344CB8AC3E}">
        <p14:creationId xmlns:p14="http://schemas.microsoft.com/office/powerpoint/2010/main" val="4137644306"/>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76F10-7BBD-776F-B90D-CCFA832BC34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C40936-A9E3-FB42-FF02-9833CB52317A}"/>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Euler method convergence</a:t>
            </a:r>
          </a:p>
        </p:txBody>
      </p:sp>
    </p:spTree>
    <p:extLst>
      <p:ext uri="{BB962C8B-B14F-4D97-AF65-F5344CB8AC3E}">
        <p14:creationId xmlns:p14="http://schemas.microsoft.com/office/powerpoint/2010/main" val="3651769366"/>
      </p:ext>
    </p:ext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E9C5A-7AF8-2F73-88A3-ABB9A4E84F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30B9CB-3BB8-2DA5-248F-0FE9A6952933}"/>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Euler method convergence</a:t>
            </a:r>
          </a:p>
        </p:txBody>
      </p:sp>
    </p:spTree>
    <p:extLst>
      <p:ext uri="{BB962C8B-B14F-4D97-AF65-F5344CB8AC3E}">
        <p14:creationId xmlns:p14="http://schemas.microsoft.com/office/powerpoint/2010/main" val="2902480359"/>
      </p:ext>
    </p:ext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F4D3D-C200-AA75-0785-2A30F1BA3A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AF4BA0-FED1-C53E-47EE-ACC720A5EAEB}"/>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Euler method convergence</a:t>
            </a:r>
          </a:p>
        </p:txBody>
      </p:sp>
    </p:spTree>
    <p:extLst>
      <p:ext uri="{BB962C8B-B14F-4D97-AF65-F5344CB8AC3E}">
        <p14:creationId xmlns:p14="http://schemas.microsoft.com/office/powerpoint/2010/main" val="1485634686"/>
      </p:ext>
    </p:ext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Midpoint method</a:t>
            </a:r>
          </a:p>
        </p:txBody>
      </p:sp>
      <p:sp>
        <p:nvSpPr>
          <p:cNvPr id="4" name="Content Placeholder 3"/>
          <p:cNvSpPr>
            <a:spLocks noGrp="1"/>
          </p:cNvSpPr>
          <p:nvPr>
            <p:ph sz="half" idx="11"/>
          </p:nvPr>
        </p:nvSpPr>
        <p:spPr>
          <a:xfrm>
            <a:off x="417502" y="1775012"/>
            <a:ext cx="11077043" cy="4086527"/>
          </a:xfrm>
        </p:spPr>
        <p:txBody>
          <a:bodyPr wrap="square">
            <a:normAutofit/>
          </a:bodyPr>
          <a:lstStyle/>
          <a:p>
            <a:r>
              <a:rPr sz="1600" dirty="0"/>
              <a:t>By starting with a second-order accurate derivative approximation, the </a:t>
            </a:r>
            <a:r>
              <a:rPr sz="1600" b="1" dirty="0"/>
              <a:t>midpoint method </a:t>
            </a:r>
            <a:r>
              <a:rPr sz="1600" dirty="0"/>
              <a:t>is reached </a:t>
            </a:r>
            <a:endParaRPr lang="en-GB" sz="1600" dirty="0"/>
          </a:p>
          <a:p>
            <a:endParaRPr lang="en-GB" sz="1600" dirty="0"/>
          </a:p>
        </p:txBody>
      </p:sp>
      <p:pic>
        <p:nvPicPr>
          <p:cNvPr id="6" name="Picture 5" descr="a38c5423409c4047.png"/>
          <p:cNvPicPr>
            <a:picLocks noChangeAspect="1"/>
          </p:cNvPicPr>
          <p:nvPr/>
        </p:nvPicPr>
        <p:blipFill>
          <a:blip r:embed="rId2"/>
          <a:stretch>
            <a:fillRect/>
          </a:stretch>
        </p:blipFill>
        <p:spPr>
          <a:xfrm>
            <a:off x="3535680" y="2321157"/>
            <a:ext cx="5120640" cy="4046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E7F46-FFFF-8AC8-FED8-943746AC5D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139940-0F3E-8702-AAD0-C5E4F54266DE}"/>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Midpoint method</a:t>
            </a:r>
          </a:p>
        </p:txBody>
      </p:sp>
    </p:spTree>
    <p:extLst>
      <p:ext uri="{BB962C8B-B14F-4D97-AF65-F5344CB8AC3E}">
        <p14:creationId xmlns:p14="http://schemas.microsoft.com/office/powerpoint/2010/main" val="1112427253"/>
      </p:ext>
    </p:extLst>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9C60D-D143-0D22-1360-197CF56DD2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F58FFDC-8DFB-60E7-DA7E-C7517130F3A9}"/>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Midpoint method</a:t>
            </a:r>
          </a:p>
        </p:txBody>
      </p:sp>
    </p:spTree>
    <p:extLst>
      <p:ext uri="{BB962C8B-B14F-4D97-AF65-F5344CB8AC3E}">
        <p14:creationId xmlns:p14="http://schemas.microsoft.com/office/powerpoint/2010/main" val="375732380"/>
      </p:ext>
    </p:extLst>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8E175-7220-3FC3-AE42-0858975EDB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CB776-1869-A776-49A6-254C97ABF633}"/>
              </a:ext>
            </a:extLst>
          </p:cNvPr>
          <p:cNvSpPr>
            <a:spLocks noGrp="1"/>
          </p:cNvSpPr>
          <p:nvPr>
            <p:ph type="title"/>
          </p:nvPr>
        </p:nvSpPr>
        <p:spPr/>
        <p:txBody>
          <a:bodyPr/>
          <a:lstStyle/>
          <a:p>
            <a:r>
              <a:t>Midpoint method</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B6AEDB9-44A0-A591-A735-0DD328CE2DC8}"/>
                  </a:ext>
                </a:extLst>
              </p:cNvPr>
              <p:cNvSpPr>
                <a:spLocks noGrp="1"/>
              </p:cNvSpPr>
              <p:nvPr>
                <p:ph sz="half" idx="11"/>
              </p:nvPr>
            </p:nvSpPr>
            <p:spPr>
              <a:xfrm>
                <a:off x="417502" y="1775012"/>
                <a:ext cx="11077043" cy="4086527"/>
              </a:xfrm>
            </p:spPr>
            <p:txBody>
              <a:bodyPr wrap="square">
                <a:normAutofit/>
              </a:bodyPr>
              <a:lstStyle/>
              <a:p>
                <a:r>
                  <a:rPr sz="1600" dirty="0"/>
                  <a:t>By starting with a second-order accurate derivative approximation, the </a:t>
                </a:r>
                <a:r>
                  <a:rPr sz="1600" b="1" dirty="0"/>
                  <a:t>midpoint method </a:t>
                </a:r>
                <a:r>
                  <a:rPr sz="1600" dirty="0"/>
                  <a:t>is reached </a:t>
                </a:r>
                <a:endParaRPr lang="en-GB" sz="1600" dirty="0"/>
              </a:p>
              <a:p>
                <a:endParaRPr lang="en-GB" sz="1600" dirty="0"/>
              </a:p>
              <a:p>
                <a:r>
                  <a:rPr sz="1600" dirty="0"/>
                  <a:t>This can be thought of as a two-step process </a:t>
                </a:r>
              </a:p>
              <a:p>
                <a:r>
                  <a:rPr sz="1600" dirty="0"/>
                  <a:t>First, we approximate the derivative at </a:t>
                </a:r>
                <a14:m>
                  <m:oMath xmlns:m="http://schemas.openxmlformats.org/officeDocument/2006/math">
                    <m:r>
                      <a:rPr lang="en-GB" sz="1600" i="1" dirty="0" smtClean="0">
                        <a:latin typeface="Cambria Math" panose="02040503050406030204" pitchFamily="18" charset="0"/>
                      </a:rPr>
                      <m:t>𝑡</m:t>
                    </m:r>
                    <m:r>
                      <a:rPr lang="en-GB" sz="1600" i="1" dirty="0" smtClean="0">
                        <a:latin typeface="Cambria Math" panose="02040503050406030204" pitchFamily="18" charset="0"/>
                      </a:rPr>
                      <m:t> + </m:t>
                    </m:r>
                    <m:r>
                      <a:rPr lang="en-GB" sz="1600" i="1" dirty="0" smtClean="0">
                        <a:latin typeface="Cambria Math" panose="02040503050406030204" pitchFamily="18" charset="0"/>
                      </a:rPr>
                      <m:t>ℎ</m:t>
                    </m:r>
                    <m:r>
                      <a:rPr lang="en-GB" sz="1600" i="1" dirty="0" smtClean="0">
                        <a:latin typeface="Cambria Math" panose="02040503050406030204" pitchFamily="18" charset="0"/>
                      </a:rPr>
                      <m:t>/2</m:t>
                    </m:r>
                  </m:oMath>
                </a14:m>
                <a:r>
                  <a:rPr sz="1600" dirty="0"/>
                  <a:t>, </a:t>
                </a:r>
                <a:endParaRPr lang="en-GB" sz="1600" dirty="0"/>
              </a:p>
              <a:p>
                <a:endParaRPr sz="1600" dirty="0"/>
              </a:p>
              <a:p>
                <a:endParaRPr lang="en-GB" sz="1600" dirty="0"/>
              </a:p>
              <a:p>
                <a:r>
                  <a:rPr sz="1600" dirty="0"/>
                  <a:t>Then we use this approximation to advance to </a:t>
                </a:r>
                <a14:m>
                  <m:oMath xmlns:m="http://schemas.openxmlformats.org/officeDocument/2006/math">
                    <m:sSub>
                      <m:sSubPr>
                        <m:ctrlPr>
                          <a:rPr lang="en-GB" sz="1600" i="1" dirty="0" smtClean="0">
                            <a:latin typeface="Cambria Math" panose="02040503050406030204" pitchFamily="18" charset="0"/>
                          </a:rPr>
                        </m:ctrlPr>
                      </m:sSubPr>
                      <m:e>
                        <m:r>
                          <a:rPr lang="en-GB" sz="1600" i="1" dirty="0" smtClean="0">
                            <a:latin typeface="Cambria Math" panose="02040503050406030204" pitchFamily="18" charset="0"/>
                          </a:rPr>
                          <m:t>𝑡</m:t>
                        </m:r>
                      </m:e>
                      <m:sub>
                        <m:r>
                          <a:rPr lang="en-GB" sz="1600" i="1" dirty="0" smtClean="0">
                            <a:latin typeface="Cambria Math" panose="02040503050406030204" pitchFamily="18" charset="0"/>
                          </a:rPr>
                          <m:t>𝑛</m:t>
                        </m:r>
                        <m:r>
                          <a:rPr lang="en-GB" sz="1600" i="1" dirty="0" smtClean="0">
                            <a:latin typeface="Cambria Math" panose="02040503050406030204" pitchFamily="18" charset="0"/>
                          </a:rPr>
                          <m:t>+1</m:t>
                        </m:r>
                      </m:sub>
                    </m:sSub>
                  </m:oMath>
                </a14:m>
                <a:r>
                  <a:rPr sz="1600" dirty="0"/>
                  <a:t> in the same manner as we did for the Euler method</a:t>
                </a:r>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2" y="1775012"/>
                <a:ext cx="11077043" cy="4086527"/>
              </a:xfrm>
              <a:blipFill>
                <a:blip r:embed="rId2"/>
                <a:stretch>
                  <a:fillRect l="-220"/>
                </a:stretch>
              </a:blipFill>
            </p:spPr>
            <p:txBody>
              <a:bodyPr/>
              <a:lstStyle/>
              <a:p>
                <a:r>
                  <a:rPr lang="en-GB">
                    <a:noFill/>
                  </a:rPr>
                  <a:t> </a:t>
                </a:r>
              </a:p>
            </p:txBody>
          </p:sp>
        </mc:Fallback>
      </mc:AlternateContent>
      <p:pic>
        <p:nvPicPr>
          <p:cNvPr id="6" name="Picture 5" descr="a38c5423409c4047.png">
            <a:extLst>
              <a:ext uri="{FF2B5EF4-FFF2-40B4-BE49-F238E27FC236}">
                <a16:creationId xmlns:a16="http://schemas.microsoft.com/office/drawing/2014/main" id="{18607DF7-4C82-BF9A-C25C-83F92B90AE12}"/>
              </a:ext>
            </a:extLst>
          </p:cNvPr>
          <p:cNvPicPr>
            <a:picLocks noChangeAspect="1"/>
          </p:cNvPicPr>
          <p:nvPr/>
        </p:nvPicPr>
        <p:blipFill>
          <a:blip r:embed="rId3"/>
          <a:stretch>
            <a:fillRect/>
          </a:stretch>
        </p:blipFill>
        <p:spPr>
          <a:xfrm>
            <a:off x="3535680" y="2321157"/>
            <a:ext cx="5120640" cy="40463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93621B9-6E56-8342-3560-AC5AC0652DA3}"/>
                  </a:ext>
                </a:extLst>
              </p:cNvPr>
              <p:cNvSpPr txBox="1"/>
              <p:nvPr/>
            </p:nvSpPr>
            <p:spPr>
              <a:xfrm>
                <a:off x="3186027" y="3818275"/>
                <a:ext cx="6279930" cy="933717"/>
              </a:xfrm>
              <a:prstGeom prst="rect">
                <a:avLst/>
              </a:prstGeom>
              <a:noFill/>
            </p:spPr>
            <p:txBody>
              <a:bodyPr wrap="square">
                <a:spAutoFit/>
              </a:bodyPr>
              <a:lstStyle/>
              <a:p>
                <a:pPr/>
                <a14:m>
                  <m:oMathPara xmlns:m="http://schemas.openxmlformats.org/officeDocument/2006/math">
                    <m:oMath>
                      <m:sSub>
                        <m:sSubPr>
                          <m:ctrlPr>
                            <a:rPr lang="en-GB" i="1">
                              <a:latin typeface="Cambria Math" panose="02040503050406030204" pitchFamily="18" charset="0"/>
                            </a:rPr>
                          </m:ctrlPr>
                        </m:sSubPr>
                        <m:e>
                          <m:d>
                            <m:dPr>
                              <m:begChr m:val=""/>
                              <m:endChr m:val="|"/>
                              <m:ctrlPr>
                                <a:rPr lang="en-GB" i="1">
                                  <a:latin typeface="Cambria Math" panose="02040503050406030204" pitchFamily="18" charset="0"/>
                                </a:rPr>
                              </m:ctrlPr>
                            </m:dPr>
                            <m:e>
                              <m:f>
                                <m:fPr>
                                  <m:ctrlPr>
                                    <a:rPr lang="en-GB">
                                      <a:latin typeface="Cambria Math" panose="02040503050406030204" pitchFamily="18" charset="0"/>
                                    </a:rPr>
                                  </m:ctrlPr>
                                </m:fPr>
                                <m:num>
                                  <m:r>
                                    <m:rPr>
                                      <m:sty m:val="p"/>
                                    </m:rPr>
                                    <a:rPr lang="en-GB">
                                      <a:latin typeface="Cambria Math" panose="02040503050406030204" pitchFamily="18" charset="0"/>
                                    </a:rPr>
                                    <m:t>d</m:t>
                                  </m:r>
                                  <m:r>
                                    <a:rPr lang="en-GB" b="0" i="1" smtClean="0">
                                      <a:latin typeface="Cambria Math" panose="02040503050406030204" pitchFamily="18" charset="0"/>
                                    </a:rPr>
                                    <m:t>𝑢</m:t>
                                  </m:r>
                                </m:num>
                                <m:den>
                                  <m:r>
                                    <m:rPr>
                                      <m:sty m:val="p"/>
                                    </m:rPr>
                                    <a:rPr lang="en-GB">
                                      <a:latin typeface="Cambria Math" panose="02040503050406030204" pitchFamily="18" charset="0"/>
                                    </a:rPr>
                                    <m:t>d</m:t>
                                  </m:r>
                                  <m:r>
                                    <a:rPr lang="en-GB" i="1">
                                      <a:latin typeface="Cambria Math" panose="02040503050406030204" pitchFamily="18" charset="0"/>
                                    </a:rPr>
                                    <m:t>𝑥</m:t>
                                  </m:r>
                                </m:den>
                              </m:f>
                            </m:e>
                          </m:d>
                        </m:e>
                        <m:sub>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𝑛</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ℎ</m:t>
                                  </m:r>
                                </m:num>
                                <m:den>
                                  <m:r>
                                    <a:rPr lang="en-GB" b="0" i="1" smtClean="0">
                                      <a:latin typeface="Cambria Math" panose="02040503050406030204" pitchFamily="18" charset="0"/>
                                    </a:rPr>
                                    <m:t>2</m:t>
                                  </m:r>
                                </m:den>
                              </m:f>
                            </m:sub>
                          </m:sSub>
                        </m:sub>
                      </m:sSub>
                      <m:r>
                        <a:rPr lang="en-GB" b="0" i="1" smtClean="0">
                          <a:latin typeface="Cambria Math" panose="02040503050406030204" pitchFamily="18" charset="0"/>
                        </a:rPr>
                        <m:t>=</m:t>
                      </m:r>
                      <m:r>
                        <a:rPr lang="en-GB"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i="1" smtClean="0">
                                  <a:latin typeface="Cambria Math" panose="02040503050406030204" pitchFamily="18" charset="0"/>
                                </a:rPr>
                                <m:t>𝑛</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ℎ</m:t>
                              </m:r>
                            </m:num>
                            <m:den>
                              <m:r>
                                <a:rPr lang="en-GB" b="0" i="1" smtClean="0">
                                  <a:latin typeface="Cambria Math" panose="02040503050406030204" pitchFamily="18" charset="0"/>
                                </a:rPr>
                                <m:t>2</m:t>
                              </m:r>
                            </m:den>
                          </m:f>
                          <m:r>
                            <a:rPr lang="en-GB" b="0"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𝑢</m:t>
                                  </m:r>
                                </m:e>
                                <m:sub>
                                  <m:r>
                                    <a:rPr lang="en-GB" b="0" i="1" smtClean="0">
                                      <a:latin typeface="Cambria Math" panose="02040503050406030204" pitchFamily="18" charset="0"/>
                                    </a:rPr>
                                    <m:t>𝑛</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𝑛</m:t>
                                  </m:r>
                                </m:sub>
                              </m:sSub>
                            </m:e>
                          </m:d>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ℎ</m:t>
                              </m:r>
                            </m:num>
                            <m:den>
                              <m:r>
                                <a:rPr lang="en-GB" b="0" i="1" smtClean="0">
                                  <a:latin typeface="Cambria Math" panose="02040503050406030204" pitchFamily="18" charset="0"/>
                                </a:rPr>
                                <m:t>2</m:t>
                              </m:r>
                            </m:den>
                          </m:f>
                        </m:e>
                      </m:d>
                    </m:oMath>
                  </m:oMathPara>
                </a14:m>
                <a:endParaRPr lang="en-GB" dirty="0"/>
              </a:p>
            </p:txBody>
          </p:sp>
        </mc:Choice>
        <mc:Fallback xmlns="">
          <p:sp>
            <p:nvSpPr>
              <p:cNvPr id="3" name="TextBox 2">
                <a:extLst>
                  <a:ext uri="{FF2B5EF4-FFF2-40B4-BE49-F238E27FC236}">
                    <a16:creationId xmlns:a16="http://schemas.microsoft.com/office/drawing/2014/main" id="{0E1091AC-7DAF-AA58-1C96-1C80376A2182}"/>
                  </a:ext>
                </a:extLst>
              </p:cNvPr>
              <p:cNvSpPr txBox="1">
                <a:spLocks noRot="1" noChangeAspect="1" noMove="1" noResize="1" noEditPoints="1" noAdjustHandles="1" noChangeArrowheads="1" noChangeShapeType="1" noTextEdit="1"/>
              </p:cNvSpPr>
              <p:nvPr/>
            </p:nvSpPr>
            <p:spPr>
              <a:xfrm>
                <a:off x="3186027" y="3818275"/>
                <a:ext cx="6279930" cy="933717"/>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37329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43EB0-C957-6BFC-A0F1-43B8271381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F0B025-2C86-8C4F-416E-C1A0F3504054}"/>
              </a:ext>
            </a:extLst>
          </p:cNvPr>
          <p:cNvSpPr>
            <a:spLocks noGrp="1"/>
          </p:cNvSpPr>
          <p:nvPr>
            <p:ph type="title"/>
          </p:nvPr>
        </p:nvSpPr>
        <p:spPr/>
        <p:txBody>
          <a:bodyPr>
            <a:normAutofit/>
          </a:bodyPr>
          <a:lstStyle/>
          <a:p>
            <a:r>
              <a:rPr lang="en-GB"/>
              <a:t>Midpoint method</a:t>
            </a:r>
          </a:p>
        </p:txBody>
      </p:sp>
      <p:pic>
        <p:nvPicPr>
          <p:cNvPr id="10" name="Picture 9">
            <a:extLst>
              <a:ext uri="{FF2B5EF4-FFF2-40B4-BE49-F238E27FC236}">
                <a16:creationId xmlns:a16="http://schemas.microsoft.com/office/drawing/2014/main" id="{E72BCD46-6101-D21A-CAEE-064B4C8F0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21421" y="1150780"/>
            <a:ext cx="6925172" cy="5264544"/>
          </a:xfrm>
          <a:prstGeom prst="rect">
            <a:avLst/>
          </a:prstGeom>
        </p:spPr>
      </p:pic>
      <p:sp>
        <p:nvSpPr>
          <p:cNvPr id="2" name="Content Placeholder 4">
            <a:extLst>
              <a:ext uri="{FF2B5EF4-FFF2-40B4-BE49-F238E27FC236}">
                <a16:creationId xmlns:a16="http://schemas.microsoft.com/office/drawing/2014/main" id="{D4359CE2-3D6A-A15B-E155-D311A61B1F15}"/>
              </a:ext>
            </a:extLst>
          </p:cNvPr>
          <p:cNvSpPr txBox="1">
            <a:spLocks/>
          </p:cNvSpPr>
          <p:nvPr/>
        </p:nvSpPr>
        <p:spPr>
          <a:xfrm>
            <a:off x="192025" y="1838632"/>
            <a:ext cx="3328416" cy="4415863"/>
          </a:xfrm>
          <a:prstGeom prst="rect">
            <a:avLst/>
          </a:prstGeom>
        </p:spPr>
        <p:txBody>
          <a:bodyPr>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dirty="0"/>
              <a:t>We use the same example with a known solution</a:t>
            </a:r>
          </a:p>
        </p:txBody>
      </p:sp>
    </p:spTree>
    <p:extLst>
      <p:ext uri="{BB962C8B-B14F-4D97-AF65-F5344CB8AC3E}">
        <p14:creationId xmlns:p14="http://schemas.microsoft.com/office/powerpoint/2010/main" val="805453848"/>
      </p:ext>
    </p:extLst>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680ED-17BD-9CF3-3454-597E9CE104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10F8949-843D-C0E8-6DC2-089819D71BB3}"/>
              </a:ext>
            </a:extLst>
          </p:cNvPr>
          <p:cNvSpPr>
            <a:spLocks noGrp="1"/>
          </p:cNvSpPr>
          <p:nvPr>
            <p:ph type="title"/>
          </p:nvPr>
        </p:nvSpPr>
        <p:spPr/>
        <p:txBody>
          <a:bodyPr>
            <a:normAutofit/>
          </a:bodyPr>
          <a:lstStyle/>
          <a:p>
            <a:r>
              <a:rPr lang="en-GB"/>
              <a:t>Midpoint method</a:t>
            </a:r>
          </a:p>
        </p:txBody>
      </p:sp>
      <p:pic>
        <p:nvPicPr>
          <p:cNvPr id="10" name="Picture 9">
            <a:extLst>
              <a:ext uri="{FF2B5EF4-FFF2-40B4-BE49-F238E27FC236}">
                <a16:creationId xmlns:a16="http://schemas.microsoft.com/office/drawing/2014/main" id="{1728AC9B-94A2-9D47-F283-FEBDC3DEC8E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380358" y="1150780"/>
            <a:ext cx="6607298" cy="5264544"/>
          </a:xfrm>
          <a:prstGeom prst="rect">
            <a:avLst/>
          </a:prstGeom>
        </p:spPr>
      </p:pic>
      <mc:AlternateContent xmlns:mc="http://schemas.openxmlformats.org/markup-compatibility/2006" xmlns:a14="http://schemas.microsoft.com/office/drawing/2010/main">
        <mc:Choice Requires="a14">
          <p:sp>
            <p:nvSpPr>
              <p:cNvPr id="2" name="Content Placeholder 4">
                <a:extLst>
                  <a:ext uri="{FF2B5EF4-FFF2-40B4-BE49-F238E27FC236}">
                    <a16:creationId xmlns:a16="http://schemas.microsoft.com/office/drawing/2014/main" id="{7B3C69E7-0876-CDED-5297-DDDA99B5690F}"/>
                  </a:ext>
                </a:extLst>
              </p:cNvPr>
              <p:cNvSpPr txBox="1">
                <a:spLocks/>
              </p:cNvSpPr>
              <p:nvPr/>
            </p:nvSpPr>
            <p:spPr>
              <a:xfrm>
                <a:off x="192025" y="1838632"/>
                <a:ext cx="3328416" cy="4415863"/>
              </a:xfrm>
              <a:prstGeom prst="rect">
                <a:avLst/>
              </a:prstGeom>
            </p:spPr>
            <p:txBody>
              <a:bodyPr>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dirty="0"/>
                  <a:t>We use the same example with a known solution</a:t>
                </a:r>
              </a:p>
              <a:p>
                <a:r>
                  <a:rPr lang="en-GB" sz="1600" dirty="0"/>
                  <a:t>Even with </a:t>
                </a:r>
                <a14:m>
                  <m:oMath xmlns:m="http://schemas.openxmlformats.org/officeDocument/2006/math">
                    <m:r>
                      <a:rPr lang="en-GB" sz="1600" b="0" i="1" smtClean="0">
                        <a:latin typeface="Cambria Math" panose="02040503050406030204" pitchFamily="18" charset="0"/>
                      </a:rPr>
                      <m:t>ℎ</m:t>
                    </m:r>
                    <m:r>
                      <a:rPr lang="en-GB" sz="1600" b="0" i="1" smtClean="0">
                        <a:latin typeface="Cambria Math" panose="02040503050406030204" pitchFamily="18" charset="0"/>
                      </a:rPr>
                      <m:t>=0.2</m:t>
                    </m:r>
                  </m:oMath>
                </a14:m>
                <a:r>
                  <a:rPr lang="en-GB" sz="1600" dirty="0"/>
                  <a:t>, we see a very good solution now</a:t>
                </a:r>
              </a:p>
            </p:txBody>
          </p:sp>
        </mc:Choice>
        <mc:Fallback xmlns="">
          <p:sp>
            <p:nvSpPr>
              <p:cNvPr id="2" name="Content Placeholder 4">
                <a:extLst>
                  <a:ext uri="{FF2B5EF4-FFF2-40B4-BE49-F238E27FC236}">
                    <a16:creationId xmlns:a16="http://schemas.microsoft.com/office/drawing/2014/main" id="{7B3C69E7-0876-CDED-5297-DDDA99B5690F}"/>
                  </a:ext>
                </a:extLst>
              </p:cNvPr>
              <p:cNvSpPr txBox="1">
                <a:spLocks noRot="1" noChangeAspect="1" noMove="1" noResize="1" noEditPoints="1" noAdjustHandles="1" noChangeArrowheads="1" noChangeShapeType="1" noTextEdit="1"/>
              </p:cNvSpPr>
              <p:nvPr/>
            </p:nvSpPr>
            <p:spPr>
              <a:xfrm>
                <a:off x="192025" y="1838632"/>
                <a:ext cx="3328416" cy="4415863"/>
              </a:xfrm>
              <a:prstGeom prst="rect">
                <a:avLst/>
              </a:prstGeom>
              <a:blipFill>
                <a:blip r:embed="rId4"/>
                <a:stretch>
                  <a:fillRect l="-733" r="-1832"/>
                </a:stretch>
              </a:blipFill>
            </p:spPr>
            <p:txBody>
              <a:bodyPr/>
              <a:lstStyle/>
              <a:p>
                <a:r>
                  <a:rPr lang="en-US">
                    <a:noFill/>
                  </a:rPr>
                  <a:t> </a:t>
                </a:r>
              </a:p>
            </p:txBody>
          </p:sp>
        </mc:Fallback>
      </mc:AlternateContent>
    </p:spTree>
    <p:extLst>
      <p:ext uri="{BB962C8B-B14F-4D97-AF65-F5344CB8AC3E}">
        <p14:creationId xmlns:p14="http://schemas.microsoft.com/office/powerpoint/2010/main" val="1986389886"/>
      </p:ext>
    </p:extLst>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F2113-E88D-0BAC-C2F3-26617C3495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FD2A35-8D49-B9BF-C91C-E80B8FE2B0F4}"/>
              </a:ext>
            </a:extLst>
          </p:cNvPr>
          <p:cNvSpPr>
            <a:spLocks noGrp="1"/>
          </p:cNvSpPr>
          <p:nvPr>
            <p:ph type="title"/>
          </p:nvPr>
        </p:nvSpPr>
        <p:spPr/>
        <p:txBody>
          <a:bodyPr>
            <a:normAutofit/>
          </a:bodyPr>
          <a:lstStyle/>
          <a:p>
            <a:r>
              <a:rPr lang="en-GB"/>
              <a:t>Midpoint method</a:t>
            </a:r>
          </a:p>
        </p:txBody>
      </p:sp>
      <p:pic>
        <p:nvPicPr>
          <p:cNvPr id="10" name="Picture 9">
            <a:extLst>
              <a:ext uri="{FF2B5EF4-FFF2-40B4-BE49-F238E27FC236}">
                <a16:creationId xmlns:a16="http://schemas.microsoft.com/office/drawing/2014/main" id="{D389D587-D3A2-A3BA-2F16-34264E5473A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48379" y="1150780"/>
            <a:ext cx="6871255" cy="5264544"/>
          </a:xfrm>
          <a:prstGeom prst="rect">
            <a:avLst/>
          </a:prstGeom>
        </p:spPr>
      </p:pic>
      <mc:AlternateContent xmlns:mc="http://schemas.openxmlformats.org/markup-compatibility/2006" xmlns:a14="http://schemas.microsoft.com/office/drawing/2010/main">
        <mc:Choice Requires="a14">
          <p:sp>
            <p:nvSpPr>
              <p:cNvPr id="2" name="Content Placeholder 4">
                <a:extLst>
                  <a:ext uri="{FF2B5EF4-FFF2-40B4-BE49-F238E27FC236}">
                    <a16:creationId xmlns:a16="http://schemas.microsoft.com/office/drawing/2014/main" id="{367FF4FF-3D8F-38FE-A63D-F46E04DA4E46}"/>
                  </a:ext>
                </a:extLst>
              </p:cNvPr>
              <p:cNvSpPr txBox="1">
                <a:spLocks/>
              </p:cNvSpPr>
              <p:nvPr/>
            </p:nvSpPr>
            <p:spPr>
              <a:xfrm>
                <a:off x="192025" y="1838632"/>
                <a:ext cx="3328416" cy="4415863"/>
              </a:xfrm>
              <a:prstGeom prst="rect">
                <a:avLst/>
              </a:prstGeom>
            </p:spPr>
            <p:txBody>
              <a:bodyPr>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dirty="0"/>
                  <a:t>We use the same example with a known solution</a:t>
                </a:r>
              </a:p>
              <a:p>
                <a:r>
                  <a:rPr lang="en-GB" sz="1600" dirty="0"/>
                  <a:t>Even with </a:t>
                </a:r>
                <a14:m>
                  <m:oMath xmlns:m="http://schemas.openxmlformats.org/officeDocument/2006/math">
                    <m:r>
                      <a:rPr lang="en-GB" sz="1600" b="0" i="1" smtClean="0">
                        <a:latin typeface="Cambria Math" panose="02040503050406030204" pitchFamily="18" charset="0"/>
                      </a:rPr>
                      <m:t>ℎ</m:t>
                    </m:r>
                    <m:r>
                      <a:rPr lang="en-GB" sz="1600" b="0" i="1" smtClean="0">
                        <a:latin typeface="Cambria Math" panose="02040503050406030204" pitchFamily="18" charset="0"/>
                      </a:rPr>
                      <m:t>=0.2</m:t>
                    </m:r>
                  </m:oMath>
                </a14:m>
                <a:r>
                  <a:rPr lang="en-GB" sz="1600" dirty="0"/>
                  <a:t>, we see a very good solution now</a:t>
                </a:r>
              </a:p>
              <a:p>
                <a:r>
                  <a:rPr lang="en-GB" sz="1600" dirty="0"/>
                  <a:t>And by </a:t>
                </a:r>
                <a14:m>
                  <m:oMath xmlns:m="http://schemas.openxmlformats.org/officeDocument/2006/math">
                    <m:r>
                      <a:rPr lang="en-GB" sz="1600" b="0" i="1" smtClean="0">
                        <a:latin typeface="Cambria Math" panose="02040503050406030204" pitchFamily="18" charset="0"/>
                      </a:rPr>
                      <m:t>ℎ</m:t>
                    </m:r>
                    <m:r>
                      <a:rPr lang="en-GB" sz="1600" b="0" i="1" smtClean="0">
                        <a:latin typeface="Cambria Math" panose="02040503050406030204" pitchFamily="18" charset="0"/>
                      </a:rPr>
                      <m:t>=0.1</m:t>
                    </m:r>
                  </m:oMath>
                </a14:m>
                <a:r>
                  <a:rPr lang="en-GB" sz="1600" dirty="0"/>
                  <a:t>, things look near-perfect</a:t>
                </a:r>
              </a:p>
            </p:txBody>
          </p:sp>
        </mc:Choice>
        <mc:Fallback xmlns="">
          <p:sp>
            <p:nvSpPr>
              <p:cNvPr id="2" name="Content Placeholder 4">
                <a:extLst>
                  <a:ext uri="{FF2B5EF4-FFF2-40B4-BE49-F238E27FC236}">
                    <a16:creationId xmlns:a16="http://schemas.microsoft.com/office/drawing/2014/main" id="{367FF4FF-3D8F-38FE-A63D-F46E04DA4E46}"/>
                  </a:ext>
                </a:extLst>
              </p:cNvPr>
              <p:cNvSpPr txBox="1">
                <a:spLocks noRot="1" noChangeAspect="1" noMove="1" noResize="1" noEditPoints="1" noAdjustHandles="1" noChangeArrowheads="1" noChangeShapeType="1" noTextEdit="1"/>
              </p:cNvSpPr>
              <p:nvPr/>
            </p:nvSpPr>
            <p:spPr>
              <a:xfrm>
                <a:off x="192025" y="1838632"/>
                <a:ext cx="3328416" cy="4415863"/>
              </a:xfrm>
              <a:prstGeom prst="rect">
                <a:avLst/>
              </a:prstGeom>
              <a:blipFill>
                <a:blip r:embed="rId4"/>
                <a:stretch>
                  <a:fillRect l="-733" r="-1832"/>
                </a:stretch>
              </a:blipFill>
            </p:spPr>
            <p:txBody>
              <a:bodyPr/>
              <a:lstStyle/>
              <a:p>
                <a:r>
                  <a:rPr lang="en-US">
                    <a:noFill/>
                  </a:rPr>
                  <a:t> </a:t>
                </a:r>
              </a:p>
            </p:txBody>
          </p:sp>
        </mc:Fallback>
      </mc:AlternateContent>
    </p:spTree>
    <p:extLst>
      <p:ext uri="{BB962C8B-B14F-4D97-AF65-F5344CB8AC3E}">
        <p14:creationId xmlns:p14="http://schemas.microsoft.com/office/powerpoint/2010/main" val="1140702156"/>
      </p:ext>
    </p:extLst>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DF15B-45B6-AF44-4536-70F5E152FC2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32BD45-4E2A-434F-CE0D-3F5B89328378}"/>
              </a:ext>
            </a:extLst>
          </p:cNvPr>
          <p:cNvSpPr>
            <a:spLocks noGrp="1"/>
          </p:cNvSpPr>
          <p:nvPr>
            <p:ph type="title"/>
          </p:nvPr>
        </p:nvSpPr>
        <p:spPr/>
        <p:txBody>
          <a:bodyPr>
            <a:normAutofit/>
          </a:bodyPr>
          <a:lstStyle/>
          <a:p>
            <a:r>
              <a:rPr lang="en-GB"/>
              <a:t>Butcher tableaux</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4469E8E-3138-079A-4F75-9835876D4325}"/>
                  </a:ext>
                </a:extLst>
              </p:cNvPr>
              <p:cNvSpPr>
                <a:spLocks noGrp="1"/>
              </p:cNvSpPr>
              <p:nvPr>
                <p:ph sz="half" idx="10"/>
              </p:nvPr>
            </p:nvSpPr>
            <p:spPr>
              <a:xfrm>
                <a:off x="417505" y="1804403"/>
                <a:ext cx="11145847" cy="4559194"/>
              </a:xfrm>
            </p:spPr>
            <p:txBody>
              <a:bodyPr>
                <a:normAutofit/>
              </a:bodyPr>
              <a:lstStyle/>
              <a:p>
                <a:endParaRPr lang="en-GB" sz="1800" dirty="0"/>
              </a:p>
              <a:p>
                <a:endParaRPr lang="en-GB" sz="1800" dirty="0"/>
              </a:p>
              <a:p>
                <a:r>
                  <a:rPr lang="en-GB" sz="1800" dirty="0"/>
                  <a:t>The methods considered so far fit into this form</a:t>
                </a:r>
              </a:p>
              <a:p>
                <a:r>
                  <a:rPr lang="en-GB" sz="1800" dirty="0"/>
                  <a:t>For the Euler method, we have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𝑏</m:t>
                        </m:r>
                      </m:e>
                      <m:sub>
                        <m:r>
                          <a:rPr lang="en-GB" sz="1800" i="1" dirty="0" smtClean="0">
                            <a:latin typeface="Cambria Math" panose="02040503050406030204" pitchFamily="18" charset="0"/>
                          </a:rPr>
                          <m:t>1</m:t>
                        </m:r>
                      </m:sub>
                    </m:sSub>
                    <m:r>
                      <a:rPr lang="en-GB" sz="1800" i="1" dirty="0" smtClean="0">
                        <a:latin typeface="Cambria Math" panose="02040503050406030204" pitchFamily="18" charset="0"/>
                      </a:rPr>
                      <m:t>=1</m:t>
                    </m:r>
                  </m:oMath>
                </a14:m>
                <a:endParaRPr lang="en-GB" sz="1800" dirty="0"/>
              </a:p>
              <a:p>
                <a:r>
                  <a:rPr lang="en-GB" sz="1800" dirty="0"/>
                  <a:t>For the midpoint method, we have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𝑏</m:t>
                        </m:r>
                      </m:e>
                      <m:sub>
                        <m:r>
                          <a:rPr lang="en-GB" sz="1800" i="1" dirty="0" smtClean="0">
                            <a:latin typeface="Cambria Math" panose="02040503050406030204" pitchFamily="18" charset="0"/>
                          </a:rPr>
                          <m:t>1</m:t>
                        </m:r>
                      </m:sub>
                    </m:sSub>
                    <m:r>
                      <a:rPr lang="en-GB" sz="1800" i="1" dirty="0" smtClean="0">
                        <a:latin typeface="Cambria Math" panose="02040503050406030204" pitchFamily="18" charset="0"/>
                      </a:rPr>
                      <m:t>=0</m:t>
                    </m:r>
                  </m:oMath>
                </a14:m>
                <a:r>
                  <a:rPr lang="en-GB" sz="1800" dirty="0"/>
                  <a:t>,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𝑏</m:t>
                        </m:r>
                      </m:e>
                      <m:sub>
                        <m:r>
                          <a:rPr lang="en-GB" sz="1800" i="1" dirty="0" smtClean="0">
                            <a:latin typeface="Cambria Math" panose="02040503050406030204" pitchFamily="18" charset="0"/>
                          </a:rPr>
                          <m:t>2</m:t>
                        </m:r>
                      </m:sub>
                    </m:sSub>
                    <m:r>
                      <a:rPr lang="en-GB" sz="1800" i="1" dirty="0" smtClean="0">
                        <a:latin typeface="Cambria Math" panose="02040503050406030204" pitchFamily="18" charset="0"/>
                      </a:rPr>
                      <m:t>=1</m:t>
                    </m:r>
                  </m:oMath>
                </a14:m>
                <a:r>
                  <a:rPr lang="en-GB" sz="1800" dirty="0"/>
                  <a:t>,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𝑎</m:t>
                        </m:r>
                      </m:e>
                      <m:sub>
                        <m:r>
                          <a:rPr lang="en-GB" sz="1800" i="1" dirty="0" smtClean="0">
                            <a:latin typeface="Cambria Math" panose="02040503050406030204" pitchFamily="18" charset="0"/>
                          </a:rPr>
                          <m:t>21</m:t>
                        </m:r>
                      </m:sub>
                    </m:sSub>
                    <m:r>
                      <a:rPr lang="en-GB" sz="1800" i="1" dirty="0" smtClean="0">
                        <a:latin typeface="Cambria Math" panose="02040503050406030204" pitchFamily="18" charset="0"/>
                      </a:rPr>
                      <m:t>=</m:t>
                    </m:r>
                    <m:f>
                      <m:fPr>
                        <m:ctrlPr>
                          <a:rPr lang="en-GB" sz="1800" i="1" dirty="0" smtClean="0">
                            <a:latin typeface="Cambria Math" panose="02040503050406030204" pitchFamily="18" charset="0"/>
                          </a:rPr>
                        </m:ctrlPr>
                      </m:fPr>
                      <m:num>
                        <m:r>
                          <a:rPr lang="en-GB" sz="1800" i="1" dirty="0" smtClean="0">
                            <a:latin typeface="Cambria Math" panose="02040503050406030204" pitchFamily="18" charset="0"/>
                          </a:rPr>
                          <m:t>1</m:t>
                        </m:r>
                      </m:num>
                      <m:den>
                        <m:r>
                          <a:rPr lang="en-GB" sz="1800" b="0" i="1" dirty="0" smtClean="0">
                            <a:latin typeface="Cambria Math" panose="02040503050406030204" pitchFamily="18" charset="0"/>
                          </a:rPr>
                          <m:t>2</m:t>
                        </m:r>
                      </m:den>
                    </m:f>
                  </m:oMath>
                </a14:m>
                <a:r>
                  <a:rPr lang="en-GB" sz="1800" dirty="0"/>
                  <a:t> and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𝑐</m:t>
                        </m:r>
                      </m:e>
                      <m:sub>
                        <m:r>
                          <a:rPr lang="en-GB" sz="1800" i="1" dirty="0" smtClean="0">
                            <a:latin typeface="Cambria Math" panose="02040503050406030204" pitchFamily="18" charset="0"/>
                          </a:rPr>
                          <m:t>2</m:t>
                        </m:r>
                      </m:sub>
                    </m:sSub>
                    <m:r>
                      <a:rPr lang="en-GB" sz="1800" i="1" dirty="0" smtClean="0">
                        <a:latin typeface="Cambria Math" panose="02040503050406030204" pitchFamily="18" charset="0"/>
                      </a:rPr>
                      <m:t>=</m:t>
                    </m:r>
                    <m:f>
                      <m:fPr>
                        <m:ctrlPr>
                          <a:rPr lang="en-GB" sz="1800" i="1" dirty="0" smtClean="0">
                            <a:latin typeface="Cambria Math" panose="02040503050406030204" pitchFamily="18" charset="0"/>
                          </a:rPr>
                        </m:ctrlPr>
                      </m:fPr>
                      <m:num>
                        <m:r>
                          <a:rPr lang="en-GB" sz="1800" i="1" dirty="0" smtClean="0">
                            <a:latin typeface="Cambria Math" panose="02040503050406030204" pitchFamily="18" charset="0"/>
                          </a:rPr>
                          <m:t>1</m:t>
                        </m:r>
                      </m:num>
                      <m:den>
                        <m:r>
                          <a:rPr lang="en-GB" sz="1800" b="0" i="1" dirty="0" smtClean="0">
                            <a:latin typeface="Cambria Math" panose="02040503050406030204" pitchFamily="18" charset="0"/>
                          </a:rPr>
                          <m:t>2</m:t>
                        </m:r>
                      </m:den>
                    </m:f>
                  </m:oMath>
                </a14:m>
                <a:endParaRPr lang="en-GB" sz="1800" dirty="0"/>
              </a:p>
              <a:p>
                <a:r>
                  <a:rPr lang="en-GB" sz="1800" dirty="0"/>
                  <a:t>There are many other Runge-</a:t>
                </a:r>
                <a:r>
                  <a:rPr lang="en-GB" sz="1800" dirty="0" err="1"/>
                  <a:t>Kutta</a:t>
                </a:r>
                <a:r>
                  <a:rPr lang="en-GB" sz="1800" dirty="0"/>
                  <a:t> methods, in order to make things slightly easier to read, these constants can be written in a </a:t>
                </a:r>
                <a:r>
                  <a:rPr lang="en-GB" sz="1800" b="1" dirty="0"/>
                  <a:t>Butcher tableau</a:t>
                </a:r>
              </a:p>
            </p:txBody>
          </p:sp>
        </mc:Choice>
        <mc:Fallback xmlns="">
          <p:sp>
            <p:nvSpPr>
              <p:cNvPr id="5" name="Content Placeholder 4">
                <a:extLst>
                  <a:ext uri="{FF2B5EF4-FFF2-40B4-BE49-F238E27FC236}">
                    <a16:creationId xmlns:a16="http://schemas.microsoft.com/office/drawing/2014/main" id="{B4469E8E-3138-079A-4F75-9835876D4325}"/>
                  </a:ext>
                </a:extLst>
              </p:cNvPr>
              <p:cNvSpPr>
                <a:spLocks noGrp="1" noRot="1" noChangeAspect="1" noMove="1" noResize="1" noEditPoints="1" noAdjustHandles="1" noChangeArrowheads="1" noChangeShapeType="1" noTextEdit="1"/>
              </p:cNvSpPr>
              <p:nvPr>
                <p:ph sz="half" idx="10"/>
              </p:nvPr>
            </p:nvSpPr>
            <p:spPr>
              <a:xfrm>
                <a:off x="417505" y="1804403"/>
                <a:ext cx="11145847" cy="4559194"/>
              </a:xfrm>
              <a:blipFill>
                <a:blip r:embed="rId3"/>
                <a:stretch>
                  <a:fillRect l="-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3C87627-77F4-4A66-13A7-3934B9C1BBA5}"/>
                  </a:ext>
                </a:extLst>
              </p:cNvPr>
              <p:cNvSpPr txBox="1"/>
              <p:nvPr/>
            </p:nvSpPr>
            <p:spPr>
              <a:xfrm>
                <a:off x="2835929" y="1804403"/>
                <a:ext cx="2233688" cy="756233"/>
              </a:xfrm>
              <a:prstGeom prst="rect">
                <a:avLst/>
              </a:prstGeom>
              <a:noFill/>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i="1" smtClean="0">
                              <a:latin typeface="Cambria Math" panose="02040503050406030204" pitchFamily="18" charset="0"/>
                            </a:rPr>
                            <m:t>𝑛</m:t>
                          </m:r>
                          <m:r>
                            <a:rPr lang="en-GB" i="1" smtClean="0">
                              <a:latin typeface="Cambria Math" panose="02040503050406030204" pitchFamily="18" charset="0"/>
                            </a:rPr>
                            <m:t>+1</m:t>
                          </m:r>
                        </m:sub>
                      </m:sSub>
                      <m:r>
                        <a:rPr lang="en-GB"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nary>
                        <m:naryPr>
                          <m:chr m:val="∑"/>
                          <m:limLoc m:val="undOvr"/>
                          <m:grow m:val="on"/>
                          <m:ctrlPr>
                            <a:rPr lang="en-GB" i="1" smtClean="0">
                              <a:latin typeface="Cambria Math" panose="02040503050406030204" pitchFamily="18" charset="0"/>
                            </a:rPr>
                          </m:ctrlPr>
                        </m:naryPr>
                        <m:sub>
                          <m:r>
                            <a:rPr lang="en-GB" i="1" smtClean="0">
                              <a:latin typeface="Cambria Math" panose="02040503050406030204" pitchFamily="18" charset="0"/>
                            </a:rPr>
                            <m:t>𝑖</m:t>
                          </m:r>
                          <m:r>
                            <a:rPr lang="en-GB" i="1" smtClean="0">
                              <a:latin typeface="Cambria Math" panose="02040503050406030204" pitchFamily="18" charset="0"/>
                            </a:rPr>
                            <m:t>=1</m:t>
                          </m:r>
                        </m:sub>
                        <m:sup>
                          <m:r>
                            <a:rPr lang="en-GB" i="1" smtClean="0">
                              <a:latin typeface="Cambria Math" panose="02040503050406030204" pitchFamily="18" charset="0"/>
                            </a:rPr>
                            <m:t>𝑠</m:t>
                          </m:r>
                        </m:sup>
                        <m:e>
                          <m:sSub>
                            <m:sSubPr>
                              <m:ctrlPr>
                                <a:rPr lang="en-GB" i="1" smtClean="0">
                                  <a:latin typeface="Cambria Math" panose="02040503050406030204" pitchFamily="18" charset="0"/>
                                </a:rPr>
                              </m:ctrlPr>
                            </m:sSubPr>
                            <m:e>
                              <m:r>
                                <a:rPr lang="en-GB" i="1" smtClean="0">
                                  <a:latin typeface="Cambria Math" panose="02040503050406030204" pitchFamily="18" charset="0"/>
                                </a:rPr>
                                <m:t>𝑏</m:t>
                              </m:r>
                            </m:e>
                            <m:sub>
                              <m:r>
                                <a:rPr lang="en-GB" i="1" smtClean="0">
                                  <a:latin typeface="Cambria Math" panose="02040503050406030204" pitchFamily="18" charset="0"/>
                                </a:rPr>
                                <m:t>𝑖</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𝑖</m:t>
                              </m:r>
                            </m:sub>
                          </m:sSub>
                        </m:e>
                      </m:nary>
                    </m:oMath>
                  </m:oMathPara>
                </a14:m>
                <a:endParaRPr lang="en-GB" dirty="0"/>
              </a:p>
            </p:txBody>
          </p:sp>
        </mc:Choice>
        <mc:Fallback xmlns="">
          <p:sp>
            <p:nvSpPr>
              <p:cNvPr id="4" name="TextBox 3">
                <a:extLst>
                  <a:ext uri="{FF2B5EF4-FFF2-40B4-BE49-F238E27FC236}">
                    <a16:creationId xmlns:a16="http://schemas.microsoft.com/office/drawing/2014/main" id="{43C87627-77F4-4A66-13A7-3934B9C1BBA5}"/>
                  </a:ext>
                </a:extLst>
              </p:cNvPr>
              <p:cNvSpPr txBox="1">
                <a:spLocks noRot="1" noChangeAspect="1" noMove="1" noResize="1" noEditPoints="1" noAdjustHandles="1" noChangeArrowheads="1" noChangeShapeType="1" noTextEdit="1"/>
              </p:cNvSpPr>
              <p:nvPr/>
            </p:nvSpPr>
            <p:spPr>
              <a:xfrm>
                <a:off x="2835929" y="1804403"/>
                <a:ext cx="2233688" cy="756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136FD8E-B83E-1DF1-B0CA-C57287BA1727}"/>
                  </a:ext>
                </a:extLst>
              </p:cNvPr>
              <p:cNvSpPr txBox="1"/>
              <p:nvPr/>
            </p:nvSpPr>
            <p:spPr>
              <a:xfrm>
                <a:off x="5534324" y="1212589"/>
                <a:ext cx="5819478" cy="1422056"/>
              </a:xfrm>
              <a:prstGeom prst="rect">
                <a:avLst/>
              </a:prstGeom>
              <a:noFill/>
            </p:spPr>
            <p:txBody>
              <a:bodyPr wrap="none" lIns="0" tIns="0" rIns="0" bIns="0" rtlCol="0">
                <a:spAutoFit/>
              </a:bodyPr>
              <a:lstStyle/>
              <a:p>
                <a:pPr/>
                <a14:m>
                  <m:oMathPara xmlns:m="http://schemas.openxmlformats.org/officeDocument/2006/math">
                    <m:oMath>
                      <m:m>
                        <m:mPr>
                          <m:plcHide m:val="on"/>
                          <m:mcs>
                            <m:mc>
                              <m:mcPr>
                                <m:count m:val="1"/>
                                <m:mcJc m:val="center"/>
                              </m:mcPr>
                            </m:mc>
                          </m:mcs>
                          <m:ctrlPr>
                            <a:rPr lang="en-GB" i="1" smtClean="0">
                              <a:solidFill>
                                <a:srgbClr val="836967"/>
                              </a:solidFill>
                              <a:latin typeface="Cambria Math" panose="02040503050406030204" pitchFamily="18" charset="0"/>
                            </a:rPr>
                          </m:ctrlPr>
                        </m:mPr>
                        <m:mr>
                          <m:e>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1</m:t>
                                </m:r>
                              </m:sub>
                            </m:sSub>
                            <m:r>
                              <a:rPr lang="en-GB" i="1" smtClean="0">
                                <a:latin typeface="Cambria Math" panose="02040503050406030204" pitchFamily="18" charset="0"/>
                              </a:rPr>
                              <m:t>=</m:t>
                            </m:r>
                            <m:r>
                              <a:rPr lang="en-GB" i="1" smtClean="0">
                                <a:latin typeface="Cambria Math" panose="02040503050406030204" pitchFamily="18" charset="0"/>
                              </a:rPr>
                              <m:t>𝐹</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smtClean="0">
                                        <a:latin typeface="Cambria Math" panose="02040503050406030204" pitchFamily="18" charset="0"/>
                                      </a:rPr>
                                      <m:t>𝑛</m:t>
                                    </m:r>
                                  </m:sub>
                                </m:sSub>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e>
                            </m:d>
                          </m:e>
                        </m:mr>
                        <m:mr>
                          <m:e>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2</m:t>
                                </m:r>
                              </m:sub>
                            </m:sSub>
                            <m:r>
                              <a:rPr lang="en-GB" i="1" smtClean="0">
                                <a:latin typeface="Cambria Math" panose="02040503050406030204" pitchFamily="18" charset="0"/>
                              </a:rPr>
                              <m:t>=</m:t>
                            </m:r>
                            <m:r>
                              <a:rPr lang="en-GB"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d>
                                  <m:dPr>
                                    <m:ctrlPr>
                                      <a:rPr lang="en-GB" i="1" smtClean="0">
                                        <a:latin typeface="Cambria Math" panose="02040503050406030204" pitchFamily="18" charset="0"/>
                                      </a:rPr>
                                    </m:ctrlPr>
                                  </m:dPr>
                                  <m:e>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21</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1</m:t>
                                        </m:r>
                                      </m:sub>
                                    </m:sSub>
                                  </m:e>
                                </m:d>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sSub>
                                  <m:sSubPr>
                                    <m:ctrlPr>
                                      <a:rPr lang="en-GB" i="1" smtClean="0">
                                        <a:latin typeface="Cambria Math" panose="02040503050406030204" pitchFamily="18" charset="0"/>
                                      </a:rPr>
                                    </m:ctrlPr>
                                  </m:sSubPr>
                                  <m:e>
                                    <m:r>
                                      <a:rPr lang="en-GB" i="1" smtClean="0">
                                        <a:latin typeface="Cambria Math" panose="02040503050406030204" pitchFamily="18" charset="0"/>
                                      </a:rPr>
                                      <m:t>𝑐</m:t>
                                    </m:r>
                                  </m:e>
                                  <m:sub>
                                    <m:r>
                                      <a:rPr lang="en-GB" i="1" smtClean="0">
                                        <a:latin typeface="Cambria Math" panose="02040503050406030204" pitchFamily="18" charset="0"/>
                                      </a:rPr>
                                      <m:t>2</m:t>
                                    </m:r>
                                  </m:sub>
                                </m:sSub>
                              </m:e>
                            </m:d>
                          </m:e>
                        </m:mr>
                        <m:mr>
                          <m:e>
                            <m:eqArr>
                              <m:eqArrPr>
                                <m:ctrlPr>
                                  <a:rPr lang="en-GB" i="1" smtClean="0">
                                    <a:solidFill>
                                      <a:srgbClr val="836967"/>
                                    </a:solidFill>
                                    <a:latin typeface="Cambria Math" panose="02040503050406030204" pitchFamily="18" charset="0"/>
                                  </a:rPr>
                                </m:ctrlPr>
                              </m:eqArrPr>
                              <m:e>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3</m:t>
                                    </m:r>
                                  </m:sub>
                                </m:sSub>
                                <m:r>
                                  <a:rPr lang="en-GB" i="1" smtClean="0">
                                    <a:latin typeface="Cambria Math" panose="02040503050406030204" pitchFamily="18" charset="0"/>
                                  </a:rPr>
                                  <m:t>=</m:t>
                                </m:r>
                                <m:r>
                                  <a:rPr lang="en-GB"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d>
                                      <m:dPr>
                                        <m:ctrlPr>
                                          <a:rPr lang="en-GB" i="1" smtClean="0">
                                            <a:latin typeface="Cambria Math" panose="02040503050406030204" pitchFamily="18" charset="0"/>
                                          </a:rPr>
                                        </m:ctrlPr>
                                      </m:dPr>
                                      <m:e>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31</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1</m:t>
                                            </m:r>
                                          </m:sub>
                                        </m:sSub>
                                        <m:r>
                                          <a:rPr lang="en-GB" i="1" smtClean="0">
                                            <a:latin typeface="Cambria Math" panose="02040503050406030204" pitchFamily="18" charset="0"/>
                                          </a:rPr>
                                          <m:t>+</m:t>
                                        </m:r>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32</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2</m:t>
                                            </m:r>
                                          </m:sub>
                                        </m:sSub>
                                      </m:e>
                                    </m:d>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sSub>
                                      <m:sSubPr>
                                        <m:ctrlPr>
                                          <a:rPr lang="en-GB" i="1" smtClean="0">
                                            <a:latin typeface="Cambria Math" panose="02040503050406030204" pitchFamily="18" charset="0"/>
                                          </a:rPr>
                                        </m:ctrlPr>
                                      </m:sSubPr>
                                      <m:e>
                                        <m:r>
                                          <a:rPr lang="en-GB" i="1" smtClean="0">
                                            <a:latin typeface="Cambria Math" panose="02040503050406030204" pitchFamily="18" charset="0"/>
                                          </a:rPr>
                                          <m:t>𝑐</m:t>
                                        </m:r>
                                      </m:e>
                                      <m:sub>
                                        <m:r>
                                          <a:rPr lang="en-GB" i="1" smtClean="0">
                                            <a:latin typeface="Cambria Math" panose="02040503050406030204" pitchFamily="18" charset="0"/>
                                          </a:rPr>
                                          <m:t>3</m:t>
                                        </m:r>
                                      </m:sub>
                                    </m:sSub>
                                  </m:e>
                                </m:d>
                              </m:e>
                              <m:e>
                                <m:r>
                                  <a:rPr lang="en-GB" b="0" i="1" smtClean="0">
                                    <a:latin typeface="Cambria Math" panose="02040503050406030204" pitchFamily="18" charset="0"/>
                                  </a:rPr>
                                  <m:t>⋮</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𝑠</m:t>
                                    </m:r>
                                  </m:sub>
                                </m:sSub>
                                <m:r>
                                  <a:rPr lang="en-GB" b="0" i="1" smtClean="0">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m:t>
                                        </m:r>
                                      </m:sub>
                                    </m:sSub>
                                    <m:r>
                                      <a:rPr lang="en-GB" b="0" i="1" smtClean="0">
                                        <a:latin typeface="Cambria Math" panose="02040503050406030204" pitchFamily="18" charset="0"/>
                                      </a:rPr>
                                      <m:t>+</m:t>
                                    </m:r>
                                    <m:r>
                                      <a:rPr lang="en-GB" b="0" i="1" smtClean="0">
                                        <a:latin typeface="Cambria Math" panose="02040503050406030204" pitchFamily="18" charset="0"/>
                                      </a:rPr>
                                      <m:t>ℎ</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𝑠</m:t>
                                            </m:r>
                                            <m:r>
                                              <a:rPr lang="en-GB" b="0" i="1" smtClean="0">
                                                <a:latin typeface="Cambria Math" panose="02040503050406030204" pitchFamily="18" charset="0"/>
                                              </a:rPr>
                                              <m:t>1</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𝑠</m:t>
                                            </m:r>
                                            <m:r>
                                              <a:rPr lang="en-GB" b="0" i="1" smtClean="0">
                                                <a:latin typeface="Cambria Math" panose="02040503050406030204" pitchFamily="18" charset="0"/>
                                              </a:rPr>
                                              <m:t>2</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𝑠</m:t>
                                            </m:r>
                                            <m:r>
                                              <a:rPr lang="en-GB" b="0" i="1" smtClean="0">
                                                <a:latin typeface="Cambria Math" panose="02040503050406030204" pitchFamily="18" charset="0"/>
                                              </a:rPr>
                                              <m:t>,</m:t>
                                            </m:r>
                                            <m:r>
                                              <a:rPr lang="en-GB" b="0" i="1" smtClean="0">
                                                <a:latin typeface="Cambria Math" panose="02040503050406030204" pitchFamily="18" charset="0"/>
                                              </a:rPr>
                                              <m:t>𝑠</m:t>
                                            </m:r>
                                            <m:r>
                                              <a:rPr lang="en-GB" b="0" i="1" smtClean="0">
                                                <a:latin typeface="Cambria Math" panose="02040503050406030204" pitchFamily="18" charset="0"/>
                                              </a:rPr>
                                              <m:t>−1</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𝑠</m:t>
                                            </m:r>
                                            <m:r>
                                              <a:rPr lang="en-GB" b="0" i="1" smtClean="0">
                                                <a:latin typeface="Cambria Math" panose="02040503050406030204" pitchFamily="18" charset="0"/>
                                              </a:rPr>
                                              <m:t>−1</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𝑛</m:t>
                                        </m:r>
                                      </m:sub>
                                    </m:sSub>
                                    <m:r>
                                      <a:rPr lang="en-GB" b="0" i="1" smtClean="0">
                                        <a:latin typeface="Cambria Math" panose="02040503050406030204" pitchFamily="18" charset="0"/>
                                      </a:rPr>
                                      <m:t>+</m:t>
                                    </m:r>
                                    <m:r>
                                      <a:rPr lang="en-GB" b="0" i="1" smtClean="0">
                                        <a:latin typeface="Cambria Math" panose="02040503050406030204" pitchFamily="18" charset="0"/>
                                      </a:rPr>
                                      <m:t>ℎ</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𝑐</m:t>
                                        </m:r>
                                      </m:e>
                                      <m:sub>
                                        <m:r>
                                          <a:rPr lang="en-GB" b="0" i="1" smtClean="0">
                                            <a:latin typeface="Cambria Math" panose="02040503050406030204" pitchFamily="18" charset="0"/>
                                          </a:rPr>
                                          <m:t>𝑠</m:t>
                                        </m:r>
                                      </m:sub>
                                    </m:sSub>
                                  </m:e>
                                </m:d>
                              </m:e>
                            </m:eqArr>
                          </m:e>
                        </m:mr>
                      </m:m>
                    </m:oMath>
                  </m:oMathPara>
                </a14:m>
                <a:endParaRPr lang="en-GB" dirty="0"/>
              </a:p>
            </p:txBody>
          </p:sp>
        </mc:Choice>
        <mc:Fallback xmlns="">
          <p:sp>
            <p:nvSpPr>
              <p:cNvPr id="2" name="TextBox 1">
                <a:extLst>
                  <a:ext uri="{FF2B5EF4-FFF2-40B4-BE49-F238E27FC236}">
                    <a16:creationId xmlns:a16="http://schemas.microsoft.com/office/drawing/2014/main" id="{A136FD8E-B83E-1DF1-B0CA-C57287BA1727}"/>
                  </a:ext>
                </a:extLst>
              </p:cNvPr>
              <p:cNvSpPr txBox="1">
                <a:spLocks noRot="1" noChangeAspect="1" noMove="1" noResize="1" noEditPoints="1" noAdjustHandles="1" noChangeArrowheads="1" noChangeShapeType="1" noTextEdit="1"/>
              </p:cNvSpPr>
              <p:nvPr/>
            </p:nvSpPr>
            <p:spPr>
              <a:xfrm>
                <a:off x="5534324" y="1212589"/>
                <a:ext cx="5819478" cy="142205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81DC3D8-DFA7-F8C4-8266-047135AE321C}"/>
                  </a:ext>
                </a:extLst>
              </p:cNvPr>
              <p:cNvSpPr txBox="1"/>
              <p:nvPr/>
            </p:nvSpPr>
            <p:spPr>
              <a:xfrm>
                <a:off x="5990428" y="5402068"/>
                <a:ext cx="4237186" cy="622350"/>
              </a:xfrm>
              <a:prstGeom prst="rect">
                <a:avLst/>
              </a:prstGeom>
              <a:noFill/>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i="1" smtClean="0">
                              <a:latin typeface="Cambria Math" panose="02040503050406030204" pitchFamily="18" charset="0"/>
                            </a:rPr>
                            <m:t>𝑛</m:t>
                          </m:r>
                          <m:r>
                            <a:rPr lang="en-GB" i="1" smtClean="0">
                              <a:latin typeface="Cambria Math" panose="02040503050406030204" pitchFamily="18" charset="0"/>
                            </a:rPr>
                            <m:t>+1</m:t>
                          </m:r>
                        </m:sub>
                      </m:sSub>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i="1" smtClean="0">
                                  <a:latin typeface="Cambria Math" panose="02040503050406030204" pitchFamily="18" charset="0"/>
                                </a:rPr>
                                <m:t>𝑛</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ℎ</m:t>
                              </m:r>
                            </m:num>
                            <m:den>
                              <m:r>
                                <a:rPr lang="en-GB" b="0" i="1" smtClean="0">
                                  <a:latin typeface="Cambria Math" panose="02040503050406030204" pitchFamily="18" charset="0"/>
                                </a:rPr>
                                <m:t>2</m:t>
                              </m:r>
                            </m:den>
                          </m:f>
                          <m:r>
                            <a:rPr lang="en-GB" b="0"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𝑛</m:t>
                                  </m:r>
                                </m:sub>
                              </m:sSub>
                            </m:e>
                          </m:d>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ℎ</m:t>
                              </m:r>
                            </m:num>
                            <m:den>
                              <m:r>
                                <a:rPr lang="en-GB" b="0" i="1" smtClean="0">
                                  <a:latin typeface="Cambria Math" panose="02040503050406030204" pitchFamily="18" charset="0"/>
                                </a:rPr>
                                <m:t>2</m:t>
                              </m:r>
                            </m:den>
                          </m:f>
                        </m:e>
                      </m:d>
                    </m:oMath>
                  </m:oMathPara>
                </a14:m>
                <a:endParaRPr lang="en-GB" dirty="0"/>
              </a:p>
            </p:txBody>
          </p:sp>
        </mc:Choice>
        <mc:Fallback xmlns="">
          <p:sp>
            <p:nvSpPr>
              <p:cNvPr id="7" name="TextBox 6">
                <a:extLst>
                  <a:ext uri="{FF2B5EF4-FFF2-40B4-BE49-F238E27FC236}">
                    <a16:creationId xmlns:a16="http://schemas.microsoft.com/office/drawing/2014/main" id="{A81DC3D8-DFA7-F8C4-8266-047135AE321C}"/>
                  </a:ext>
                </a:extLst>
              </p:cNvPr>
              <p:cNvSpPr txBox="1">
                <a:spLocks noRot="1" noChangeAspect="1" noMove="1" noResize="1" noEditPoints="1" noAdjustHandles="1" noChangeArrowheads="1" noChangeShapeType="1" noTextEdit="1"/>
              </p:cNvSpPr>
              <p:nvPr/>
            </p:nvSpPr>
            <p:spPr>
              <a:xfrm>
                <a:off x="5990428" y="5402068"/>
                <a:ext cx="4237186" cy="62235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E84926FB-98FB-FD46-3A41-D38E11AC8228}"/>
                  </a:ext>
                </a:extLst>
              </p14:cNvPr>
              <p14:cNvContentPartPr/>
              <p14:nvPr/>
            </p14:nvContentPartPr>
            <p14:xfrm>
              <a:off x="7371410" y="1772868"/>
              <a:ext cx="2685240" cy="37440"/>
            </p14:xfrm>
          </p:contentPart>
        </mc:Choice>
        <mc:Fallback xmlns="">
          <p:pic>
            <p:nvPicPr>
              <p:cNvPr id="8" name="Ink 7">
                <a:extLst>
                  <a:ext uri="{FF2B5EF4-FFF2-40B4-BE49-F238E27FC236}">
                    <a16:creationId xmlns:a16="http://schemas.microsoft.com/office/drawing/2014/main" id="{E84926FB-98FB-FD46-3A41-D38E11AC8228}"/>
                  </a:ext>
                </a:extLst>
              </p:cNvPr>
              <p:cNvPicPr/>
              <p:nvPr/>
            </p:nvPicPr>
            <p:blipFill>
              <a:blip r:embed="rId9"/>
              <a:stretch>
                <a:fillRect/>
              </a:stretch>
            </p:blipFill>
            <p:spPr>
              <a:xfrm>
                <a:off x="7353410" y="1754868"/>
                <a:ext cx="272088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60F9D507-0DB8-53B7-3E67-603CA8D3951F}"/>
                  </a:ext>
                </a:extLst>
              </p14:cNvPr>
              <p14:cNvContentPartPr/>
              <p14:nvPr/>
            </p14:nvContentPartPr>
            <p14:xfrm>
              <a:off x="6786410" y="6074508"/>
              <a:ext cx="3588840" cy="54000"/>
            </p14:xfrm>
          </p:contentPart>
        </mc:Choice>
        <mc:Fallback xmlns="">
          <p:pic>
            <p:nvPicPr>
              <p:cNvPr id="9" name="Ink 8">
                <a:extLst>
                  <a:ext uri="{FF2B5EF4-FFF2-40B4-BE49-F238E27FC236}">
                    <a16:creationId xmlns:a16="http://schemas.microsoft.com/office/drawing/2014/main" id="{60F9D507-0DB8-53B7-3E67-603CA8D3951F}"/>
                  </a:ext>
                </a:extLst>
              </p:cNvPr>
              <p:cNvPicPr/>
              <p:nvPr/>
            </p:nvPicPr>
            <p:blipFill>
              <a:blip r:embed="rId11"/>
              <a:stretch>
                <a:fillRect/>
              </a:stretch>
            </p:blipFill>
            <p:spPr>
              <a:xfrm>
                <a:off x="6768410" y="6056387"/>
                <a:ext cx="3624480" cy="89879"/>
              </a:xfrm>
              <a:prstGeom prst="rect">
                <a:avLst/>
              </a:prstGeom>
            </p:spPr>
          </p:pic>
        </mc:Fallback>
      </mc:AlternateContent>
      <p:grpSp>
        <p:nvGrpSpPr>
          <p:cNvPr id="12" name="Group 11">
            <a:extLst>
              <a:ext uri="{FF2B5EF4-FFF2-40B4-BE49-F238E27FC236}">
                <a16:creationId xmlns:a16="http://schemas.microsoft.com/office/drawing/2014/main" id="{A06E9796-5E69-9307-C125-05BB70C87DB4}"/>
              </a:ext>
            </a:extLst>
          </p:cNvPr>
          <p:cNvGrpSpPr/>
          <p:nvPr/>
        </p:nvGrpSpPr>
        <p:grpSpPr>
          <a:xfrm>
            <a:off x="8150810" y="5245788"/>
            <a:ext cx="583200" cy="805680"/>
            <a:chOff x="8150810" y="5245788"/>
            <a:chExt cx="583200" cy="805680"/>
          </a:xfrm>
        </p:grpSpPr>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297A50F6-7B48-B288-4B56-96B17341A22C}"/>
                    </a:ext>
                  </a:extLst>
                </p14:cNvPr>
                <p14:cNvContentPartPr/>
                <p14:nvPr/>
              </p14:nvContentPartPr>
              <p14:xfrm>
                <a:off x="8150810" y="5661228"/>
                <a:ext cx="333720" cy="390240"/>
              </p14:xfrm>
            </p:contentPart>
          </mc:Choice>
          <mc:Fallback xmlns="">
            <p:pic>
              <p:nvPicPr>
                <p:cNvPr id="10" name="Ink 9">
                  <a:extLst>
                    <a:ext uri="{FF2B5EF4-FFF2-40B4-BE49-F238E27FC236}">
                      <a16:creationId xmlns:a16="http://schemas.microsoft.com/office/drawing/2014/main" id="{297A50F6-7B48-B288-4B56-96B17341A22C}"/>
                    </a:ext>
                  </a:extLst>
                </p:cNvPr>
                <p:cNvPicPr/>
                <p:nvPr/>
              </p:nvPicPr>
              <p:blipFill>
                <a:blip r:embed="rId13"/>
                <a:stretch>
                  <a:fillRect/>
                </a:stretch>
              </p:blipFill>
              <p:spPr>
                <a:xfrm>
                  <a:off x="8132810" y="5643211"/>
                  <a:ext cx="369360" cy="425913"/>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F0EACDD1-6DDC-7866-8180-DD24619140E7}"/>
                    </a:ext>
                  </a:extLst>
                </p14:cNvPr>
                <p14:cNvContentPartPr/>
                <p14:nvPr/>
              </p14:nvContentPartPr>
              <p14:xfrm>
                <a:off x="8361770" y="5245788"/>
                <a:ext cx="372240" cy="525240"/>
              </p14:xfrm>
            </p:contentPart>
          </mc:Choice>
          <mc:Fallback xmlns="">
            <p:pic>
              <p:nvPicPr>
                <p:cNvPr id="11" name="Ink 10">
                  <a:extLst>
                    <a:ext uri="{FF2B5EF4-FFF2-40B4-BE49-F238E27FC236}">
                      <a16:creationId xmlns:a16="http://schemas.microsoft.com/office/drawing/2014/main" id="{F0EACDD1-6DDC-7866-8180-DD24619140E7}"/>
                    </a:ext>
                  </a:extLst>
                </p:cNvPr>
                <p:cNvPicPr/>
                <p:nvPr/>
              </p:nvPicPr>
              <p:blipFill>
                <a:blip r:embed="rId15"/>
                <a:stretch>
                  <a:fillRect/>
                </a:stretch>
              </p:blipFill>
              <p:spPr>
                <a:xfrm>
                  <a:off x="8343770" y="5227788"/>
                  <a:ext cx="407880" cy="560880"/>
                </a:xfrm>
                <a:prstGeom prst="rect">
                  <a:avLst/>
                </a:prstGeom>
              </p:spPr>
            </p:pic>
          </mc:Fallback>
        </mc:AlternateContent>
      </p:grpSp>
      <p:grpSp>
        <p:nvGrpSpPr>
          <p:cNvPr id="21" name="Group 20">
            <a:extLst>
              <a:ext uri="{FF2B5EF4-FFF2-40B4-BE49-F238E27FC236}">
                <a16:creationId xmlns:a16="http://schemas.microsoft.com/office/drawing/2014/main" id="{CEF8C681-4E76-9526-2BC9-A230FF7D902E}"/>
              </a:ext>
            </a:extLst>
          </p:cNvPr>
          <p:cNvGrpSpPr/>
          <p:nvPr/>
        </p:nvGrpSpPr>
        <p:grpSpPr>
          <a:xfrm>
            <a:off x="8795570" y="5069388"/>
            <a:ext cx="709200" cy="228960"/>
            <a:chOff x="8795570" y="5069388"/>
            <a:chExt cx="709200" cy="228960"/>
          </a:xfrm>
        </p:grpSpPr>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72D8579A-A8A7-ECC0-41DA-0BA86E4EA5BF}"/>
                    </a:ext>
                  </a:extLst>
                </p14:cNvPr>
                <p14:cNvContentPartPr/>
                <p14:nvPr/>
              </p14:nvContentPartPr>
              <p14:xfrm>
                <a:off x="8795570" y="5160468"/>
                <a:ext cx="118440" cy="94680"/>
              </p14:xfrm>
            </p:contentPart>
          </mc:Choice>
          <mc:Fallback xmlns="">
            <p:pic>
              <p:nvPicPr>
                <p:cNvPr id="13" name="Ink 12">
                  <a:extLst>
                    <a:ext uri="{FF2B5EF4-FFF2-40B4-BE49-F238E27FC236}">
                      <a16:creationId xmlns:a16="http://schemas.microsoft.com/office/drawing/2014/main" id="{72D8579A-A8A7-ECC0-41DA-0BA86E4EA5BF}"/>
                    </a:ext>
                  </a:extLst>
                </p:cNvPr>
                <p:cNvPicPr/>
                <p:nvPr/>
              </p:nvPicPr>
              <p:blipFill>
                <a:blip r:embed="rId17"/>
                <a:stretch>
                  <a:fillRect/>
                </a:stretch>
              </p:blipFill>
              <p:spPr>
                <a:xfrm>
                  <a:off x="8777515" y="5142468"/>
                  <a:ext cx="154189"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8F581C51-17E6-EF39-A50B-180278B344F7}"/>
                    </a:ext>
                  </a:extLst>
                </p14:cNvPr>
                <p14:cNvContentPartPr/>
                <p14:nvPr/>
              </p14:nvContentPartPr>
              <p14:xfrm>
                <a:off x="8964050" y="5237868"/>
                <a:ext cx="54360" cy="60480"/>
              </p14:xfrm>
            </p:contentPart>
          </mc:Choice>
          <mc:Fallback xmlns="">
            <p:pic>
              <p:nvPicPr>
                <p:cNvPr id="14" name="Ink 13">
                  <a:extLst>
                    <a:ext uri="{FF2B5EF4-FFF2-40B4-BE49-F238E27FC236}">
                      <a16:creationId xmlns:a16="http://schemas.microsoft.com/office/drawing/2014/main" id="{8F581C51-17E6-EF39-A50B-180278B344F7}"/>
                    </a:ext>
                  </a:extLst>
                </p:cNvPr>
                <p:cNvPicPr/>
                <p:nvPr/>
              </p:nvPicPr>
              <p:blipFill>
                <a:blip r:embed="rId19"/>
                <a:stretch>
                  <a:fillRect/>
                </a:stretch>
              </p:blipFill>
              <p:spPr>
                <a:xfrm>
                  <a:off x="8946050" y="5219975"/>
                  <a:ext cx="90000" cy="95909"/>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FBCC1D22-7F29-3051-E304-713593628348}"/>
                    </a:ext>
                  </a:extLst>
                </p14:cNvPr>
                <p14:cNvContentPartPr/>
                <p14:nvPr/>
              </p14:nvContentPartPr>
              <p14:xfrm>
                <a:off x="9095090" y="5253348"/>
                <a:ext cx="5040" cy="35280"/>
              </p14:xfrm>
            </p:contentPart>
          </mc:Choice>
          <mc:Fallback xmlns="">
            <p:pic>
              <p:nvPicPr>
                <p:cNvPr id="15" name="Ink 14">
                  <a:extLst>
                    <a:ext uri="{FF2B5EF4-FFF2-40B4-BE49-F238E27FC236}">
                      <a16:creationId xmlns:a16="http://schemas.microsoft.com/office/drawing/2014/main" id="{FBCC1D22-7F29-3051-E304-713593628348}"/>
                    </a:ext>
                  </a:extLst>
                </p:cNvPr>
                <p:cNvPicPr/>
                <p:nvPr/>
              </p:nvPicPr>
              <p:blipFill>
                <a:blip r:embed="rId21"/>
                <a:stretch>
                  <a:fillRect/>
                </a:stretch>
              </p:blipFill>
              <p:spPr>
                <a:xfrm>
                  <a:off x="9077090" y="5235348"/>
                  <a:ext cx="4068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B3F86785-8075-6AFA-5EB5-A6645365CE7D}"/>
                    </a:ext>
                  </a:extLst>
                </p14:cNvPr>
                <p14:cNvContentPartPr/>
                <p14:nvPr/>
              </p14:nvContentPartPr>
              <p14:xfrm>
                <a:off x="9185090" y="5166228"/>
                <a:ext cx="48600" cy="8640"/>
              </p14:xfrm>
            </p:contentPart>
          </mc:Choice>
          <mc:Fallback xmlns="">
            <p:pic>
              <p:nvPicPr>
                <p:cNvPr id="16" name="Ink 15">
                  <a:extLst>
                    <a:ext uri="{FF2B5EF4-FFF2-40B4-BE49-F238E27FC236}">
                      <a16:creationId xmlns:a16="http://schemas.microsoft.com/office/drawing/2014/main" id="{B3F86785-8075-6AFA-5EB5-A6645365CE7D}"/>
                    </a:ext>
                  </a:extLst>
                </p:cNvPr>
                <p:cNvPicPr/>
                <p:nvPr/>
              </p:nvPicPr>
              <p:blipFill>
                <a:blip r:embed="rId23"/>
                <a:stretch>
                  <a:fillRect/>
                </a:stretch>
              </p:blipFill>
              <p:spPr>
                <a:xfrm>
                  <a:off x="9166956" y="5148228"/>
                  <a:ext cx="84506"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91461ACD-F783-7996-E8A7-33683CB2B409}"/>
                    </a:ext>
                  </a:extLst>
                </p14:cNvPr>
                <p14:cNvContentPartPr/>
                <p14:nvPr/>
              </p14:nvContentPartPr>
              <p14:xfrm>
                <a:off x="9198410" y="5226708"/>
                <a:ext cx="41400" cy="4680"/>
              </p14:xfrm>
            </p:contentPart>
          </mc:Choice>
          <mc:Fallback xmlns="">
            <p:pic>
              <p:nvPicPr>
                <p:cNvPr id="17" name="Ink 16">
                  <a:extLst>
                    <a:ext uri="{FF2B5EF4-FFF2-40B4-BE49-F238E27FC236}">
                      <a16:creationId xmlns:a16="http://schemas.microsoft.com/office/drawing/2014/main" id="{91461ACD-F783-7996-E8A7-33683CB2B409}"/>
                    </a:ext>
                  </a:extLst>
                </p:cNvPr>
                <p:cNvPicPr/>
                <p:nvPr/>
              </p:nvPicPr>
              <p:blipFill>
                <a:blip r:embed="rId25"/>
                <a:stretch>
                  <a:fillRect/>
                </a:stretch>
              </p:blipFill>
              <p:spPr>
                <a:xfrm>
                  <a:off x="9180410" y="5208708"/>
                  <a:ext cx="7704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6DCFE49C-F0A8-DB49-3E21-81C3038A0700}"/>
                    </a:ext>
                  </a:extLst>
                </p14:cNvPr>
                <p14:cNvContentPartPr/>
                <p14:nvPr/>
              </p14:nvContentPartPr>
              <p14:xfrm>
                <a:off x="9312530" y="5069388"/>
                <a:ext cx="11520" cy="58680"/>
              </p14:xfrm>
            </p:contentPart>
          </mc:Choice>
          <mc:Fallback xmlns="">
            <p:pic>
              <p:nvPicPr>
                <p:cNvPr id="18" name="Ink 17">
                  <a:extLst>
                    <a:ext uri="{FF2B5EF4-FFF2-40B4-BE49-F238E27FC236}">
                      <a16:creationId xmlns:a16="http://schemas.microsoft.com/office/drawing/2014/main" id="{6DCFE49C-F0A8-DB49-3E21-81C3038A0700}"/>
                    </a:ext>
                  </a:extLst>
                </p:cNvPr>
                <p:cNvPicPr/>
                <p:nvPr/>
              </p:nvPicPr>
              <p:blipFill>
                <a:blip r:embed="rId27"/>
                <a:stretch>
                  <a:fillRect/>
                </a:stretch>
              </p:blipFill>
              <p:spPr>
                <a:xfrm>
                  <a:off x="9293949" y="5051388"/>
                  <a:ext cx="4831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B9223A12-C527-6AEA-F3D8-EFB89DA6F879}"/>
                    </a:ext>
                  </a:extLst>
                </p14:cNvPr>
                <p14:cNvContentPartPr/>
                <p14:nvPr/>
              </p14:nvContentPartPr>
              <p14:xfrm>
                <a:off x="9391370" y="5102508"/>
                <a:ext cx="11880" cy="88920"/>
              </p14:xfrm>
            </p:contentPart>
          </mc:Choice>
          <mc:Fallback xmlns="">
            <p:pic>
              <p:nvPicPr>
                <p:cNvPr id="19" name="Ink 18">
                  <a:extLst>
                    <a:ext uri="{FF2B5EF4-FFF2-40B4-BE49-F238E27FC236}">
                      <a16:creationId xmlns:a16="http://schemas.microsoft.com/office/drawing/2014/main" id="{B9223A12-C527-6AEA-F3D8-EFB89DA6F879}"/>
                    </a:ext>
                  </a:extLst>
                </p:cNvPr>
                <p:cNvPicPr/>
                <p:nvPr/>
              </p:nvPicPr>
              <p:blipFill>
                <a:blip r:embed="rId29"/>
                <a:stretch>
                  <a:fillRect/>
                </a:stretch>
              </p:blipFill>
              <p:spPr>
                <a:xfrm>
                  <a:off x="9373370" y="5084435"/>
                  <a:ext cx="47520" cy="124705"/>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80792D4F-E2F5-2B67-DCC1-AC347EC63C6F}"/>
                    </a:ext>
                  </a:extLst>
                </p14:cNvPr>
                <p14:cNvContentPartPr/>
                <p14:nvPr/>
              </p14:nvContentPartPr>
              <p14:xfrm>
                <a:off x="9432050" y="5161908"/>
                <a:ext cx="72720" cy="81720"/>
              </p14:xfrm>
            </p:contentPart>
          </mc:Choice>
          <mc:Fallback xmlns="">
            <p:pic>
              <p:nvPicPr>
                <p:cNvPr id="20" name="Ink 19">
                  <a:extLst>
                    <a:ext uri="{FF2B5EF4-FFF2-40B4-BE49-F238E27FC236}">
                      <a16:creationId xmlns:a16="http://schemas.microsoft.com/office/drawing/2014/main" id="{80792D4F-E2F5-2B67-DCC1-AC347EC63C6F}"/>
                    </a:ext>
                  </a:extLst>
                </p:cNvPr>
                <p:cNvPicPr/>
                <p:nvPr/>
              </p:nvPicPr>
              <p:blipFill>
                <a:blip r:embed="rId31"/>
                <a:stretch>
                  <a:fillRect/>
                </a:stretch>
              </p:blipFill>
              <p:spPr>
                <a:xfrm>
                  <a:off x="9414050" y="5143908"/>
                  <a:ext cx="108360" cy="117360"/>
                </a:xfrm>
                <a:prstGeom prst="rect">
                  <a:avLst/>
                </a:prstGeom>
              </p:spPr>
            </p:pic>
          </mc:Fallback>
        </mc:AlternateContent>
      </p:grpSp>
      <p:grpSp>
        <p:nvGrpSpPr>
          <p:cNvPr id="43" name="Group 42">
            <a:extLst>
              <a:ext uri="{FF2B5EF4-FFF2-40B4-BE49-F238E27FC236}">
                <a16:creationId xmlns:a16="http://schemas.microsoft.com/office/drawing/2014/main" id="{751EAF17-048A-0DAC-644B-E03A177C91BE}"/>
              </a:ext>
            </a:extLst>
          </p:cNvPr>
          <p:cNvGrpSpPr/>
          <p:nvPr/>
        </p:nvGrpSpPr>
        <p:grpSpPr>
          <a:xfrm>
            <a:off x="8415050" y="5496708"/>
            <a:ext cx="2487960" cy="1079280"/>
            <a:chOff x="8415050" y="5496708"/>
            <a:chExt cx="2487960" cy="1079280"/>
          </a:xfrm>
        </p:grpSpPr>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978B7DF7-021C-E9A9-01BC-8E14ED4B38D2}"/>
                    </a:ext>
                  </a:extLst>
                </p14:cNvPr>
                <p14:cNvContentPartPr/>
                <p14:nvPr/>
              </p14:nvContentPartPr>
              <p14:xfrm>
                <a:off x="8415050" y="5496708"/>
                <a:ext cx="924840" cy="485280"/>
              </p14:xfrm>
            </p:contentPart>
          </mc:Choice>
          <mc:Fallback xmlns="">
            <p:pic>
              <p:nvPicPr>
                <p:cNvPr id="22" name="Ink 21">
                  <a:extLst>
                    <a:ext uri="{FF2B5EF4-FFF2-40B4-BE49-F238E27FC236}">
                      <a16:creationId xmlns:a16="http://schemas.microsoft.com/office/drawing/2014/main" id="{978B7DF7-021C-E9A9-01BC-8E14ED4B38D2}"/>
                    </a:ext>
                  </a:extLst>
                </p:cNvPr>
                <p:cNvPicPr/>
                <p:nvPr/>
              </p:nvPicPr>
              <p:blipFill>
                <a:blip r:embed="rId33"/>
                <a:stretch>
                  <a:fillRect/>
                </a:stretch>
              </p:blipFill>
              <p:spPr>
                <a:xfrm>
                  <a:off x="8397050" y="5478708"/>
                  <a:ext cx="960480" cy="520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60351FBB-857C-D53C-35F9-FDC8E19FA318}"/>
                    </a:ext>
                  </a:extLst>
                </p14:cNvPr>
                <p14:cNvContentPartPr/>
                <p14:nvPr/>
              </p14:nvContentPartPr>
              <p14:xfrm>
                <a:off x="8922290" y="5943108"/>
                <a:ext cx="259560" cy="494280"/>
              </p14:xfrm>
            </p:contentPart>
          </mc:Choice>
          <mc:Fallback xmlns="">
            <p:pic>
              <p:nvPicPr>
                <p:cNvPr id="23" name="Ink 22">
                  <a:extLst>
                    <a:ext uri="{FF2B5EF4-FFF2-40B4-BE49-F238E27FC236}">
                      <a16:creationId xmlns:a16="http://schemas.microsoft.com/office/drawing/2014/main" id="{60351FBB-857C-D53C-35F9-FDC8E19FA318}"/>
                    </a:ext>
                  </a:extLst>
                </p:cNvPr>
                <p:cNvPicPr/>
                <p:nvPr/>
              </p:nvPicPr>
              <p:blipFill>
                <a:blip r:embed="rId35"/>
                <a:stretch>
                  <a:fillRect/>
                </a:stretch>
              </p:blipFill>
              <p:spPr>
                <a:xfrm>
                  <a:off x="8904290" y="5925121"/>
                  <a:ext cx="295200" cy="529894"/>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0C69FC92-0569-D707-D090-17CC7857A15C}"/>
                    </a:ext>
                  </a:extLst>
                </p14:cNvPr>
                <p14:cNvContentPartPr/>
                <p14:nvPr/>
              </p14:nvContentPartPr>
              <p14:xfrm>
                <a:off x="9253130" y="6325428"/>
                <a:ext cx="11880" cy="195120"/>
              </p14:xfrm>
            </p:contentPart>
          </mc:Choice>
          <mc:Fallback xmlns="">
            <p:pic>
              <p:nvPicPr>
                <p:cNvPr id="24" name="Ink 23">
                  <a:extLst>
                    <a:ext uri="{FF2B5EF4-FFF2-40B4-BE49-F238E27FC236}">
                      <a16:creationId xmlns:a16="http://schemas.microsoft.com/office/drawing/2014/main" id="{0C69FC92-0569-D707-D090-17CC7857A15C}"/>
                    </a:ext>
                  </a:extLst>
                </p:cNvPr>
                <p:cNvPicPr/>
                <p:nvPr/>
              </p:nvPicPr>
              <p:blipFill>
                <a:blip r:embed="rId37"/>
                <a:stretch>
                  <a:fillRect/>
                </a:stretch>
              </p:blipFill>
              <p:spPr>
                <a:xfrm>
                  <a:off x="9235130" y="6307428"/>
                  <a:ext cx="4752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B7BCCE65-C713-539A-4A53-848F3C7BBFB3}"/>
                    </a:ext>
                  </a:extLst>
                </p14:cNvPr>
                <p14:cNvContentPartPr/>
                <p14:nvPr/>
              </p14:nvContentPartPr>
              <p14:xfrm>
                <a:off x="9253850" y="6424788"/>
                <a:ext cx="96480" cy="40680"/>
              </p14:xfrm>
            </p:contentPart>
          </mc:Choice>
          <mc:Fallback xmlns="">
            <p:pic>
              <p:nvPicPr>
                <p:cNvPr id="25" name="Ink 24">
                  <a:extLst>
                    <a:ext uri="{FF2B5EF4-FFF2-40B4-BE49-F238E27FC236}">
                      <a16:creationId xmlns:a16="http://schemas.microsoft.com/office/drawing/2014/main" id="{B7BCCE65-C713-539A-4A53-848F3C7BBFB3}"/>
                    </a:ext>
                  </a:extLst>
                </p:cNvPr>
                <p:cNvPicPr/>
                <p:nvPr/>
              </p:nvPicPr>
              <p:blipFill>
                <a:blip r:embed="rId39"/>
                <a:stretch>
                  <a:fillRect/>
                </a:stretch>
              </p:blipFill>
              <p:spPr>
                <a:xfrm>
                  <a:off x="9235850" y="6406788"/>
                  <a:ext cx="1321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65B35FCD-BADE-80EA-0ED1-BFD74180C2D4}"/>
                    </a:ext>
                  </a:extLst>
                </p14:cNvPr>
                <p14:cNvContentPartPr/>
                <p14:nvPr/>
              </p14:nvContentPartPr>
              <p14:xfrm>
                <a:off x="9324410" y="6461508"/>
                <a:ext cx="36720" cy="65520"/>
              </p14:xfrm>
            </p:contentPart>
          </mc:Choice>
          <mc:Fallback xmlns="">
            <p:pic>
              <p:nvPicPr>
                <p:cNvPr id="26" name="Ink 25">
                  <a:extLst>
                    <a:ext uri="{FF2B5EF4-FFF2-40B4-BE49-F238E27FC236}">
                      <a16:creationId xmlns:a16="http://schemas.microsoft.com/office/drawing/2014/main" id="{65B35FCD-BADE-80EA-0ED1-BFD74180C2D4}"/>
                    </a:ext>
                  </a:extLst>
                </p:cNvPr>
                <p:cNvPicPr/>
                <p:nvPr/>
              </p:nvPicPr>
              <p:blipFill>
                <a:blip r:embed="rId41"/>
                <a:stretch>
                  <a:fillRect/>
                </a:stretch>
              </p:blipFill>
              <p:spPr>
                <a:xfrm>
                  <a:off x="9306585" y="6443508"/>
                  <a:ext cx="72014"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0DEAFFE5-B610-33A9-530E-4F5332F31859}"/>
                    </a:ext>
                  </a:extLst>
                </p14:cNvPr>
                <p14:cNvContentPartPr/>
                <p14:nvPr/>
              </p14:nvContentPartPr>
              <p14:xfrm>
                <a:off x="9442490" y="6514428"/>
                <a:ext cx="13680" cy="61560"/>
              </p14:xfrm>
            </p:contentPart>
          </mc:Choice>
          <mc:Fallback xmlns="">
            <p:pic>
              <p:nvPicPr>
                <p:cNvPr id="27" name="Ink 26">
                  <a:extLst>
                    <a:ext uri="{FF2B5EF4-FFF2-40B4-BE49-F238E27FC236}">
                      <a16:creationId xmlns:a16="http://schemas.microsoft.com/office/drawing/2014/main" id="{0DEAFFE5-B610-33A9-530E-4F5332F31859}"/>
                    </a:ext>
                  </a:extLst>
                </p:cNvPr>
                <p:cNvPicPr/>
                <p:nvPr/>
              </p:nvPicPr>
              <p:blipFill>
                <a:blip r:embed="rId43"/>
                <a:stretch>
                  <a:fillRect/>
                </a:stretch>
              </p:blipFill>
              <p:spPr>
                <a:xfrm>
                  <a:off x="9424490" y="6496533"/>
                  <a:ext cx="49320" cy="96993"/>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87BC3C02-EB9A-6DD3-40D2-2BBE20EB9D0E}"/>
                    </a:ext>
                  </a:extLst>
                </p14:cNvPr>
                <p14:cNvContentPartPr/>
                <p14:nvPr/>
              </p14:nvContentPartPr>
              <p14:xfrm>
                <a:off x="9523490" y="6399948"/>
                <a:ext cx="71640" cy="16560"/>
              </p14:xfrm>
            </p:contentPart>
          </mc:Choice>
          <mc:Fallback xmlns="">
            <p:pic>
              <p:nvPicPr>
                <p:cNvPr id="29" name="Ink 28">
                  <a:extLst>
                    <a:ext uri="{FF2B5EF4-FFF2-40B4-BE49-F238E27FC236}">
                      <a16:creationId xmlns:a16="http://schemas.microsoft.com/office/drawing/2014/main" id="{87BC3C02-EB9A-6DD3-40D2-2BBE20EB9D0E}"/>
                    </a:ext>
                  </a:extLst>
                </p:cNvPr>
                <p:cNvPicPr/>
                <p:nvPr/>
              </p:nvPicPr>
              <p:blipFill>
                <a:blip r:embed="rId45"/>
                <a:stretch>
                  <a:fillRect/>
                </a:stretch>
              </p:blipFill>
              <p:spPr>
                <a:xfrm>
                  <a:off x="9505490" y="6381548"/>
                  <a:ext cx="107280" cy="52992"/>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C9054571-C4ED-146E-5D61-479875197FAF}"/>
                    </a:ext>
                  </a:extLst>
                </p14:cNvPr>
                <p14:cNvContentPartPr/>
                <p14:nvPr/>
              </p14:nvContentPartPr>
              <p14:xfrm>
                <a:off x="9538250" y="6464028"/>
                <a:ext cx="50760" cy="10800"/>
              </p14:xfrm>
            </p:contentPart>
          </mc:Choice>
          <mc:Fallback xmlns="">
            <p:pic>
              <p:nvPicPr>
                <p:cNvPr id="30" name="Ink 29">
                  <a:extLst>
                    <a:ext uri="{FF2B5EF4-FFF2-40B4-BE49-F238E27FC236}">
                      <a16:creationId xmlns:a16="http://schemas.microsoft.com/office/drawing/2014/main" id="{C9054571-C4ED-146E-5D61-479875197FAF}"/>
                    </a:ext>
                  </a:extLst>
                </p:cNvPr>
                <p:cNvPicPr/>
                <p:nvPr/>
              </p:nvPicPr>
              <p:blipFill>
                <a:blip r:embed="rId47"/>
                <a:stretch>
                  <a:fillRect/>
                </a:stretch>
              </p:blipFill>
              <p:spPr>
                <a:xfrm>
                  <a:off x="9520121" y="6446028"/>
                  <a:ext cx="86655"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78A88B5D-345A-8233-E291-DF6598947396}"/>
                    </a:ext>
                  </a:extLst>
                </p14:cNvPr>
                <p14:cNvContentPartPr/>
                <p14:nvPr/>
              </p14:nvContentPartPr>
              <p14:xfrm>
                <a:off x="9724010" y="6294468"/>
                <a:ext cx="146880" cy="196920"/>
              </p14:xfrm>
            </p:contentPart>
          </mc:Choice>
          <mc:Fallback xmlns="">
            <p:pic>
              <p:nvPicPr>
                <p:cNvPr id="32" name="Ink 31">
                  <a:extLst>
                    <a:ext uri="{FF2B5EF4-FFF2-40B4-BE49-F238E27FC236}">
                      <a16:creationId xmlns:a16="http://schemas.microsoft.com/office/drawing/2014/main" id="{78A88B5D-345A-8233-E291-DF6598947396}"/>
                    </a:ext>
                  </a:extLst>
                </p:cNvPr>
                <p:cNvPicPr/>
                <p:nvPr/>
              </p:nvPicPr>
              <p:blipFill>
                <a:blip r:embed="rId49"/>
                <a:stretch>
                  <a:fillRect/>
                </a:stretch>
              </p:blipFill>
              <p:spPr>
                <a:xfrm>
                  <a:off x="9706010" y="6276468"/>
                  <a:ext cx="18252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FA02DE0F-2A50-E39E-DE63-E5708919E3EF}"/>
                    </a:ext>
                  </a:extLst>
                </p14:cNvPr>
                <p14:cNvContentPartPr/>
                <p14:nvPr/>
              </p14:nvContentPartPr>
              <p14:xfrm>
                <a:off x="9758210" y="6413988"/>
                <a:ext cx="128520" cy="8280"/>
              </p14:xfrm>
            </p:contentPart>
          </mc:Choice>
          <mc:Fallback xmlns="">
            <p:pic>
              <p:nvPicPr>
                <p:cNvPr id="33" name="Ink 32">
                  <a:extLst>
                    <a:ext uri="{FF2B5EF4-FFF2-40B4-BE49-F238E27FC236}">
                      <a16:creationId xmlns:a16="http://schemas.microsoft.com/office/drawing/2014/main" id="{FA02DE0F-2A50-E39E-DE63-E5708919E3EF}"/>
                    </a:ext>
                  </a:extLst>
                </p:cNvPr>
                <p:cNvPicPr/>
                <p:nvPr/>
              </p:nvPicPr>
              <p:blipFill>
                <a:blip r:embed="rId51"/>
                <a:stretch>
                  <a:fillRect/>
                </a:stretch>
              </p:blipFill>
              <p:spPr>
                <a:xfrm>
                  <a:off x="9740260" y="6395988"/>
                  <a:ext cx="1640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D192CD0F-360F-DD14-B962-35E86B297AFC}"/>
                    </a:ext>
                  </a:extLst>
                </p14:cNvPr>
                <p14:cNvContentPartPr/>
                <p14:nvPr/>
              </p14:nvContentPartPr>
              <p14:xfrm>
                <a:off x="9961610" y="6328668"/>
                <a:ext cx="76680" cy="153720"/>
              </p14:xfrm>
            </p:contentPart>
          </mc:Choice>
          <mc:Fallback xmlns="">
            <p:pic>
              <p:nvPicPr>
                <p:cNvPr id="35" name="Ink 34">
                  <a:extLst>
                    <a:ext uri="{FF2B5EF4-FFF2-40B4-BE49-F238E27FC236}">
                      <a16:creationId xmlns:a16="http://schemas.microsoft.com/office/drawing/2014/main" id="{D192CD0F-360F-DD14-B962-35E86B297AFC}"/>
                    </a:ext>
                  </a:extLst>
                </p:cNvPr>
                <p:cNvPicPr/>
                <p:nvPr/>
              </p:nvPicPr>
              <p:blipFill>
                <a:blip r:embed="rId53"/>
                <a:stretch>
                  <a:fillRect/>
                </a:stretch>
              </p:blipFill>
              <p:spPr>
                <a:xfrm>
                  <a:off x="9943610" y="6310668"/>
                  <a:ext cx="11232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CE3DB0CF-F83F-FB63-46A4-E4F47B20CE40}"/>
                    </a:ext>
                  </a:extLst>
                </p14:cNvPr>
                <p14:cNvContentPartPr/>
                <p14:nvPr/>
              </p14:nvContentPartPr>
              <p14:xfrm>
                <a:off x="10066370" y="6390588"/>
                <a:ext cx="111600" cy="122400"/>
              </p14:xfrm>
            </p:contentPart>
          </mc:Choice>
          <mc:Fallback xmlns="">
            <p:pic>
              <p:nvPicPr>
                <p:cNvPr id="36" name="Ink 35">
                  <a:extLst>
                    <a:ext uri="{FF2B5EF4-FFF2-40B4-BE49-F238E27FC236}">
                      <a16:creationId xmlns:a16="http://schemas.microsoft.com/office/drawing/2014/main" id="{CE3DB0CF-F83F-FB63-46A4-E4F47B20CE40}"/>
                    </a:ext>
                  </a:extLst>
                </p:cNvPr>
                <p:cNvPicPr/>
                <p:nvPr/>
              </p:nvPicPr>
              <p:blipFill>
                <a:blip r:embed="rId55"/>
                <a:stretch>
                  <a:fillRect/>
                </a:stretch>
              </p:blipFill>
              <p:spPr>
                <a:xfrm>
                  <a:off x="10048312" y="6372588"/>
                  <a:ext cx="147355"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109D9E75-D516-0D80-16C3-128C6A50E9ED}"/>
                    </a:ext>
                  </a:extLst>
                </p14:cNvPr>
                <p14:cNvContentPartPr/>
                <p14:nvPr/>
              </p14:nvContentPartPr>
              <p14:xfrm>
                <a:off x="10233050" y="6460068"/>
                <a:ext cx="106560" cy="55440"/>
              </p14:xfrm>
            </p:contentPart>
          </mc:Choice>
          <mc:Fallback xmlns="">
            <p:pic>
              <p:nvPicPr>
                <p:cNvPr id="37" name="Ink 36">
                  <a:extLst>
                    <a:ext uri="{FF2B5EF4-FFF2-40B4-BE49-F238E27FC236}">
                      <a16:creationId xmlns:a16="http://schemas.microsoft.com/office/drawing/2014/main" id="{109D9E75-D516-0D80-16C3-128C6A50E9ED}"/>
                    </a:ext>
                  </a:extLst>
                </p:cNvPr>
                <p:cNvPicPr/>
                <p:nvPr/>
              </p:nvPicPr>
              <p:blipFill>
                <a:blip r:embed="rId57"/>
                <a:stretch>
                  <a:fillRect/>
                </a:stretch>
              </p:blipFill>
              <p:spPr>
                <a:xfrm>
                  <a:off x="10215050" y="6442068"/>
                  <a:ext cx="14220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FDA08C62-E51F-0CD9-203C-85564379E35D}"/>
                    </a:ext>
                  </a:extLst>
                </p14:cNvPr>
                <p14:cNvContentPartPr/>
                <p14:nvPr/>
              </p14:nvContentPartPr>
              <p14:xfrm>
                <a:off x="10413050" y="6481668"/>
                <a:ext cx="4320" cy="56160"/>
              </p14:xfrm>
            </p:contentPart>
          </mc:Choice>
          <mc:Fallback xmlns="">
            <p:pic>
              <p:nvPicPr>
                <p:cNvPr id="38" name="Ink 37">
                  <a:extLst>
                    <a:ext uri="{FF2B5EF4-FFF2-40B4-BE49-F238E27FC236}">
                      <a16:creationId xmlns:a16="http://schemas.microsoft.com/office/drawing/2014/main" id="{FDA08C62-E51F-0CD9-203C-85564379E35D}"/>
                    </a:ext>
                  </a:extLst>
                </p:cNvPr>
                <p:cNvPicPr/>
                <p:nvPr/>
              </p:nvPicPr>
              <p:blipFill>
                <a:blip r:embed="rId59"/>
                <a:stretch>
                  <a:fillRect/>
                </a:stretch>
              </p:blipFill>
              <p:spPr>
                <a:xfrm>
                  <a:off x="10395050" y="6463668"/>
                  <a:ext cx="3996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9" name="Ink 38">
                  <a:extLst>
                    <a:ext uri="{FF2B5EF4-FFF2-40B4-BE49-F238E27FC236}">
                      <a16:creationId xmlns:a16="http://schemas.microsoft.com/office/drawing/2014/main" id="{E350477F-BC63-6205-4C30-6C95C5D9C317}"/>
                    </a:ext>
                  </a:extLst>
                </p14:cNvPr>
                <p14:cNvContentPartPr/>
                <p14:nvPr/>
              </p14:nvContentPartPr>
              <p14:xfrm>
                <a:off x="10440050" y="6391308"/>
                <a:ext cx="78480" cy="87480"/>
              </p14:xfrm>
            </p:contentPart>
          </mc:Choice>
          <mc:Fallback xmlns="">
            <p:pic>
              <p:nvPicPr>
                <p:cNvPr id="39" name="Ink 38">
                  <a:extLst>
                    <a:ext uri="{FF2B5EF4-FFF2-40B4-BE49-F238E27FC236}">
                      <a16:creationId xmlns:a16="http://schemas.microsoft.com/office/drawing/2014/main" id="{E350477F-BC63-6205-4C30-6C95C5D9C317}"/>
                    </a:ext>
                  </a:extLst>
                </p:cNvPr>
                <p:cNvPicPr/>
                <p:nvPr/>
              </p:nvPicPr>
              <p:blipFill>
                <a:blip r:embed="rId61"/>
                <a:stretch>
                  <a:fillRect/>
                </a:stretch>
              </p:blipFill>
              <p:spPr>
                <a:xfrm>
                  <a:off x="10421967" y="6373308"/>
                  <a:ext cx="114284"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0" name="Ink 39">
                  <a:extLst>
                    <a:ext uri="{FF2B5EF4-FFF2-40B4-BE49-F238E27FC236}">
                      <a16:creationId xmlns:a16="http://schemas.microsoft.com/office/drawing/2014/main" id="{59D3631A-628B-8C36-D4AF-BD2F3FAA6C4A}"/>
                    </a:ext>
                  </a:extLst>
                </p14:cNvPr>
                <p14:cNvContentPartPr/>
                <p14:nvPr/>
              </p14:nvContentPartPr>
              <p14:xfrm>
                <a:off x="10544450" y="6392748"/>
                <a:ext cx="79560" cy="70560"/>
              </p14:xfrm>
            </p:contentPart>
          </mc:Choice>
          <mc:Fallback xmlns="">
            <p:pic>
              <p:nvPicPr>
                <p:cNvPr id="40" name="Ink 39">
                  <a:extLst>
                    <a:ext uri="{FF2B5EF4-FFF2-40B4-BE49-F238E27FC236}">
                      <a16:creationId xmlns:a16="http://schemas.microsoft.com/office/drawing/2014/main" id="{59D3631A-628B-8C36-D4AF-BD2F3FAA6C4A}"/>
                    </a:ext>
                  </a:extLst>
                </p:cNvPr>
                <p:cNvPicPr/>
                <p:nvPr/>
              </p:nvPicPr>
              <p:blipFill>
                <a:blip r:embed="rId63"/>
                <a:stretch>
                  <a:fillRect/>
                </a:stretch>
              </p:blipFill>
              <p:spPr>
                <a:xfrm>
                  <a:off x="10526450" y="6374748"/>
                  <a:ext cx="11520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1" name="Ink 40">
                  <a:extLst>
                    <a:ext uri="{FF2B5EF4-FFF2-40B4-BE49-F238E27FC236}">
                      <a16:creationId xmlns:a16="http://schemas.microsoft.com/office/drawing/2014/main" id="{3F7362FB-4594-B150-983A-3CB8435780F5}"/>
                    </a:ext>
                  </a:extLst>
                </p14:cNvPr>
                <p14:cNvContentPartPr/>
                <p14:nvPr/>
              </p14:nvContentPartPr>
              <p14:xfrm>
                <a:off x="10671170" y="6469068"/>
                <a:ext cx="114120" cy="48600"/>
              </p14:xfrm>
            </p:contentPart>
          </mc:Choice>
          <mc:Fallback xmlns="">
            <p:pic>
              <p:nvPicPr>
                <p:cNvPr id="41" name="Ink 40">
                  <a:extLst>
                    <a:ext uri="{FF2B5EF4-FFF2-40B4-BE49-F238E27FC236}">
                      <a16:creationId xmlns:a16="http://schemas.microsoft.com/office/drawing/2014/main" id="{3F7362FB-4594-B150-983A-3CB8435780F5}"/>
                    </a:ext>
                  </a:extLst>
                </p:cNvPr>
                <p:cNvPicPr/>
                <p:nvPr/>
              </p:nvPicPr>
              <p:blipFill>
                <a:blip r:embed="rId65"/>
                <a:stretch>
                  <a:fillRect/>
                </a:stretch>
              </p:blipFill>
              <p:spPr>
                <a:xfrm>
                  <a:off x="10653170" y="6451068"/>
                  <a:ext cx="14976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2ADFC030-0576-A7FD-C542-7A5486E6CEFF}"/>
                    </a:ext>
                  </a:extLst>
                </p14:cNvPr>
                <p14:cNvContentPartPr/>
                <p14:nvPr/>
              </p14:nvContentPartPr>
              <p14:xfrm>
                <a:off x="10758290" y="6305628"/>
                <a:ext cx="144720" cy="249480"/>
              </p14:xfrm>
            </p:contentPart>
          </mc:Choice>
          <mc:Fallback xmlns="">
            <p:pic>
              <p:nvPicPr>
                <p:cNvPr id="42" name="Ink 41">
                  <a:extLst>
                    <a:ext uri="{FF2B5EF4-FFF2-40B4-BE49-F238E27FC236}">
                      <a16:creationId xmlns:a16="http://schemas.microsoft.com/office/drawing/2014/main" id="{2ADFC030-0576-A7FD-C542-7A5486E6CEFF}"/>
                    </a:ext>
                  </a:extLst>
                </p:cNvPr>
                <p:cNvPicPr/>
                <p:nvPr/>
              </p:nvPicPr>
              <p:blipFill>
                <a:blip r:embed="rId67"/>
                <a:stretch>
                  <a:fillRect/>
                </a:stretch>
              </p:blipFill>
              <p:spPr>
                <a:xfrm>
                  <a:off x="10740245" y="6287602"/>
                  <a:ext cx="180449" cy="285172"/>
                </a:xfrm>
                <a:prstGeom prst="rect">
                  <a:avLst/>
                </a:prstGeom>
              </p:spPr>
            </p:pic>
          </mc:Fallback>
        </mc:AlternateContent>
      </p:grpSp>
      <p:grpSp>
        <p:nvGrpSpPr>
          <p:cNvPr id="55" name="Group 54">
            <a:extLst>
              <a:ext uri="{FF2B5EF4-FFF2-40B4-BE49-F238E27FC236}">
                <a16:creationId xmlns:a16="http://schemas.microsoft.com/office/drawing/2014/main" id="{A85B5FCF-A590-0244-A3F4-E8F216CBD4F6}"/>
              </a:ext>
            </a:extLst>
          </p:cNvPr>
          <p:cNvGrpSpPr/>
          <p:nvPr/>
        </p:nvGrpSpPr>
        <p:grpSpPr>
          <a:xfrm>
            <a:off x="9825890" y="5181708"/>
            <a:ext cx="1567800" cy="809280"/>
            <a:chOff x="9825890" y="5181708"/>
            <a:chExt cx="1567800" cy="809280"/>
          </a:xfrm>
        </p:grpSpPr>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7489D7C6-E5BF-DCA1-43D8-0AB6654C2628}"/>
                    </a:ext>
                  </a:extLst>
                </p14:cNvPr>
                <p14:cNvContentPartPr/>
                <p14:nvPr/>
              </p14:nvContentPartPr>
              <p14:xfrm>
                <a:off x="9825890" y="5646828"/>
                <a:ext cx="367920" cy="344160"/>
              </p14:xfrm>
            </p:contentPart>
          </mc:Choice>
          <mc:Fallback xmlns="">
            <p:pic>
              <p:nvPicPr>
                <p:cNvPr id="44" name="Ink 43">
                  <a:extLst>
                    <a:ext uri="{FF2B5EF4-FFF2-40B4-BE49-F238E27FC236}">
                      <a16:creationId xmlns:a16="http://schemas.microsoft.com/office/drawing/2014/main" id="{7489D7C6-E5BF-DCA1-43D8-0AB6654C2628}"/>
                    </a:ext>
                  </a:extLst>
                </p:cNvPr>
                <p:cNvPicPr/>
                <p:nvPr/>
              </p:nvPicPr>
              <p:blipFill>
                <a:blip r:embed="rId69"/>
                <a:stretch>
                  <a:fillRect/>
                </a:stretch>
              </p:blipFill>
              <p:spPr>
                <a:xfrm>
                  <a:off x="9807908" y="5628828"/>
                  <a:ext cx="403525"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24EF31A3-0404-5A50-B5B2-D5605DEE7653}"/>
                    </a:ext>
                  </a:extLst>
                </p14:cNvPr>
                <p14:cNvContentPartPr/>
                <p14:nvPr/>
              </p14:nvContentPartPr>
              <p14:xfrm>
                <a:off x="10208930" y="5434068"/>
                <a:ext cx="237960" cy="325800"/>
              </p14:xfrm>
            </p:contentPart>
          </mc:Choice>
          <mc:Fallback xmlns="">
            <p:pic>
              <p:nvPicPr>
                <p:cNvPr id="45" name="Ink 44">
                  <a:extLst>
                    <a:ext uri="{FF2B5EF4-FFF2-40B4-BE49-F238E27FC236}">
                      <a16:creationId xmlns:a16="http://schemas.microsoft.com/office/drawing/2014/main" id="{24EF31A3-0404-5A50-B5B2-D5605DEE7653}"/>
                    </a:ext>
                  </a:extLst>
                </p:cNvPr>
                <p:cNvPicPr/>
                <p:nvPr/>
              </p:nvPicPr>
              <p:blipFill>
                <a:blip r:embed="rId71"/>
                <a:stretch>
                  <a:fillRect/>
                </a:stretch>
              </p:blipFill>
              <p:spPr>
                <a:xfrm>
                  <a:off x="10190930" y="5416068"/>
                  <a:ext cx="27360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94CDCBAA-25EE-B90C-EBBC-E24FAA2DB902}"/>
                    </a:ext>
                  </a:extLst>
                </p14:cNvPr>
                <p14:cNvContentPartPr/>
                <p14:nvPr/>
              </p14:nvContentPartPr>
              <p14:xfrm>
                <a:off x="10589090" y="5243628"/>
                <a:ext cx="101520" cy="132840"/>
              </p14:xfrm>
            </p:contentPart>
          </mc:Choice>
          <mc:Fallback xmlns="">
            <p:pic>
              <p:nvPicPr>
                <p:cNvPr id="47" name="Ink 46">
                  <a:extLst>
                    <a:ext uri="{FF2B5EF4-FFF2-40B4-BE49-F238E27FC236}">
                      <a16:creationId xmlns:a16="http://schemas.microsoft.com/office/drawing/2014/main" id="{94CDCBAA-25EE-B90C-EBBC-E24FAA2DB902}"/>
                    </a:ext>
                  </a:extLst>
                </p:cNvPr>
                <p:cNvPicPr/>
                <p:nvPr/>
              </p:nvPicPr>
              <p:blipFill>
                <a:blip r:embed="rId73"/>
                <a:stretch>
                  <a:fillRect/>
                </a:stretch>
              </p:blipFill>
              <p:spPr>
                <a:xfrm>
                  <a:off x="10571026" y="5225579"/>
                  <a:ext cx="137287" cy="168577"/>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12113FC9-53A3-9E8C-D08E-01AA3103D4B1}"/>
                    </a:ext>
                  </a:extLst>
                </p14:cNvPr>
                <p14:cNvContentPartPr/>
                <p14:nvPr/>
              </p14:nvContentPartPr>
              <p14:xfrm>
                <a:off x="10759010" y="5354148"/>
                <a:ext cx="82800" cy="79200"/>
              </p14:xfrm>
            </p:contentPart>
          </mc:Choice>
          <mc:Fallback xmlns="">
            <p:pic>
              <p:nvPicPr>
                <p:cNvPr id="48" name="Ink 47">
                  <a:extLst>
                    <a:ext uri="{FF2B5EF4-FFF2-40B4-BE49-F238E27FC236}">
                      <a16:creationId xmlns:a16="http://schemas.microsoft.com/office/drawing/2014/main" id="{12113FC9-53A3-9E8C-D08E-01AA3103D4B1}"/>
                    </a:ext>
                  </a:extLst>
                </p:cNvPr>
                <p:cNvPicPr/>
                <p:nvPr/>
              </p:nvPicPr>
              <p:blipFill>
                <a:blip r:embed="rId75"/>
                <a:stretch>
                  <a:fillRect/>
                </a:stretch>
              </p:blipFill>
              <p:spPr>
                <a:xfrm>
                  <a:off x="10741010" y="5336066"/>
                  <a:ext cx="118440" cy="115003"/>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0" name="Ink 49">
                  <a:extLst>
                    <a:ext uri="{FF2B5EF4-FFF2-40B4-BE49-F238E27FC236}">
                      <a16:creationId xmlns:a16="http://schemas.microsoft.com/office/drawing/2014/main" id="{B0AE7ABD-9B9D-272C-195D-FEADCABADC09}"/>
                    </a:ext>
                  </a:extLst>
                </p14:cNvPr>
                <p14:cNvContentPartPr/>
                <p14:nvPr/>
              </p14:nvContentPartPr>
              <p14:xfrm>
                <a:off x="10985090" y="5253708"/>
                <a:ext cx="84240" cy="10800"/>
              </p14:xfrm>
            </p:contentPart>
          </mc:Choice>
          <mc:Fallback xmlns="">
            <p:pic>
              <p:nvPicPr>
                <p:cNvPr id="50" name="Ink 49">
                  <a:extLst>
                    <a:ext uri="{FF2B5EF4-FFF2-40B4-BE49-F238E27FC236}">
                      <a16:creationId xmlns:a16="http://schemas.microsoft.com/office/drawing/2014/main" id="{B0AE7ABD-9B9D-272C-195D-FEADCABADC09}"/>
                    </a:ext>
                  </a:extLst>
                </p:cNvPr>
                <p:cNvPicPr/>
                <p:nvPr/>
              </p:nvPicPr>
              <p:blipFill>
                <a:blip r:embed="rId77"/>
                <a:stretch>
                  <a:fillRect/>
                </a:stretch>
              </p:blipFill>
              <p:spPr>
                <a:xfrm>
                  <a:off x="10967090" y="5235708"/>
                  <a:ext cx="1198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1" name="Ink 50">
                  <a:extLst>
                    <a:ext uri="{FF2B5EF4-FFF2-40B4-BE49-F238E27FC236}">
                      <a16:creationId xmlns:a16="http://schemas.microsoft.com/office/drawing/2014/main" id="{A0376AD6-FFA7-D49A-8DB6-DBCEECA30AD7}"/>
                    </a:ext>
                  </a:extLst>
                </p14:cNvPr>
                <p14:cNvContentPartPr/>
                <p14:nvPr/>
              </p14:nvContentPartPr>
              <p14:xfrm>
                <a:off x="10999130" y="5306268"/>
                <a:ext cx="73440" cy="3240"/>
              </p14:xfrm>
            </p:contentPart>
          </mc:Choice>
          <mc:Fallback xmlns="">
            <p:pic>
              <p:nvPicPr>
                <p:cNvPr id="51" name="Ink 50">
                  <a:extLst>
                    <a:ext uri="{FF2B5EF4-FFF2-40B4-BE49-F238E27FC236}">
                      <a16:creationId xmlns:a16="http://schemas.microsoft.com/office/drawing/2014/main" id="{A0376AD6-FFA7-D49A-8DB6-DBCEECA30AD7}"/>
                    </a:ext>
                  </a:extLst>
                </p:cNvPr>
                <p:cNvPicPr/>
                <p:nvPr/>
              </p:nvPicPr>
              <p:blipFill>
                <a:blip r:embed="rId79"/>
                <a:stretch>
                  <a:fillRect/>
                </a:stretch>
              </p:blipFill>
              <p:spPr>
                <a:xfrm>
                  <a:off x="10981130" y="5288268"/>
                  <a:ext cx="10908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2" name="Ink 51">
                  <a:extLst>
                    <a:ext uri="{FF2B5EF4-FFF2-40B4-BE49-F238E27FC236}">
                      <a16:creationId xmlns:a16="http://schemas.microsoft.com/office/drawing/2014/main" id="{B0F63C0C-56EB-C88E-8F78-65BA60891386}"/>
                    </a:ext>
                  </a:extLst>
                </p14:cNvPr>
                <p14:cNvContentPartPr/>
                <p14:nvPr/>
              </p14:nvContentPartPr>
              <p14:xfrm>
                <a:off x="11148530" y="5181708"/>
                <a:ext cx="18360" cy="59760"/>
              </p14:xfrm>
            </p:contentPart>
          </mc:Choice>
          <mc:Fallback xmlns="">
            <p:pic>
              <p:nvPicPr>
                <p:cNvPr id="52" name="Ink 51">
                  <a:extLst>
                    <a:ext uri="{FF2B5EF4-FFF2-40B4-BE49-F238E27FC236}">
                      <a16:creationId xmlns:a16="http://schemas.microsoft.com/office/drawing/2014/main" id="{B0F63C0C-56EB-C88E-8F78-65BA60891386}"/>
                    </a:ext>
                  </a:extLst>
                </p:cNvPr>
                <p:cNvPicPr/>
                <p:nvPr/>
              </p:nvPicPr>
              <p:blipFill>
                <a:blip r:embed="rId81"/>
                <a:stretch>
                  <a:fillRect/>
                </a:stretch>
              </p:blipFill>
              <p:spPr>
                <a:xfrm>
                  <a:off x="11130530" y="5163708"/>
                  <a:ext cx="5400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3" name="Ink 52">
                  <a:extLst>
                    <a:ext uri="{FF2B5EF4-FFF2-40B4-BE49-F238E27FC236}">
                      <a16:creationId xmlns:a16="http://schemas.microsoft.com/office/drawing/2014/main" id="{DABEED88-42D7-4DC6-64A8-A22797DD49C6}"/>
                    </a:ext>
                  </a:extLst>
                </p14:cNvPr>
                <p14:cNvContentPartPr/>
                <p14:nvPr/>
              </p14:nvContentPartPr>
              <p14:xfrm>
                <a:off x="11246090" y="5233548"/>
                <a:ext cx="10080" cy="75960"/>
              </p14:xfrm>
            </p:contentPart>
          </mc:Choice>
          <mc:Fallback xmlns="">
            <p:pic>
              <p:nvPicPr>
                <p:cNvPr id="53" name="Ink 52">
                  <a:extLst>
                    <a:ext uri="{FF2B5EF4-FFF2-40B4-BE49-F238E27FC236}">
                      <a16:creationId xmlns:a16="http://schemas.microsoft.com/office/drawing/2014/main" id="{DABEED88-42D7-4DC6-64A8-A22797DD49C6}"/>
                    </a:ext>
                  </a:extLst>
                </p:cNvPr>
                <p:cNvPicPr/>
                <p:nvPr/>
              </p:nvPicPr>
              <p:blipFill>
                <a:blip r:embed="rId83"/>
                <a:stretch>
                  <a:fillRect/>
                </a:stretch>
              </p:blipFill>
              <p:spPr>
                <a:xfrm>
                  <a:off x="11228090" y="5215548"/>
                  <a:ext cx="457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4" name="Ink 53">
                  <a:extLst>
                    <a:ext uri="{FF2B5EF4-FFF2-40B4-BE49-F238E27FC236}">
                      <a16:creationId xmlns:a16="http://schemas.microsoft.com/office/drawing/2014/main" id="{DFCA222B-8517-FDED-C8B3-E656D749DBBB}"/>
                    </a:ext>
                  </a:extLst>
                </p14:cNvPr>
                <p14:cNvContentPartPr/>
                <p14:nvPr/>
              </p14:nvContentPartPr>
              <p14:xfrm>
                <a:off x="11306930" y="5280708"/>
                <a:ext cx="86760" cy="94320"/>
              </p14:xfrm>
            </p:contentPart>
          </mc:Choice>
          <mc:Fallback xmlns="">
            <p:pic>
              <p:nvPicPr>
                <p:cNvPr id="54" name="Ink 53">
                  <a:extLst>
                    <a:ext uri="{FF2B5EF4-FFF2-40B4-BE49-F238E27FC236}">
                      <a16:creationId xmlns:a16="http://schemas.microsoft.com/office/drawing/2014/main" id="{DFCA222B-8517-FDED-C8B3-E656D749DBBB}"/>
                    </a:ext>
                  </a:extLst>
                </p:cNvPr>
                <p:cNvPicPr/>
                <p:nvPr/>
              </p:nvPicPr>
              <p:blipFill>
                <a:blip r:embed="rId85"/>
                <a:stretch>
                  <a:fillRect/>
                </a:stretch>
              </p:blipFill>
              <p:spPr>
                <a:xfrm>
                  <a:off x="11288930" y="5262708"/>
                  <a:ext cx="122400" cy="129960"/>
                </a:xfrm>
                <a:prstGeom prst="rect">
                  <a:avLst/>
                </a:prstGeom>
              </p:spPr>
            </p:pic>
          </mc:Fallback>
        </mc:AlternateContent>
      </p:grpSp>
    </p:spTree>
    <p:extLst>
      <p:ext uri="{BB962C8B-B14F-4D97-AF65-F5344CB8AC3E}">
        <p14:creationId xmlns:p14="http://schemas.microsoft.com/office/powerpoint/2010/main" val="260467473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7"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E4742-F0E2-D892-BD26-3E5A80C7180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1E56438-2515-045F-D620-30AE5C6D74FA}"/>
              </a:ext>
            </a:extLst>
          </p:cNvPr>
          <p:cNvSpPr>
            <a:spLocks noGrp="1"/>
          </p:cNvSpPr>
          <p:nvPr>
            <p:ph type="title"/>
          </p:nvPr>
        </p:nvSpPr>
        <p:spPr/>
        <p:txBody>
          <a:bodyPr>
            <a:normAutofit/>
          </a:bodyPr>
          <a:lstStyle/>
          <a:p>
            <a:r>
              <a:rPr lang="en-GB"/>
              <a:t>Butcher tableaux</a:t>
            </a:r>
          </a:p>
        </p:txBody>
      </p:sp>
      <p:pic>
        <p:nvPicPr>
          <p:cNvPr id="10" name="Picture 9">
            <a:extLst>
              <a:ext uri="{FF2B5EF4-FFF2-40B4-BE49-F238E27FC236}">
                <a16:creationId xmlns:a16="http://schemas.microsoft.com/office/drawing/2014/main" id="{2B8B3FBC-7F61-804C-DAC0-091F2E3BF9A9}"/>
              </a:ext>
            </a:extLst>
          </p:cNvPr>
          <p:cNvPicPr>
            <a:picLocks noChangeAspect="1"/>
          </p:cNvPicPr>
          <p:nvPr/>
        </p:nvPicPr>
        <p:blipFill>
          <a:blip r:embed="rId2"/>
          <a:stretch>
            <a:fillRect/>
          </a:stretch>
        </p:blipFill>
        <p:spPr>
          <a:xfrm>
            <a:off x="3799199" y="3432426"/>
            <a:ext cx="4647283" cy="2532508"/>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755A01C-E036-966F-9866-7D162C8D6D66}"/>
                  </a:ext>
                </a:extLst>
              </p:cNvPr>
              <p:cNvSpPr txBox="1"/>
              <p:nvPr/>
            </p:nvSpPr>
            <p:spPr>
              <a:xfrm>
                <a:off x="2835929" y="1804403"/>
                <a:ext cx="2233688" cy="756233"/>
              </a:xfrm>
              <a:prstGeom prst="rect">
                <a:avLst/>
              </a:prstGeom>
              <a:noFill/>
            </p:spPr>
            <p:txBody>
              <a:bodyPr wrap="none" lIns="0" tIns="0" rIns="0" bIns="0" rtlCol="0">
                <a:spAutoFit/>
              </a:bodyPr>
              <a:lstStyle/>
              <a:p>
                <a:pPr/>
                <a14:m>
                  <m:oMathPara xmlns:m="http://schemas.openxmlformats.org/officeDocument/2006/math">
                    <m:o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i="1" smtClean="0">
                              <a:latin typeface="Cambria Math" panose="02040503050406030204" pitchFamily="18" charset="0"/>
                            </a:rPr>
                            <m:t>𝑛</m:t>
                          </m:r>
                          <m:r>
                            <a:rPr lang="en-GB" i="1" smtClean="0">
                              <a:latin typeface="Cambria Math" panose="02040503050406030204" pitchFamily="18" charset="0"/>
                            </a:rPr>
                            <m:t>+1</m:t>
                          </m:r>
                        </m:sub>
                      </m:sSub>
                      <m:r>
                        <a:rPr lang="en-GB"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nary>
                        <m:naryPr>
                          <m:chr m:val="∑"/>
                          <m:limLoc m:val="undOvr"/>
                          <m:grow m:val="on"/>
                          <m:ctrlPr>
                            <a:rPr lang="en-GB" i="1" smtClean="0">
                              <a:latin typeface="Cambria Math" panose="02040503050406030204" pitchFamily="18" charset="0"/>
                            </a:rPr>
                          </m:ctrlPr>
                        </m:naryPr>
                        <m:sub>
                          <m:r>
                            <a:rPr lang="en-GB" i="1" smtClean="0">
                              <a:latin typeface="Cambria Math" panose="02040503050406030204" pitchFamily="18" charset="0"/>
                            </a:rPr>
                            <m:t>𝑖</m:t>
                          </m:r>
                          <m:r>
                            <a:rPr lang="en-GB" i="1" smtClean="0">
                              <a:latin typeface="Cambria Math" panose="02040503050406030204" pitchFamily="18" charset="0"/>
                            </a:rPr>
                            <m:t>=1</m:t>
                          </m:r>
                        </m:sub>
                        <m:sup>
                          <m:r>
                            <a:rPr lang="en-GB" i="1" smtClean="0">
                              <a:latin typeface="Cambria Math" panose="02040503050406030204" pitchFamily="18" charset="0"/>
                            </a:rPr>
                            <m:t>𝑠</m:t>
                          </m:r>
                        </m:sup>
                        <m:e>
                          <m:sSub>
                            <m:sSubPr>
                              <m:ctrlPr>
                                <a:rPr lang="en-GB" i="1" smtClean="0">
                                  <a:latin typeface="Cambria Math" panose="02040503050406030204" pitchFamily="18" charset="0"/>
                                </a:rPr>
                              </m:ctrlPr>
                            </m:sSubPr>
                            <m:e>
                              <m:r>
                                <a:rPr lang="en-GB" i="1" smtClean="0">
                                  <a:latin typeface="Cambria Math" panose="02040503050406030204" pitchFamily="18" charset="0"/>
                                </a:rPr>
                                <m:t>𝑏</m:t>
                              </m:r>
                            </m:e>
                            <m:sub>
                              <m:r>
                                <a:rPr lang="en-GB" i="1" smtClean="0">
                                  <a:latin typeface="Cambria Math" panose="02040503050406030204" pitchFamily="18" charset="0"/>
                                </a:rPr>
                                <m:t>𝑖</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𝑖</m:t>
                              </m:r>
                            </m:sub>
                          </m:sSub>
                        </m:e>
                      </m:nary>
                    </m:oMath>
                  </m:oMathPara>
                </a14:m>
                <a:endParaRPr lang="en-GB"/>
              </a:p>
            </p:txBody>
          </p:sp>
        </mc:Choice>
        <mc:Fallback xmlns="">
          <p:sp>
            <p:nvSpPr>
              <p:cNvPr id="2" name="TextBox 1">
                <a:extLst>
                  <a:ext uri="{FF2B5EF4-FFF2-40B4-BE49-F238E27FC236}">
                    <a16:creationId xmlns:a16="http://schemas.microsoft.com/office/drawing/2014/main" id="{4755A01C-E036-966F-9866-7D162C8D6D66}"/>
                  </a:ext>
                </a:extLst>
              </p:cNvPr>
              <p:cNvSpPr txBox="1">
                <a:spLocks noRot="1" noChangeAspect="1" noMove="1" noResize="1" noEditPoints="1" noAdjustHandles="1" noChangeArrowheads="1" noChangeShapeType="1" noTextEdit="1"/>
              </p:cNvSpPr>
              <p:nvPr/>
            </p:nvSpPr>
            <p:spPr>
              <a:xfrm>
                <a:off x="2835929" y="1804403"/>
                <a:ext cx="2233688" cy="75623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A56284A-BE46-E5E0-7187-2A81E877AD9F}"/>
                  </a:ext>
                </a:extLst>
              </p:cNvPr>
              <p:cNvSpPr txBox="1"/>
              <p:nvPr/>
            </p:nvSpPr>
            <p:spPr>
              <a:xfrm>
                <a:off x="5534324" y="1212589"/>
                <a:ext cx="5819478" cy="1422056"/>
              </a:xfrm>
              <a:prstGeom prst="rect">
                <a:avLst/>
              </a:prstGeom>
              <a:noFill/>
            </p:spPr>
            <p:txBody>
              <a:bodyPr wrap="none" lIns="0" tIns="0" rIns="0" bIns="0" rtlCol="0">
                <a:spAutoFit/>
              </a:bodyPr>
              <a:lstStyle/>
              <a:p>
                <a:pPr/>
                <a14:m>
                  <m:oMathPara xmlns:m="http://schemas.openxmlformats.org/officeDocument/2006/math">
                    <m:oMath>
                      <m:m>
                        <m:mPr>
                          <m:plcHide m:val="on"/>
                          <m:mcs>
                            <m:mc>
                              <m:mcPr>
                                <m:count m:val="1"/>
                                <m:mcJc m:val="center"/>
                              </m:mcPr>
                            </m:mc>
                          </m:mcs>
                          <m:ctrlPr>
                            <a:rPr lang="en-GB" i="1" smtClean="0">
                              <a:solidFill>
                                <a:srgbClr val="836967"/>
                              </a:solidFill>
                              <a:latin typeface="Cambria Math" panose="02040503050406030204" pitchFamily="18" charset="0"/>
                            </a:rPr>
                          </m:ctrlPr>
                        </m:mPr>
                        <m:mr>
                          <m:e>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1</m:t>
                                </m:r>
                              </m:sub>
                            </m:sSub>
                            <m:r>
                              <a:rPr lang="en-GB" i="1" smtClean="0">
                                <a:latin typeface="Cambria Math" panose="02040503050406030204" pitchFamily="18" charset="0"/>
                              </a:rPr>
                              <m:t>=</m:t>
                            </m:r>
                            <m:r>
                              <a:rPr lang="en-GB" i="1" smtClean="0">
                                <a:latin typeface="Cambria Math" panose="02040503050406030204" pitchFamily="18" charset="0"/>
                              </a:rPr>
                              <m:t>𝐹</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smtClean="0">
                                        <a:latin typeface="Cambria Math" panose="02040503050406030204" pitchFamily="18" charset="0"/>
                                      </a:rPr>
                                      <m:t>𝑛</m:t>
                                    </m:r>
                                  </m:sub>
                                </m:sSub>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e>
                            </m:d>
                          </m:e>
                        </m:mr>
                        <m:mr>
                          <m:e>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2</m:t>
                                </m:r>
                              </m:sub>
                            </m:sSub>
                            <m:r>
                              <a:rPr lang="en-GB" i="1" smtClean="0">
                                <a:latin typeface="Cambria Math" panose="02040503050406030204" pitchFamily="18" charset="0"/>
                              </a:rPr>
                              <m:t>=</m:t>
                            </m:r>
                            <m:r>
                              <a:rPr lang="en-GB"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d>
                                  <m:dPr>
                                    <m:ctrlPr>
                                      <a:rPr lang="en-GB" i="1" smtClean="0">
                                        <a:latin typeface="Cambria Math" panose="02040503050406030204" pitchFamily="18" charset="0"/>
                                      </a:rPr>
                                    </m:ctrlPr>
                                  </m:dPr>
                                  <m:e>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21</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1</m:t>
                                        </m:r>
                                      </m:sub>
                                    </m:sSub>
                                  </m:e>
                                </m:d>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sSub>
                                  <m:sSubPr>
                                    <m:ctrlPr>
                                      <a:rPr lang="en-GB" i="1" smtClean="0">
                                        <a:latin typeface="Cambria Math" panose="02040503050406030204" pitchFamily="18" charset="0"/>
                                      </a:rPr>
                                    </m:ctrlPr>
                                  </m:sSubPr>
                                  <m:e>
                                    <m:r>
                                      <a:rPr lang="en-GB" i="1" smtClean="0">
                                        <a:latin typeface="Cambria Math" panose="02040503050406030204" pitchFamily="18" charset="0"/>
                                      </a:rPr>
                                      <m:t>𝑐</m:t>
                                    </m:r>
                                  </m:e>
                                  <m:sub>
                                    <m:r>
                                      <a:rPr lang="en-GB" i="1" smtClean="0">
                                        <a:latin typeface="Cambria Math" panose="02040503050406030204" pitchFamily="18" charset="0"/>
                                      </a:rPr>
                                      <m:t>2</m:t>
                                    </m:r>
                                  </m:sub>
                                </m:sSub>
                              </m:e>
                            </m:d>
                          </m:e>
                        </m:mr>
                        <m:mr>
                          <m:e>
                            <m:eqArr>
                              <m:eqArrPr>
                                <m:ctrlPr>
                                  <a:rPr lang="en-GB" i="1" smtClean="0">
                                    <a:solidFill>
                                      <a:srgbClr val="836967"/>
                                    </a:solidFill>
                                    <a:latin typeface="Cambria Math" panose="02040503050406030204" pitchFamily="18" charset="0"/>
                                  </a:rPr>
                                </m:ctrlPr>
                              </m:eqArrPr>
                              <m:e>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3</m:t>
                                    </m:r>
                                  </m:sub>
                                </m:sSub>
                                <m:r>
                                  <a:rPr lang="en-GB" i="1" smtClean="0">
                                    <a:latin typeface="Cambria Math" panose="02040503050406030204" pitchFamily="18" charset="0"/>
                                  </a:rPr>
                                  <m:t>=</m:t>
                                </m:r>
                                <m:r>
                                  <a:rPr lang="en-GB"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d>
                                      <m:dPr>
                                        <m:ctrlPr>
                                          <a:rPr lang="en-GB" i="1" smtClean="0">
                                            <a:latin typeface="Cambria Math" panose="02040503050406030204" pitchFamily="18" charset="0"/>
                                          </a:rPr>
                                        </m:ctrlPr>
                                      </m:dPr>
                                      <m:e>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31</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1</m:t>
                                            </m:r>
                                          </m:sub>
                                        </m:sSub>
                                        <m:r>
                                          <a:rPr lang="en-GB" i="1" smtClean="0">
                                            <a:latin typeface="Cambria Math" panose="02040503050406030204" pitchFamily="18" charset="0"/>
                                          </a:rPr>
                                          <m:t>+</m:t>
                                        </m:r>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32</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𝑘</m:t>
                                            </m:r>
                                          </m:e>
                                          <m:sub>
                                            <m:r>
                                              <a:rPr lang="en-GB" i="1" smtClean="0">
                                                <a:latin typeface="Cambria Math" panose="02040503050406030204" pitchFamily="18" charset="0"/>
                                              </a:rPr>
                                              <m:t>2</m:t>
                                            </m:r>
                                          </m:sub>
                                        </m:sSub>
                                      </m:e>
                                    </m:d>
                                    <m:r>
                                      <a:rPr lang="en-GB"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i="1" smtClean="0">
                                            <a:latin typeface="Cambria Math" panose="02040503050406030204" pitchFamily="18" charset="0"/>
                                          </a:rPr>
                                          <m:t>𝑛</m:t>
                                        </m:r>
                                      </m:sub>
                                    </m:sSub>
                                    <m:r>
                                      <a:rPr lang="en-GB" i="1" smtClean="0">
                                        <a:latin typeface="Cambria Math" panose="02040503050406030204" pitchFamily="18" charset="0"/>
                                      </a:rPr>
                                      <m:t>+</m:t>
                                    </m:r>
                                    <m:r>
                                      <a:rPr lang="en-GB" i="1" smtClean="0">
                                        <a:latin typeface="Cambria Math" panose="02040503050406030204" pitchFamily="18" charset="0"/>
                                      </a:rPr>
                                      <m:t>ℎ</m:t>
                                    </m:r>
                                    <m:sSub>
                                      <m:sSubPr>
                                        <m:ctrlPr>
                                          <a:rPr lang="en-GB" i="1" smtClean="0">
                                            <a:latin typeface="Cambria Math" panose="02040503050406030204" pitchFamily="18" charset="0"/>
                                          </a:rPr>
                                        </m:ctrlPr>
                                      </m:sSubPr>
                                      <m:e>
                                        <m:r>
                                          <a:rPr lang="en-GB" i="1" smtClean="0">
                                            <a:latin typeface="Cambria Math" panose="02040503050406030204" pitchFamily="18" charset="0"/>
                                          </a:rPr>
                                          <m:t>𝑐</m:t>
                                        </m:r>
                                      </m:e>
                                      <m:sub>
                                        <m:r>
                                          <a:rPr lang="en-GB" i="1" smtClean="0">
                                            <a:latin typeface="Cambria Math" panose="02040503050406030204" pitchFamily="18" charset="0"/>
                                          </a:rPr>
                                          <m:t>3</m:t>
                                        </m:r>
                                      </m:sub>
                                    </m:sSub>
                                  </m:e>
                                </m:d>
                              </m:e>
                              <m:e>
                                <m:r>
                                  <a:rPr lang="en-GB" b="0" i="1" smtClean="0">
                                    <a:latin typeface="Cambria Math" panose="02040503050406030204" pitchFamily="18" charset="0"/>
                                  </a:rPr>
                                  <m:t>⋮</m:t>
                                </m:r>
                              </m:e>
                              <m:e>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𝑠</m:t>
                                    </m:r>
                                  </m:sub>
                                </m:sSub>
                                <m:r>
                                  <a:rPr lang="en-GB" b="0" i="1" smtClean="0">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𝑛</m:t>
                                        </m:r>
                                      </m:sub>
                                    </m:sSub>
                                    <m:r>
                                      <a:rPr lang="en-GB" b="0" i="1" smtClean="0">
                                        <a:latin typeface="Cambria Math" panose="02040503050406030204" pitchFamily="18" charset="0"/>
                                      </a:rPr>
                                      <m:t>+</m:t>
                                    </m:r>
                                    <m:r>
                                      <a:rPr lang="en-GB" b="0" i="1" smtClean="0">
                                        <a:latin typeface="Cambria Math" panose="02040503050406030204" pitchFamily="18" charset="0"/>
                                      </a:rPr>
                                      <m:t>ℎ</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𝑠</m:t>
                                            </m:r>
                                            <m:r>
                                              <a:rPr lang="en-GB" b="0" i="1" smtClean="0">
                                                <a:latin typeface="Cambria Math" panose="02040503050406030204" pitchFamily="18" charset="0"/>
                                              </a:rPr>
                                              <m:t>1</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𝑠</m:t>
                                            </m:r>
                                            <m:r>
                                              <a:rPr lang="en-GB" b="0" i="1" smtClean="0">
                                                <a:latin typeface="Cambria Math" panose="02040503050406030204" pitchFamily="18" charset="0"/>
                                              </a:rPr>
                                              <m:t>2</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𝑠</m:t>
                                            </m:r>
                                            <m:r>
                                              <a:rPr lang="en-GB" b="0" i="1" smtClean="0">
                                                <a:latin typeface="Cambria Math" panose="02040503050406030204" pitchFamily="18" charset="0"/>
                                              </a:rPr>
                                              <m:t>,</m:t>
                                            </m:r>
                                            <m:r>
                                              <a:rPr lang="en-GB" b="0" i="1" smtClean="0">
                                                <a:latin typeface="Cambria Math" panose="02040503050406030204" pitchFamily="18" charset="0"/>
                                              </a:rPr>
                                              <m:t>𝑠</m:t>
                                            </m:r>
                                            <m:r>
                                              <a:rPr lang="en-GB" b="0" i="1" smtClean="0">
                                                <a:latin typeface="Cambria Math" panose="02040503050406030204" pitchFamily="18" charset="0"/>
                                              </a:rPr>
                                              <m:t>−1</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𝑠</m:t>
                                            </m:r>
                                            <m:r>
                                              <a:rPr lang="en-GB" b="0" i="1" smtClean="0">
                                                <a:latin typeface="Cambria Math" panose="02040503050406030204" pitchFamily="18" charset="0"/>
                                              </a:rPr>
                                              <m:t>−1</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𝑛</m:t>
                                        </m:r>
                                      </m:sub>
                                    </m:sSub>
                                    <m:r>
                                      <a:rPr lang="en-GB" b="0" i="1" smtClean="0">
                                        <a:latin typeface="Cambria Math" panose="02040503050406030204" pitchFamily="18" charset="0"/>
                                      </a:rPr>
                                      <m:t>+</m:t>
                                    </m:r>
                                    <m:r>
                                      <a:rPr lang="en-GB" b="0" i="1" smtClean="0">
                                        <a:latin typeface="Cambria Math" panose="02040503050406030204" pitchFamily="18" charset="0"/>
                                      </a:rPr>
                                      <m:t>ℎ</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𝑐</m:t>
                                        </m:r>
                                      </m:e>
                                      <m:sub>
                                        <m:r>
                                          <a:rPr lang="en-GB" b="0" i="1" smtClean="0">
                                            <a:latin typeface="Cambria Math" panose="02040503050406030204" pitchFamily="18" charset="0"/>
                                          </a:rPr>
                                          <m:t>𝑠</m:t>
                                        </m:r>
                                      </m:sub>
                                    </m:sSub>
                                  </m:e>
                                </m:d>
                              </m:e>
                            </m:eqArr>
                          </m:e>
                        </m:mr>
                      </m:m>
                    </m:oMath>
                  </m:oMathPara>
                </a14:m>
                <a:endParaRPr lang="en-GB" dirty="0"/>
              </a:p>
            </p:txBody>
          </p:sp>
        </mc:Choice>
        <mc:Fallback xmlns="">
          <p:sp>
            <p:nvSpPr>
              <p:cNvPr id="5" name="TextBox 4">
                <a:extLst>
                  <a:ext uri="{FF2B5EF4-FFF2-40B4-BE49-F238E27FC236}">
                    <a16:creationId xmlns:a16="http://schemas.microsoft.com/office/drawing/2014/main" id="{4A56284A-BE46-E5E0-7187-2A81E877AD9F}"/>
                  </a:ext>
                </a:extLst>
              </p:cNvPr>
              <p:cNvSpPr txBox="1">
                <a:spLocks noRot="1" noChangeAspect="1" noMove="1" noResize="1" noEditPoints="1" noAdjustHandles="1" noChangeArrowheads="1" noChangeShapeType="1" noTextEdit="1"/>
              </p:cNvSpPr>
              <p:nvPr/>
            </p:nvSpPr>
            <p:spPr>
              <a:xfrm>
                <a:off x="5534324" y="1212589"/>
                <a:ext cx="5819478" cy="1422056"/>
              </a:xfrm>
              <a:prstGeom prst="rect">
                <a:avLst/>
              </a:prstGeom>
              <a:blipFill>
                <a:blip r:embed="rId5"/>
                <a:stretch>
                  <a:fillRect/>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41F40F4F-2A92-A3A5-162F-B30100086758}"/>
              </a:ext>
            </a:extLst>
          </p:cNvPr>
          <p:cNvSpPr txBox="1"/>
          <p:nvPr/>
        </p:nvSpPr>
        <p:spPr>
          <a:xfrm>
            <a:off x="8865476" y="3429000"/>
            <a:ext cx="2790496" cy="1754326"/>
          </a:xfrm>
          <a:prstGeom prst="rect">
            <a:avLst/>
          </a:prstGeom>
          <a:noFill/>
          <a:ln>
            <a:solidFill>
              <a:schemeClr val="tx2"/>
            </a:solidFill>
          </a:ln>
        </p:spPr>
        <p:txBody>
          <a:bodyPr wrap="square" rtlCol="0">
            <a:spAutoFit/>
          </a:bodyPr>
          <a:lstStyle/>
          <a:p>
            <a:r>
              <a:rPr lang="en-GB" dirty="0"/>
              <a:t>These still may not make for the easiest reading, but computationally, they give numbers to read off for an easy algorithm implementation</a:t>
            </a:r>
          </a:p>
        </p:txBody>
      </p:sp>
    </p:spTree>
    <p:extLst>
      <p:ext uri="{BB962C8B-B14F-4D97-AF65-F5344CB8AC3E}">
        <p14:creationId xmlns:p14="http://schemas.microsoft.com/office/powerpoint/2010/main" val="7143532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7393-416D-7261-4E96-D21268200B0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7E31C65-248A-CF25-B880-5B45AC41A789}"/>
              </a:ext>
            </a:extLst>
          </p:cNvPr>
          <p:cNvSpPr>
            <a:spLocks noGrp="1"/>
          </p:cNvSpPr>
          <p:nvPr>
            <p:ph type="title"/>
          </p:nvPr>
        </p:nvSpPr>
        <p:spPr/>
        <p:txBody>
          <a:bodyPr>
            <a:normAutofit/>
          </a:bodyPr>
          <a:lstStyle/>
          <a:p>
            <a:r>
              <a:rPr lang="en-GB"/>
              <a:t>Some Runge-</a:t>
            </a:r>
            <a:r>
              <a:rPr lang="en-GB" err="1"/>
              <a:t>Kutta</a:t>
            </a:r>
            <a:r>
              <a:rPr lang="en-GB"/>
              <a:t> examples</a:t>
            </a:r>
          </a:p>
        </p:txBody>
      </p:sp>
      <p:sp>
        <p:nvSpPr>
          <p:cNvPr id="2" name="Content Placeholder 4">
            <a:extLst>
              <a:ext uri="{FF2B5EF4-FFF2-40B4-BE49-F238E27FC236}">
                <a16:creationId xmlns:a16="http://schemas.microsoft.com/office/drawing/2014/main" id="{B58E5EC0-84BC-12A6-ACDC-6B3670393200}"/>
              </a:ext>
            </a:extLst>
          </p:cNvPr>
          <p:cNvSpPr txBox="1">
            <a:spLocks/>
          </p:cNvSpPr>
          <p:nvPr/>
        </p:nvSpPr>
        <p:spPr>
          <a:xfrm>
            <a:off x="417505" y="1804403"/>
            <a:ext cx="5604923" cy="4559194"/>
          </a:xfrm>
          <a:prstGeom prst="rect">
            <a:avLst/>
          </a:prstGeom>
        </p:spPr>
        <p:txBody>
          <a:bodyPr>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dirty="0"/>
              <a:t>Euler method (first-order accurate):</a:t>
            </a:r>
          </a:p>
          <a:p>
            <a:endParaRPr lang="en-GB" sz="1800" dirty="0"/>
          </a:p>
          <a:p>
            <a:endParaRPr lang="en-GB" sz="1800" dirty="0"/>
          </a:p>
          <a:p>
            <a:r>
              <a:rPr lang="en-GB" sz="1800" dirty="0"/>
              <a:t>Midpoint method (second-order accurate):</a:t>
            </a:r>
          </a:p>
          <a:p>
            <a:endParaRPr lang="en-GB" sz="1800" dirty="0"/>
          </a:p>
          <a:p>
            <a:endParaRPr lang="en-GB" sz="1800" dirty="0"/>
          </a:p>
          <a:p>
            <a:r>
              <a:rPr lang="en-GB" sz="1800" dirty="0"/>
              <a:t>Heun’s method (second-order accurate):</a:t>
            </a:r>
          </a:p>
        </p:txBody>
      </p:sp>
      <p:pic>
        <p:nvPicPr>
          <p:cNvPr id="8" name="Picture 7">
            <a:extLst>
              <a:ext uri="{FF2B5EF4-FFF2-40B4-BE49-F238E27FC236}">
                <a16:creationId xmlns:a16="http://schemas.microsoft.com/office/drawing/2014/main" id="{8A924C26-B046-1FEC-7AFF-E37A7B55F594}"/>
              </a:ext>
            </a:extLst>
          </p:cNvPr>
          <p:cNvPicPr>
            <a:picLocks noChangeAspect="1"/>
          </p:cNvPicPr>
          <p:nvPr/>
        </p:nvPicPr>
        <p:blipFill>
          <a:blip r:embed="rId2"/>
          <a:stretch>
            <a:fillRect/>
          </a:stretch>
        </p:blipFill>
        <p:spPr>
          <a:xfrm>
            <a:off x="2518230" y="2422634"/>
            <a:ext cx="876224" cy="849012"/>
          </a:xfrm>
          <a:prstGeom prst="rect">
            <a:avLst/>
          </a:prstGeom>
        </p:spPr>
      </p:pic>
      <p:pic>
        <p:nvPicPr>
          <p:cNvPr id="11" name="Picture 10">
            <a:extLst>
              <a:ext uri="{FF2B5EF4-FFF2-40B4-BE49-F238E27FC236}">
                <a16:creationId xmlns:a16="http://schemas.microsoft.com/office/drawing/2014/main" id="{0B55DA8B-0F1B-D2CA-BE5D-56F8100F0210}"/>
              </a:ext>
            </a:extLst>
          </p:cNvPr>
          <p:cNvPicPr>
            <a:picLocks noChangeAspect="1"/>
          </p:cNvPicPr>
          <p:nvPr/>
        </p:nvPicPr>
        <p:blipFill>
          <a:blip r:embed="rId3"/>
          <a:stretch>
            <a:fillRect/>
          </a:stretch>
        </p:blipFill>
        <p:spPr>
          <a:xfrm>
            <a:off x="2329473" y="3823439"/>
            <a:ext cx="1379038" cy="1124276"/>
          </a:xfrm>
          <a:prstGeom prst="rect">
            <a:avLst/>
          </a:prstGeom>
        </p:spPr>
      </p:pic>
      <p:pic>
        <p:nvPicPr>
          <p:cNvPr id="13" name="Picture 12">
            <a:extLst>
              <a:ext uri="{FF2B5EF4-FFF2-40B4-BE49-F238E27FC236}">
                <a16:creationId xmlns:a16="http://schemas.microsoft.com/office/drawing/2014/main" id="{0A64CA25-B759-1B1E-CD1C-025C194FBDA9}"/>
              </a:ext>
            </a:extLst>
          </p:cNvPr>
          <p:cNvPicPr>
            <a:picLocks noChangeAspect="1"/>
          </p:cNvPicPr>
          <p:nvPr/>
        </p:nvPicPr>
        <p:blipFill>
          <a:blip r:embed="rId4"/>
          <a:stretch>
            <a:fillRect/>
          </a:stretch>
        </p:blipFill>
        <p:spPr>
          <a:xfrm>
            <a:off x="2329473" y="5453591"/>
            <a:ext cx="1379038" cy="1042055"/>
          </a:xfrm>
          <a:prstGeom prst="rect">
            <a:avLst/>
          </a:prstGeom>
        </p:spPr>
      </p:pic>
      <p:sp>
        <p:nvSpPr>
          <p:cNvPr id="14" name="Content Placeholder 4">
            <a:extLst>
              <a:ext uri="{FF2B5EF4-FFF2-40B4-BE49-F238E27FC236}">
                <a16:creationId xmlns:a16="http://schemas.microsoft.com/office/drawing/2014/main" id="{6EB669CF-6975-4268-E732-9CC7138C21CC}"/>
              </a:ext>
            </a:extLst>
          </p:cNvPr>
          <p:cNvSpPr txBox="1">
            <a:spLocks/>
          </p:cNvSpPr>
          <p:nvPr/>
        </p:nvSpPr>
        <p:spPr>
          <a:xfrm>
            <a:off x="5885653" y="1804403"/>
            <a:ext cx="5604923" cy="4559194"/>
          </a:xfrm>
          <a:prstGeom prst="rect">
            <a:avLst/>
          </a:prstGeom>
        </p:spPr>
        <p:txBody>
          <a:bodyPr>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b="1" dirty="0"/>
              <a:t>The</a:t>
            </a:r>
            <a:r>
              <a:rPr lang="en-GB" sz="1800" dirty="0"/>
              <a:t> (original) Runge-</a:t>
            </a:r>
            <a:r>
              <a:rPr lang="en-GB" sz="1800" dirty="0" err="1"/>
              <a:t>Kutta</a:t>
            </a:r>
            <a:r>
              <a:rPr lang="en-GB" sz="1800" dirty="0"/>
              <a:t> method (fourth-order accurate):</a:t>
            </a:r>
          </a:p>
          <a:p>
            <a:endParaRPr lang="en-GB" sz="1800" dirty="0"/>
          </a:p>
          <a:p>
            <a:endParaRPr lang="en-GB" sz="1800" dirty="0"/>
          </a:p>
          <a:p>
            <a:endParaRPr lang="en-GB" sz="1800" dirty="0"/>
          </a:p>
          <a:p>
            <a:r>
              <a:rPr lang="en-GB" sz="1800" dirty="0"/>
              <a:t>3/8-rule (fourth-order accurate):</a:t>
            </a:r>
          </a:p>
        </p:txBody>
      </p:sp>
      <p:pic>
        <p:nvPicPr>
          <p:cNvPr id="16" name="Picture 15">
            <a:extLst>
              <a:ext uri="{FF2B5EF4-FFF2-40B4-BE49-F238E27FC236}">
                <a16:creationId xmlns:a16="http://schemas.microsoft.com/office/drawing/2014/main" id="{7DCE0968-29D5-2905-49D1-1ADE0E592129}"/>
              </a:ext>
            </a:extLst>
          </p:cNvPr>
          <p:cNvPicPr>
            <a:picLocks noChangeAspect="1"/>
          </p:cNvPicPr>
          <p:nvPr/>
        </p:nvPicPr>
        <p:blipFill>
          <a:blip r:embed="rId5"/>
          <a:stretch>
            <a:fillRect/>
          </a:stretch>
        </p:blipFill>
        <p:spPr>
          <a:xfrm>
            <a:off x="7525407" y="2642036"/>
            <a:ext cx="2148363" cy="1494294"/>
          </a:xfrm>
          <a:prstGeom prst="rect">
            <a:avLst/>
          </a:prstGeom>
        </p:spPr>
      </p:pic>
      <p:pic>
        <p:nvPicPr>
          <p:cNvPr id="18" name="Picture 17">
            <a:extLst>
              <a:ext uri="{FF2B5EF4-FFF2-40B4-BE49-F238E27FC236}">
                <a16:creationId xmlns:a16="http://schemas.microsoft.com/office/drawing/2014/main" id="{309D276C-13DA-9B6A-34C7-504C29B4A593}"/>
              </a:ext>
            </a:extLst>
          </p:cNvPr>
          <p:cNvPicPr>
            <a:picLocks noChangeAspect="1"/>
          </p:cNvPicPr>
          <p:nvPr/>
        </p:nvPicPr>
        <p:blipFill>
          <a:blip r:embed="rId6"/>
          <a:stretch>
            <a:fillRect/>
          </a:stretch>
        </p:blipFill>
        <p:spPr>
          <a:xfrm>
            <a:off x="7282034" y="4890290"/>
            <a:ext cx="2635107" cy="1605356"/>
          </a:xfrm>
          <a:prstGeom prst="rect">
            <a:avLst/>
          </a:prstGeom>
        </p:spPr>
      </p:pic>
    </p:spTree>
    <p:extLst>
      <p:ext uri="{BB962C8B-B14F-4D97-AF65-F5344CB8AC3E}">
        <p14:creationId xmlns:p14="http://schemas.microsoft.com/office/powerpoint/2010/main" val="191055784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14" grpId="0" uiExpand="1"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are there so many?</a:t>
            </a:r>
          </a:p>
        </p:txBody>
      </p:sp>
      <mc:AlternateContent xmlns:mc="http://schemas.openxmlformats.org/markup-compatibility/2006" xmlns:a14="http://schemas.microsoft.com/office/drawing/2010/main">
        <mc:Choice Requires="a14">
          <p:sp>
            <p:nvSpPr>
              <p:cNvPr id="7" name="Content Placeholder 4">
                <a:extLst>
                  <a:ext uri="{FF2B5EF4-FFF2-40B4-BE49-F238E27FC236}">
                    <a16:creationId xmlns:a16="http://schemas.microsoft.com/office/drawing/2014/main" id="{CFA3DEBA-1554-46BB-5F46-D9E1759D4E14}"/>
                  </a:ext>
                </a:extLst>
              </p:cNvPr>
              <p:cNvSpPr>
                <a:spLocks noGrp="1"/>
              </p:cNvSpPr>
              <p:nvPr>
                <p:ph sz="half" idx="10"/>
              </p:nvPr>
            </p:nvSpPr>
            <p:spPr>
              <a:xfrm>
                <a:off x="417505" y="1804403"/>
                <a:ext cx="11145847" cy="4559194"/>
              </a:xfrm>
            </p:spPr>
            <p:txBody>
              <a:bodyPr>
                <a:normAutofit fontScale="92500" lnSpcReduction="10000"/>
              </a:bodyPr>
              <a:lstStyle/>
              <a:p>
                <a:r>
                  <a:rPr lang="en-GB" sz="1800" dirty="0"/>
                  <a:t>As with any numerical method, the choice of Runge-</a:t>
                </a:r>
                <a:r>
                  <a:rPr lang="en-GB" sz="1800" dirty="0" err="1"/>
                  <a:t>Kutta</a:t>
                </a:r>
                <a:r>
                  <a:rPr lang="en-GB" sz="1800" dirty="0"/>
                  <a:t> method used is a balance between accuracy, efficiency and stability </a:t>
                </a:r>
              </a:p>
              <a:p>
                <a:r>
                  <a:rPr lang="en-GB" sz="1800" dirty="0"/>
                  <a:t>Runge-</a:t>
                </a:r>
                <a:r>
                  <a:rPr lang="en-GB" sz="1800" dirty="0" err="1"/>
                  <a:t>Kutta</a:t>
                </a:r>
                <a:r>
                  <a:rPr lang="en-GB" sz="1800" dirty="0"/>
                  <a:t> methods are often applied as part of a numerical method for PDE’s, ideally the accuracy of the overall numerical method and the RK method should be the same</a:t>
                </a:r>
              </a:p>
              <a:p>
                <a:r>
                  <a:rPr lang="en-GB" sz="1800" dirty="0"/>
                  <a:t>The 3/8-rule has </a:t>
                </a:r>
                <a:r>
                  <a:rPr lang="en-GB" sz="1800" b="1" dirty="0"/>
                  <a:t>lower absolute error </a:t>
                </a:r>
                <a:r>
                  <a:rPr lang="en-GB" sz="1800" dirty="0"/>
                  <a:t>than the original Runge-</a:t>
                </a:r>
                <a:r>
                  <a:rPr lang="en-GB" sz="1800" dirty="0" err="1"/>
                  <a:t>Kutta</a:t>
                </a:r>
                <a:r>
                  <a:rPr lang="en-GB" sz="1800" dirty="0"/>
                  <a:t> method</a:t>
                </a:r>
              </a:p>
              <a:p>
                <a:r>
                  <a:rPr lang="en-GB" sz="1800" dirty="0"/>
                  <a:t>However, the original method can be written in such a way that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𝑘</m:t>
                        </m:r>
                      </m:e>
                      <m:sub>
                        <m:r>
                          <a:rPr lang="en-GB" sz="1800" b="0" i="1" dirty="0" smtClean="0">
                            <a:latin typeface="Cambria Math" panose="02040503050406030204" pitchFamily="18" charset="0"/>
                          </a:rPr>
                          <m:t>1</m:t>
                        </m:r>
                      </m:sub>
                    </m:sSub>
                  </m:oMath>
                </a14:m>
                <a:r>
                  <a:rPr lang="en-GB" sz="1800" dirty="0"/>
                  <a:t>, </a:t>
                </a:r>
                <a14:m>
                  <m:oMath xmlns:m="http://schemas.openxmlformats.org/officeDocument/2006/math">
                    <m:sSub>
                      <m:sSubPr>
                        <m:ctrlPr>
                          <a:rPr lang="en-GB" sz="1800" i="1" dirty="0" smtClean="0">
                            <a:latin typeface="Cambria Math" panose="02040503050406030204" pitchFamily="18" charset="0"/>
                          </a:rPr>
                        </m:ctrlPr>
                      </m:sSubPr>
                      <m:e>
                        <m:r>
                          <a:rPr lang="en-GB" sz="1800" i="1" dirty="0" smtClean="0">
                            <a:latin typeface="Cambria Math" panose="02040503050406030204" pitchFamily="18" charset="0"/>
                          </a:rPr>
                          <m:t>𝑘</m:t>
                        </m:r>
                      </m:e>
                      <m:sub>
                        <m:r>
                          <a:rPr lang="en-GB" sz="1800" i="1" dirty="0" smtClean="0">
                            <a:latin typeface="Cambria Math" panose="02040503050406030204" pitchFamily="18" charset="0"/>
                          </a:rPr>
                          <m:t>2</m:t>
                        </m:r>
                      </m:sub>
                    </m:sSub>
                  </m:oMath>
                </a14:m>
                <a:r>
                  <a:rPr lang="en-GB" sz="1800" dirty="0"/>
                  <a:t> etc. do not need to be stored</a:t>
                </a:r>
              </a:p>
              <a:p>
                <a:r>
                  <a:rPr lang="en-GB" sz="1800" dirty="0"/>
                  <a:t>This can represent a large </a:t>
                </a:r>
                <a:r>
                  <a:rPr lang="en-GB" sz="1800" b="1" dirty="0"/>
                  <a:t>saving in computational memory </a:t>
                </a:r>
                <a:r>
                  <a:rPr lang="en-GB" sz="1800" dirty="0"/>
                  <a:t>(if a large number of </a:t>
                </a:r>
                <a:r>
                  <a:rPr lang="en-GB" sz="1800" dirty="0" err="1"/>
                  <a:t>of</a:t>
                </a:r>
                <a:r>
                  <a:rPr lang="en-GB" sz="1800" dirty="0"/>
                  <a:t> </a:t>
                </a:r>
                <a14:m>
                  <m:oMath xmlns:m="http://schemas.openxmlformats.org/officeDocument/2006/math">
                    <m:r>
                      <a:rPr lang="en-GB" sz="1800" i="1" dirty="0" smtClean="0">
                        <a:latin typeface="Cambria Math" panose="02040503050406030204" pitchFamily="18" charset="0"/>
                      </a:rPr>
                      <m:t>𝑘</m:t>
                    </m:r>
                  </m:oMath>
                </a14:m>
                <a:r>
                  <a:rPr lang="en-GB" sz="1800" dirty="0"/>
                  <a:t> values are needed)</a:t>
                </a:r>
              </a:p>
              <a:p>
                <a:r>
                  <a:rPr lang="en-GB" sz="1800" dirty="0"/>
                  <a:t>If a Runge-</a:t>
                </a:r>
                <a:r>
                  <a:rPr lang="en-GB" sz="1800" dirty="0" err="1"/>
                  <a:t>Kutta</a:t>
                </a:r>
                <a:r>
                  <a:rPr lang="en-GB" sz="1800" dirty="0"/>
                  <a:t> method does not produce a good solution (for example, it oscillates wildly), this could be because it is unstable</a:t>
                </a:r>
              </a:p>
              <a:p>
                <a:r>
                  <a:rPr lang="en-GB" sz="1800" dirty="0"/>
                  <a:t>This stability can be dependent on the form of </a:t>
                </a:r>
                <a14:m>
                  <m:oMath xmlns:m="http://schemas.openxmlformats.org/officeDocument/2006/math">
                    <m:r>
                      <a:rPr lang="en-GB" sz="1800" i="1" dirty="0" smtClean="0">
                        <a:latin typeface="Cambria Math" panose="02040503050406030204" pitchFamily="18" charset="0"/>
                      </a:rPr>
                      <m:t>𝐹</m:t>
                    </m:r>
                    <m:r>
                      <a:rPr lang="en-GB" sz="1800" i="1" dirty="0" smtClean="0">
                        <a:latin typeface="Cambria Math" panose="02040503050406030204" pitchFamily="18" charset="0"/>
                      </a:rPr>
                      <m:t>(</m:t>
                    </m:r>
                    <m:r>
                      <a:rPr lang="en-GB" sz="1800" b="0" i="1" dirty="0" smtClean="0">
                        <a:latin typeface="Cambria Math" panose="02040503050406030204" pitchFamily="18" charset="0"/>
                      </a:rPr>
                      <m:t>𝑦</m:t>
                    </m:r>
                    <m:r>
                      <a:rPr lang="en-GB" sz="1800" i="1" dirty="0" smtClean="0">
                        <a:latin typeface="Cambria Math" panose="02040503050406030204" pitchFamily="18" charset="0"/>
                      </a:rPr>
                      <m:t>, </m:t>
                    </m:r>
                    <m:r>
                      <a:rPr lang="en-GB" sz="1800" b="0" i="1" dirty="0" smtClean="0">
                        <a:latin typeface="Cambria Math" panose="02040503050406030204" pitchFamily="18" charset="0"/>
                      </a:rPr>
                      <m:t>𝑥</m:t>
                    </m:r>
                    <m:r>
                      <a:rPr lang="en-GB" sz="1800" i="1" dirty="0" smtClean="0">
                        <a:latin typeface="Cambria Math" panose="02040503050406030204" pitchFamily="18" charset="0"/>
                      </a:rPr>
                      <m:t>)</m:t>
                    </m:r>
                  </m:oMath>
                </a14:m>
                <a:endParaRPr lang="en-GB" sz="1800" b="1" dirty="0"/>
              </a:p>
            </p:txBody>
          </p:sp>
        </mc:Choice>
        <mc:Fallback xmlns="">
          <p:sp>
            <p:nvSpPr>
              <p:cNvPr id="7" name="Content Placeholder 4">
                <a:extLst>
                  <a:ext uri="{FF2B5EF4-FFF2-40B4-BE49-F238E27FC236}">
                    <a16:creationId xmlns:a16="http://schemas.microsoft.com/office/drawing/2014/main" id="{CFA3DEBA-1554-46BB-5F46-D9E1759D4E14}"/>
                  </a:ext>
                </a:extLst>
              </p:cNvPr>
              <p:cNvSpPr>
                <a:spLocks noGrp="1" noRot="1" noChangeAspect="1" noMove="1" noResize="1" noEditPoints="1" noAdjustHandles="1" noChangeArrowheads="1" noChangeShapeType="1" noTextEdit="1"/>
              </p:cNvSpPr>
              <p:nvPr>
                <p:ph sz="half" idx="10"/>
              </p:nvPr>
            </p:nvSpPr>
            <p:spPr>
              <a:xfrm>
                <a:off x="417505" y="1804403"/>
                <a:ext cx="11145847" cy="4559194"/>
              </a:xfrm>
              <a:blipFill>
                <a:blip r:embed="rId2"/>
                <a:stretch>
                  <a:fillRect l="-273"/>
                </a:stretch>
              </a:blipFill>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7A9DF-7624-7972-9A16-05706123F6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0709D1-0D28-801C-42FE-05B47878D1FC}"/>
              </a:ext>
            </a:extLst>
          </p:cNvPr>
          <p:cNvSpPr>
            <a:spLocks noGrp="1"/>
          </p:cNvSpPr>
          <p:nvPr>
            <p:ph type="title"/>
          </p:nvPr>
        </p:nvSpPr>
        <p:spPr/>
        <p:txBody>
          <a:bodyPr>
            <a:normAutofit/>
          </a:bodyPr>
          <a:lstStyle/>
          <a:p>
            <a:r>
              <a:rPr lang="en-GB"/>
              <a:t>Unstable behaviour</a:t>
            </a:r>
          </a:p>
        </p:txBody>
      </p:sp>
      <p:pic>
        <p:nvPicPr>
          <p:cNvPr id="10" name="Picture 9">
            <a:extLst>
              <a:ext uri="{FF2B5EF4-FFF2-40B4-BE49-F238E27FC236}">
                <a16:creationId xmlns:a16="http://schemas.microsoft.com/office/drawing/2014/main" id="{2BC1BC0B-33D3-79E4-2866-E69CC277104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962771" y="1171800"/>
            <a:ext cx="6798308" cy="5264544"/>
          </a:xfrm>
          <a:prstGeom prst="rect">
            <a:avLst/>
          </a:prstGeom>
        </p:spPr>
      </p:pic>
      <mc:AlternateContent xmlns:mc="http://schemas.openxmlformats.org/markup-compatibility/2006">
        <mc:Choice xmlns:a14="http://schemas.microsoft.com/office/drawing/2010/main" Requires="a14">
          <p:sp>
            <p:nvSpPr>
              <p:cNvPr id="2" name="Content Placeholder 4">
                <a:extLst>
                  <a:ext uri="{FF2B5EF4-FFF2-40B4-BE49-F238E27FC236}">
                    <a16:creationId xmlns:a16="http://schemas.microsoft.com/office/drawing/2014/main" id="{CC6A5656-2E9A-A67C-BB5A-744B6DC1A675}"/>
                  </a:ext>
                </a:extLst>
              </p:cNvPr>
              <p:cNvSpPr txBox="1">
                <a:spLocks/>
              </p:cNvSpPr>
              <p:nvPr/>
            </p:nvSpPr>
            <p:spPr>
              <a:xfrm>
                <a:off x="192025" y="1838632"/>
                <a:ext cx="3328416" cy="4415863"/>
              </a:xfrm>
              <a:prstGeom prst="rect">
                <a:avLst/>
              </a:prstGeom>
            </p:spPr>
            <p:txBody>
              <a:bodyPr>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dirty="0"/>
                  <a:t>We can show that for reasonable functions, Runge-</a:t>
                </a:r>
                <a:r>
                  <a:rPr lang="en-GB" sz="1600" dirty="0" err="1"/>
                  <a:t>Kutta</a:t>
                </a:r>
                <a:r>
                  <a:rPr lang="en-GB" sz="1600" dirty="0"/>
                  <a:t> methods converge</a:t>
                </a:r>
              </a:p>
              <a:p>
                <a:r>
                  <a:rPr lang="en-GB" sz="1600" dirty="0"/>
                  <a:t>But that doesn’t mean they will always be stable for any choice of </a:t>
                </a:r>
                <a14:m>
                  <m:oMath xmlns:m="http://schemas.openxmlformats.org/officeDocument/2006/math">
                    <m:r>
                      <a:rPr lang="en-GB" sz="1600" b="0" i="1" smtClean="0">
                        <a:latin typeface="Cambria Math" panose="02040503050406030204" pitchFamily="18" charset="0"/>
                      </a:rPr>
                      <m:t>ℎ</m:t>
                    </m:r>
                  </m:oMath>
                </a14:m>
                <a:endParaRPr lang="en-GB" sz="1600" dirty="0"/>
              </a:p>
              <a:p>
                <a:r>
                  <a:rPr lang="en-GB" sz="1600" dirty="0"/>
                  <a:t>Here we have one more example</a:t>
                </a:r>
              </a:p>
            </p:txBody>
          </p:sp>
        </mc:Choice>
        <mc:Fallback>
          <p:sp>
            <p:nvSpPr>
              <p:cNvPr id="2" name="Content Placeholder 4">
                <a:extLst>
                  <a:ext uri="{FF2B5EF4-FFF2-40B4-BE49-F238E27FC236}">
                    <a16:creationId xmlns:a16="http://schemas.microsoft.com/office/drawing/2014/main" id="{CC6A5656-2E9A-A67C-BB5A-744B6DC1A675}"/>
                  </a:ext>
                </a:extLst>
              </p:cNvPr>
              <p:cNvSpPr txBox="1">
                <a:spLocks noRot="1" noChangeAspect="1" noMove="1" noResize="1" noEditPoints="1" noAdjustHandles="1" noChangeArrowheads="1" noChangeShapeType="1" noTextEdit="1"/>
              </p:cNvSpPr>
              <p:nvPr/>
            </p:nvSpPr>
            <p:spPr>
              <a:xfrm>
                <a:off x="192025" y="1838632"/>
                <a:ext cx="3328416" cy="4415863"/>
              </a:xfrm>
              <a:prstGeom prst="rect">
                <a:avLst/>
              </a:prstGeom>
              <a:blipFill>
                <a:blip r:embed="rId3"/>
                <a:stretch>
                  <a:fillRect l="-733" r="-2381"/>
                </a:stretch>
              </a:blipFill>
            </p:spPr>
            <p:txBody>
              <a:bodyPr/>
              <a:lstStyle/>
              <a:p>
                <a:r>
                  <a:rPr lang="en-GB">
                    <a:noFill/>
                  </a:rPr>
                  <a:t> </a:t>
                </a:r>
              </a:p>
            </p:txBody>
          </p:sp>
        </mc:Fallback>
      </mc:AlternateContent>
    </p:spTree>
    <p:extLst>
      <p:ext uri="{BB962C8B-B14F-4D97-AF65-F5344CB8AC3E}">
        <p14:creationId xmlns:p14="http://schemas.microsoft.com/office/powerpoint/2010/main" val="3913777475"/>
      </p:ext>
    </p:extLst>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C4AF7-4A0E-67E1-9D94-9475913A4B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38E5E8-8DC9-9FE3-41DE-CB7E864DA7BF}"/>
              </a:ext>
            </a:extLst>
          </p:cNvPr>
          <p:cNvSpPr>
            <a:spLocks noGrp="1"/>
          </p:cNvSpPr>
          <p:nvPr>
            <p:ph type="title"/>
          </p:nvPr>
        </p:nvSpPr>
        <p:spPr/>
        <p:txBody>
          <a:bodyPr>
            <a:normAutofit/>
          </a:bodyPr>
          <a:lstStyle/>
          <a:p>
            <a:r>
              <a:rPr lang="en-GB"/>
              <a:t>Unstable behaviour</a:t>
            </a:r>
          </a:p>
        </p:txBody>
      </p:sp>
      <p:pic>
        <p:nvPicPr>
          <p:cNvPr id="10" name="Picture 9">
            <a:extLst>
              <a:ext uri="{FF2B5EF4-FFF2-40B4-BE49-F238E27FC236}">
                <a16:creationId xmlns:a16="http://schemas.microsoft.com/office/drawing/2014/main" id="{A47CC462-8E01-1786-58B9-CBF02963BB5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84853" y="1201674"/>
            <a:ext cx="6798308" cy="5162756"/>
          </a:xfrm>
          <a:prstGeom prst="rect">
            <a:avLst/>
          </a:prstGeom>
        </p:spPr>
      </p:pic>
      <mc:AlternateContent xmlns:mc="http://schemas.openxmlformats.org/markup-compatibility/2006">
        <mc:Choice xmlns:a14="http://schemas.microsoft.com/office/drawing/2010/main" Requires="a14">
          <p:sp>
            <p:nvSpPr>
              <p:cNvPr id="2" name="Content Placeholder 4">
                <a:extLst>
                  <a:ext uri="{FF2B5EF4-FFF2-40B4-BE49-F238E27FC236}">
                    <a16:creationId xmlns:a16="http://schemas.microsoft.com/office/drawing/2014/main" id="{D448C577-E468-E9D4-2F4A-90121442D191}"/>
                  </a:ext>
                </a:extLst>
              </p:cNvPr>
              <p:cNvSpPr txBox="1">
                <a:spLocks/>
              </p:cNvSpPr>
              <p:nvPr/>
            </p:nvSpPr>
            <p:spPr>
              <a:xfrm>
                <a:off x="192025" y="1838632"/>
                <a:ext cx="3328416" cy="4415863"/>
              </a:xfrm>
              <a:prstGeom prst="rect">
                <a:avLst/>
              </a:prstGeom>
            </p:spPr>
            <p:txBody>
              <a:bodyPr>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dirty="0"/>
                  <a:t>We can show that for reasonable functions, Runge-</a:t>
                </a:r>
                <a:r>
                  <a:rPr lang="en-GB" sz="1600" dirty="0" err="1"/>
                  <a:t>Kutta</a:t>
                </a:r>
                <a:r>
                  <a:rPr lang="en-GB" sz="1600" dirty="0"/>
                  <a:t> methods converge</a:t>
                </a:r>
              </a:p>
              <a:p>
                <a:r>
                  <a:rPr lang="en-GB" sz="1600" dirty="0"/>
                  <a:t>But that doesn’t mean they will always be stable for any choice of </a:t>
                </a:r>
                <a14:m>
                  <m:oMath xmlns:m="http://schemas.openxmlformats.org/officeDocument/2006/math">
                    <m:r>
                      <a:rPr lang="en-GB" sz="1600" i="1">
                        <a:latin typeface="Cambria Math" panose="02040503050406030204" pitchFamily="18" charset="0"/>
                      </a:rPr>
                      <m:t>ℎ</m:t>
                    </m:r>
                  </m:oMath>
                </a14:m>
                <a:endParaRPr lang="en-GB" sz="1600" dirty="0"/>
              </a:p>
              <a:p>
                <a:r>
                  <a:rPr lang="en-GB" sz="1600" dirty="0"/>
                  <a:t>Here we have one more example</a:t>
                </a:r>
              </a:p>
              <a:p>
                <a14:m>
                  <m:oMath xmlns:m="http://schemas.openxmlformats.org/officeDocument/2006/math">
                    <m:r>
                      <a:rPr lang="en-GB" sz="1600" b="0" i="1" smtClean="0">
                        <a:latin typeface="Cambria Math" panose="02040503050406030204" pitchFamily="18" charset="0"/>
                      </a:rPr>
                      <m:t>ℎ</m:t>
                    </m:r>
                    <m:r>
                      <a:rPr lang="en-GB" sz="1600" b="0" i="1" smtClean="0">
                        <a:latin typeface="Cambria Math" panose="02040503050406030204" pitchFamily="18" charset="0"/>
                      </a:rPr>
                      <m:t>=0.0125</m:t>
                    </m:r>
                  </m:oMath>
                </a14:m>
                <a:r>
                  <a:rPr lang="en-GB" sz="1600" dirty="0"/>
                  <a:t> is fine, things work as expected, so this time, let’s </a:t>
                </a:r>
                <a:r>
                  <a:rPr lang="en-GB" sz="1600" b="1" dirty="0"/>
                  <a:t>reduce</a:t>
                </a:r>
                <a:r>
                  <a:rPr lang="en-GB" sz="1600" dirty="0"/>
                  <a:t> this spacing</a:t>
                </a:r>
              </a:p>
            </p:txBody>
          </p:sp>
        </mc:Choice>
        <mc:Fallback>
          <p:sp>
            <p:nvSpPr>
              <p:cNvPr id="2" name="Content Placeholder 4">
                <a:extLst>
                  <a:ext uri="{FF2B5EF4-FFF2-40B4-BE49-F238E27FC236}">
                    <a16:creationId xmlns:a16="http://schemas.microsoft.com/office/drawing/2014/main" id="{D448C577-E468-E9D4-2F4A-90121442D191}"/>
                  </a:ext>
                </a:extLst>
              </p:cNvPr>
              <p:cNvSpPr txBox="1">
                <a:spLocks noRot="1" noChangeAspect="1" noMove="1" noResize="1" noEditPoints="1" noAdjustHandles="1" noChangeArrowheads="1" noChangeShapeType="1" noTextEdit="1"/>
              </p:cNvSpPr>
              <p:nvPr/>
            </p:nvSpPr>
            <p:spPr>
              <a:xfrm>
                <a:off x="192025" y="1838632"/>
                <a:ext cx="3328416" cy="4415863"/>
              </a:xfrm>
              <a:prstGeom prst="rect">
                <a:avLst/>
              </a:prstGeom>
              <a:blipFill>
                <a:blip r:embed="rId3"/>
                <a:stretch>
                  <a:fillRect l="-733" r="-2381" b="-967"/>
                </a:stretch>
              </a:blipFill>
            </p:spPr>
            <p:txBody>
              <a:bodyPr/>
              <a:lstStyle/>
              <a:p>
                <a:r>
                  <a:rPr lang="en-GB">
                    <a:noFill/>
                  </a:rPr>
                  <a:t> </a:t>
                </a:r>
              </a:p>
            </p:txBody>
          </p:sp>
        </mc:Fallback>
      </mc:AlternateContent>
    </p:spTree>
    <p:extLst>
      <p:ext uri="{BB962C8B-B14F-4D97-AF65-F5344CB8AC3E}">
        <p14:creationId xmlns:p14="http://schemas.microsoft.com/office/powerpoint/2010/main" val="1900187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810D3-743F-044C-0CDF-05C06F060A4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BC27744-C93B-CE19-C716-51E1A71BAD8C}"/>
              </a:ext>
            </a:extLst>
          </p:cNvPr>
          <p:cNvSpPr>
            <a:spLocks noGrp="1"/>
          </p:cNvSpPr>
          <p:nvPr>
            <p:ph type="title"/>
          </p:nvPr>
        </p:nvSpPr>
        <p:spPr/>
        <p:txBody>
          <a:bodyPr>
            <a:normAutofit/>
          </a:bodyPr>
          <a:lstStyle/>
          <a:p>
            <a:r>
              <a:rPr lang="en-GB"/>
              <a:t>Unstable behaviour</a:t>
            </a:r>
          </a:p>
        </p:txBody>
      </p:sp>
      <p:pic>
        <p:nvPicPr>
          <p:cNvPr id="10" name="Picture 9">
            <a:extLst>
              <a:ext uri="{FF2B5EF4-FFF2-40B4-BE49-F238E27FC236}">
                <a16:creationId xmlns:a16="http://schemas.microsoft.com/office/drawing/2014/main" id="{FCCBBE42-5C21-FD37-3F42-73A70C31EF3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84853" y="1152119"/>
            <a:ext cx="6798308" cy="5261866"/>
          </a:xfrm>
          <a:prstGeom prst="rect">
            <a:avLst/>
          </a:prstGeom>
        </p:spPr>
      </p:pic>
      <mc:AlternateContent xmlns:mc="http://schemas.openxmlformats.org/markup-compatibility/2006">
        <mc:Choice xmlns:a14="http://schemas.microsoft.com/office/drawing/2010/main" Requires="a14">
          <p:sp>
            <p:nvSpPr>
              <p:cNvPr id="2" name="Content Placeholder 4">
                <a:extLst>
                  <a:ext uri="{FF2B5EF4-FFF2-40B4-BE49-F238E27FC236}">
                    <a16:creationId xmlns:a16="http://schemas.microsoft.com/office/drawing/2014/main" id="{FC81CBDB-3B1E-2449-A030-4C1EA407CBD5}"/>
                  </a:ext>
                </a:extLst>
              </p:cNvPr>
              <p:cNvSpPr txBox="1">
                <a:spLocks/>
              </p:cNvSpPr>
              <p:nvPr/>
            </p:nvSpPr>
            <p:spPr>
              <a:xfrm>
                <a:off x="192025" y="1838632"/>
                <a:ext cx="3328416" cy="4575353"/>
              </a:xfrm>
              <a:prstGeom prst="rect">
                <a:avLst/>
              </a:prstGeom>
            </p:spPr>
            <p:txBody>
              <a:bodyPr>
                <a:normAutofit lnSpcReduction="10000"/>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dirty="0"/>
                  <a:t>We can show that for reasonable functions, Runge-</a:t>
                </a:r>
                <a:r>
                  <a:rPr lang="en-GB" sz="1600" dirty="0" err="1"/>
                  <a:t>Kutta</a:t>
                </a:r>
                <a:r>
                  <a:rPr lang="en-GB" sz="1600" dirty="0"/>
                  <a:t> methods converge</a:t>
                </a:r>
              </a:p>
              <a:p>
                <a:r>
                  <a:rPr lang="en-GB" sz="1600" dirty="0"/>
                  <a:t>But that doesn’t mean they will always be stable for any choice of </a:t>
                </a:r>
                <a14:m>
                  <m:oMath xmlns:m="http://schemas.openxmlformats.org/officeDocument/2006/math">
                    <m:r>
                      <a:rPr lang="en-GB" sz="1600" i="1">
                        <a:latin typeface="Cambria Math" panose="02040503050406030204" pitchFamily="18" charset="0"/>
                      </a:rPr>
                      <m:t>ℎ</m:t>
                    </m:r>
                  </m:oMath>
                </a14:m>
                <a:endParaRPr lang="en-GB" sz="1600" dirty="0"/>
              </a:p>
              <a:p>
                <a:r>
                  <a:rPr lang="en-GB" sz="1600" dirty="0"/>
                  <a:t>Here we have one more example</a:t>
                </a:r>
              </a:p>
              <a:p>
                <a14:m>
                  <m:oMath xmlns:m="http://schemas.openxmlformats.org/officeDocument/2006/math">
                    <m:r>
                      <a:rPr lang="en-GB" sz="1600" b="0" i="1" smtClean="0">
                        <a:latin typeface="Cambria Math" panose="02040503050406030204" pitchFamily="18" charset="0"/>
                      </a:rPr>
                      <m:t>ℎ</m:t>
                    </m:r>
                    <m:r>
                      <a:rPr lang="en-GB" sz="1600" b="0" i="1" smtClean="0">
                        <a:latin typeface="Cambria Math" panose="02040503050406030204" pitchFamily="18" charset="0"/>
                      </a:rPr>
                      <m:t>=0.0125</m:t>
                    </m:r>
                  </m:oMath>
                </a14:m>
                <a:r>
                  <a:rPr lang="en-GB" sz="1600" dirty="0"/>
                  <a:t> is fine, things work as expected, so let’s reduce this spacing</a:t>
                </a:r>
              </a:p>
              <a:p>
                <a:r>
                  <a:rPr lang="en-GB" sz="1600" dirty="0"/>
                  <a:t>Uh-oh</a:t>
                </a:r>
              </a:p>
            </p:txBody>
          </p:sp>
        </mc:Choice>
        <mc:Fallback>
          <p:sp>
            <p:nvSpPr>
              <p:cNvPr id="2" name="Content Placeholder 4">
                <a:extLst>
                  <a:ext uri="{FF2B5EF4-FFF2-40B4-BE49-F238E27FC236}">
                    <a16:creationId xmlns:a16="http://schemas.microsoft.com/office/drawing/2014/main" id="{FC81CBDB-3B1E-2449-A030-4C1EA407CBD5}"/>
                  </a:ext>
                </a:extLst>
              </p:cNvPr>
              <p:cNvSpPr txBox="1">
                <a:spLocks noRot="1" noChangeAspect="1" noMove="1" noResize="1" noEditPoints="1" noAdjustHandles="1" noChangeArrowheads="1" noChangeShapeType="1" noTextEdit="1"/>
              </p:cNvSpPr>
              <p:nvPr/>
            </p:nvSpPr>
            <p:spPr>
              <a:xfrm>
                <a:off x="192025" y="1838632"/>
                <a:ext cx="3328416" cy="4575353"/>
              </a:xfrm>
              <a:prstGeom prst="rect">
                <a:avLst/>
              </a:prstGeom>
              <a:blipFill>
                <a:blip r:embed="rId3"/>
                <a:stretch>
                  <a:fillRect l="-733" r="-2381" b="-1467"/>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84AAB2C3-0051-7592-5C01-E031578C9CA8}"/>
              </a:ext>
            </a:extLst>
          </p:cNvPr>
          <p:cNvSpPr txBox="1"/>
          <p:nvPr/>
        </p:nvSpPr>
        <p:spPr>
          <a:xfrm>
            <a:off x="6387789" y="4861378"/>
            <a:ext cx="3400097" cy="923330"/>
          </a:xfrm>
          <a:prstGeom prst="rect">
            <a:avLst/>
          </a:prstGeom>
          <a:noFill/>
        </p:spPr>
        <p:txBody>
          <a:bodyPr wrap="square" rtlCol="0">
            <a:spAutoFit/>
          </a:bodyPr>
          <a:lstStyle/>
          <a:p>
            <a:r>
              <a:rPr lang="en-GB" dirty="0"/>
              <a:t>The initial slope was so large, that our initial guess undershot the true minimum by some distance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DF42667-442A-5FFD-952F-CEE62910160E}"/>
                  </a:ext>
                </a:extLst>
              </p:cNvPr>
              <p:cNvSpPr txBox="1"/>
              <p:nvPr/>
            </p:nvSpPr>
            <p:spPr>
              <a:xfrm>
                <a:off x="10083161" y="980806"/>
                <a:ext cx="1916814" cy="2031325"/>
              </a:xfrm>
              <a:prstGeom prst="rect">
                <a:avLst/>
              </a:prstGeom>
              <a:noFill/>
            </p:spPr>
            <p:txBody>
              <a:bodyPr wrap="square" rtlCol="0">
                <a:spAutoFit/>
              </a:bodyPr>
              <a:lstStyle/>
              <a:p>
                <a:r>
                  <a:rPr lang="en-GB" dirty="0"/>
                  <a:t>Unfortunately, for negative </a:t>
                </a:r>
                <a14:m>
                  <m:oMath xmlns:m="http://schemas.openxmlformats.org/officeDocument/2006/math">
                    <m:r>
                      <a:rPr lang="en-GB" b="0" i="1" smtClean="0">
                        <a:latin typeface="Cambria Math" panose="02040503050406030204" pitchFamily="18" charset="0"/>
                      </a:rPr>
                      <m:t>𝑢</m:t>
                    </m:r>
                  </m:oMath>
                </a14:m>
                <a:r>
                  <a:rPr lang="en-GB" dirty="0"/>
                  <a:t>, this derivative now becomes positive, and we manage to significantly overshoot</a:t>
                </a:r>
              </a:p>
            </p:txBody>
          </p:sp>
        </mc:Choice>
        <mc:Fallback xmlns="">
          <p:sp>
            <p:nvSpPr>
              <p:cNvPr id="5" name="TextBox 4">
                <a:extLst>
                  <a:ext uri="{FF2B5EF4-FFF2-40B4-BE49-F238E27FC236}">
                    <a16:creationId xmlns:a16="http://schemas.microsoft.com/office/drawing/2014/main" id="{1DF42667-442A-5FFD-952F-CEE62910160E}"/>
                  </a:ext>
                </a:extLst>
              </p:cNvPr>
              <p:cNvSpPr txBox="1">
                <a:spLocks noRot="1" noChangeAspect="1" noMove="1" noResize="1" noEditPoints="1" noAdjustHandles="1" noChangeArrowheads="1" noChangeShapeType="1" noTextEdit="1"/>
              </p:cNvSpPr>
              <p:nvPr/>
            </p:nvSpPr>
            <p:spPr>
              <a:xfrm>
                <a:off x="10083161" y="980806"/>
                <a:ext cx="1916814" cy="2031325"/>
              </a:xfrm>
              <a:prstGeom prst="rect">
                <a:avLst/>
              </a:prstGeom>
              <a:blipFill>
                <a:blip r:embed="rId5"/>
                <a:stretch>
                  <a:fillRect l="-2548" t="-1802" r="-5096" b="-3904"/>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5470E15-7AD0-0964-9BB3-5B639384F9F0}"/>
              </a:ext>
            </a:extLst>
          </p:cNvPr>
          <p:cNvSpPr txBox="1"/>
          <p:nvPr/>
        </p:nvSpPr>
        <p:spPr>
          <a:xfrm>
            <a:off x="10083161" y="3845870"/>
            <a:ext cx="1916814" cy="2031325"/>
          </a:xfrm>
          <a:prstGeom prst="rect">
            <a:avLst/>
          </a:prstGeom>
          <a:noFill/>
        </p:spPr>
        <p:txBody>
          <a:bodyPr wrap="square" rtlCol="0">
            <a:spAutoFit/>
          </a:bodyPr>
          <a:lstStyle/>
          <a:p>
            <a:r>
              <a:rPr lang="en-GB" dirty="0"/>
              <a:t>Our oscillations get smaller, so eventually we’d at least converge to the limit, but our errors at any given position are huge</a:t>
            </a:r>
          </a:p>
        </p:txBody>
      </p:sp>
    </p:spTree>
    <p:extLst>
      <p:ext uri="{BB962C8B-B14F-4D97-AF65-F5344CB8AC3E}">
        <p14:creationId xmlns:p14="http://schemas.microsoft.com/office/powerpoint/2010/main" val="344616093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p:bldP spid="5" grpId="0"/>
      <p:bldP spid="7"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23190-8E03-7CD7-8517-38A59C3C3A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9C7904-3FDA-0F34-D7F7-4F40B2BEEB89}"/>
              </a:ext>
            </a:extLst>
          </p:cNvPr>
          <p:cNvSpPr>
            <a:spLocks noGrp="1"/>
          </p:cNvSpPr>
          <p:nvPr>
            <p:ph type="title"/>
          </p:nvPr>
        </p:nvSpPr>
        <p:spPr/>
        <p:txBody>
          <a:bodyPr>
            <a:normAutofit/>
          </a:bodyPr>
          <a:lstStyle/>
          <a:p>
            <a:r>
              <a:rPr lang="en-GB"/>
              <a:t>Unstable behaviour</a:t>
            </a:r>
          </a:p>
        </p:txBody>
      </p:sp>
      <p:pic>
        <p:nvPicPr>
          <p:cNvPr id="10" name="Picture 9">
            <a:extLst>
              <a:ext uri="{FF2B5EF4-FFF2-40B4-BE49-F238E27FC236}">
                <a16:creationId xmlns:a16="http://schemas.microsoft.com/office/drawing/2014/main" id="{CB1E449B-8F2B-3F56-85C5-7D660B061D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73432" y="1158549"/>
            <a:ext cx="6798308" cy="5143902"/>
          </a:xfrm>
          <a:prstGeom prst="rect">
            <a:avLst/>
          </a:prstGeom>
        </p:spPr>
      </p:pic>
      <mc:AlternateContent xmlns:mc="http://schemas.openxmlformats.org/markup-compatibility/2006">
        <mc:Choice xmlns:a14="http://schemas.microsoft.com/office/drawing/2010/main" Requires="a14">
          <p:sp>
            <p:nvSpPr>
              <p:cNvPr id="2" name="Content Placeholder 4">
                <a:extLst>
                  <a:ext uri="{FF2B5EF4-FFF2-40B4-BE49-F238E27FC236}">
                    <a16:creationId xmlns:a16="http://schemas.microsoft.com/office/drawing/2014/main" id="{1B1A8DCA-DB47-CDB4-BAE5-81C4B5614851}"/>
                  </a:ext>
                </a:extLst>
              </p:cNvPr>
              <p:cNvSpPr txBox="1">
                <a:spLocks/>
              </p:cNvSpPr>
              <p:nvPr/>
            </p:nvSpPr>
            <p:spPr>
              <a:xfrm>
                <a:off x="192025" y="1838632"/>
                <a:ext cx="3328416" cy="4575353"/>
              </a:xfrm>
              <a:prstGeom prst="rect">
                <a:avLst/>
              </a:prstGeom>
            </p:spPr>
            <p:txBody>
              <a:bodyPr>
                <a:normAutofit lnSpcReduction="10000"/>
              </a:bodyPr>
              <a:lstStyle>
                <a:lvl1pPr marL="171450" indent="-171450" algn="l" defTabSz="685800" rtl="0" eaLnBrk="1" latinLnBrk="0" hangingPunct="1">
                  <a:lnSpc>
                    <a:spcPct val="150000"/>
                  </a:lnSpc>
                  <a:spcBef>
                    <a:spcPts val="75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685800" rtl="0" eaLnBrk="1" latinLnBrk="0" hangingPunct="1">
                  <a:lnSpc>
                    <a:spcPct val="90000"/>
                  </a:lnSpc>
                  <a:spcBef>
                    <a:spcPts val="375"/>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600" dirty="0"/>
                  <a:t>We can show that for reasonable functions, Runge-</a:t>
                </a:r>
                <a:r>
                  <a:rPr lang="en-GB" sz="1600" dirty="0" err="1"/>
                  <a:t>Kutta</a:t>
                </a:r>
                <a:r>
                  <a:rPr lang="en-GB" sz="1600" dirty="0"/>
                  <a:t> methods converge</a:t>
                </a:r>
              </a:p>
              <a:p>
                <a:r>
                  <a:rPr lang="en-GB" sz="1600" dirty="0"/>
                  <a:t>But that doesn’t mean they will always be stable for any choice of </a:t>
                </a:r>
                <a14:m>
                  <m:oMath xmlns:m="http://schemas.openxmlformats.org/officeDocument/2006/math">
                    <m:r>
                      <a:rPr lang="en-GB" sz="1600" i="1">
                        <a:latin typeface="Cambria Math" panose="02040503050406030204" pitchFamily="18" charset="0"/>
                      </a:rPr>
                      <m:t>ℎ</m:t>
                    </m:r>
                  </m:oMath>
                </a14:m>
                <a:endParaRPr lang="en-GB" sz="1600" dirty="0"/>
              </a:p>
              <a:p>
                <a:r>
                  <a:rPr lang="en-GB" sz="1600" dirty="0"/>
                  <a:t>Here we have one more example</a:t>
                </a:r>
              </a:p>
              <a:p>
                <a14:m>
                  <m:oMath xmlns:m="http://schemas.openxmlformats.org/officeDocument/2006/math">
                    <m:r>
                      <a:rPr lang="en-GB" sz="1600" b="0" i="1" smtClean="0">
                        <a:latin typeface="Cambria Math" panose="02040503050406030204" pitchFamily="18" charset="0"/>
                      </a:rPr>
                      <m:t>ℎ</m:t>
                    </m:r>
                    <m:r>
                      <a:rPr lang="en-GB" sz="1600" b="0" i="1" smtClean="0">
                        <a:latin typeface="Cambria Math" panose="02040503050406030204" pitchFamily="18" charset="0"/>
                      </a:rPr>
                      <m:t>=0.0125</m:t>
                    </m:r>
                  </m:oMath>
                </a14:m>
                <a:r>
                  <a:rPr lang="en-GB" sz="1600" dirty="0"/>
                  <a:t> is fine, things work as expected, so let’s reduce this spacing</a:t>
                </a:r>
              </a:p>
              <a:p>
                <a:r>
                  <a:rPr lang="en-GB" sz="1600" dirty="0"/>
                  <a:t>Uh-oh</a:t>
                </a:r>
              </a:p>
            </p:txBody>
          </p:sp>
        </mc:Choice>
        <mc:Fallback>
          <p:sp>
            <p:nvSpPr>
              <p:cNvPr id="2" name="Content Placeholder 4">
                <a:extLst>
                  <a:ext uri="{FF2B5EF4-FFF2-40B4-BE49-F238E27FC236}">
                    <a16:creationId xmlns:a16="http://schemas.microsoft.com/office/drawing/2014/main" id="{1B1A8DCA-DB47-CDB4-BAE5-81C4B5614851}"/>
                  </a:ext>
                </a:extLst>
              </p:cNvPr>
              <p:cNvSpPr txBox="1">
                <a:spLocks noRot="1" noChangeAspect="1" noMove="1" noResize="1" noEditPoints="1" noAdjustHandles="1" noChangeArrowheads="1" noChangeShapeType="1" noTextEdit="1"/>
              </p:cNvSpPr>
              <p:nvPr/>
            </p:nvSpPr>
            <p:spPr>
              <a:xfrm>
                <a:off x="192025" y="1838632"/>
                <a:ext cx="3328416" cy="4575353"/>
              </a:xfrm>
              <a:prstGeom prst="rect">
                <a:avLst/>
              </a:prstGeom>
              <a:blipFill>
                <a:blip r:embed="rId3"/>
                <a:stretch>
                  <a:fillRect l="-733" r="-2381" b="-14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137CAAB-6786-DF66-5ED4-846AA9472129}"/>
                  </a:ext>
                </a:extLst>
              </p:cNvPr>
              <p:cNvSpPr txBox="1"/>
              <p:nvPr/>
            </p:nvSpPr>
            <p:spPr>
              <a:xfrm>
                <a:off x="8374398" y="1046123"/>
                <a:ext cx="3400097" cy="923330"/>
              </a:xfrm>
              <a:prstGeom prst="rect">
                <a:avLst/>
              </a:prstGeom>
              <a:noFill/>
            </p:spPr>
            <p:txBody>
              <a:bodyPr wrap="square" rtlCol="0">
                <a:spAutoFit/>
              </a:bodyPr>
              <a:lstStyle/>
              <a:p>
                <a:r>
                  <a:rPr lang="en-GB" dirty="0"/>
                  <a:t>For even larger </a:t>
                </a:r>
                <a14:m>
                  <m:oMath xmlns:m="http://schemas.openxmlformats.org/officeDocument/2006/math">
                    <m:r>
                      <a:rPr lang="en-GB" b="0" i="1" smtClean="0">
                        <a:latin typeface="Cambria Math" panose="02040503050406030204" pitchFamily="18" charset="0"/>
                      </a:rPr>
                      <m:t>ℎ</m:t>
                    </m:r>
                  </m:oMath>
                </a14:m>
                <a:r>
                  <a:rPr lang="en-GB" dirty="0"/>
                  <a:t>, the first guess is </a:t>
                </a:r>
                <a14:m>
                  <m:oMath xmlns:m="http://schemas.openxmlformats.org/officeDocument/2006/math">
                    <m:r>
                      <a:rPr lang="en-GB" b="0" i="1" smtClean="0">
                        <a:latin typeface="Cambria Math" panose="02040503050406030204" pitchFamily="18" charset="0"/>
                      </a:rPr>
                      <m:t>&lt;−1</m:t>
                    </m:r>
                  </m:oMath>
                </a14:m>
                <a:r>
                  <a:rPr lang="en-GB" dirty="0"/>
                  <a:t>, and this causes an even larger positive derivative guess</a:t>
                </a:r>
              </a:p>
            </p:txBody>
          </p:sp>
        </mc:Choice>
        <mc:Fallback xmlns="">
          <p:sp>
            <p:nvSpPr>
              <p:cNvPr id="4" name="TextBox 3">
                <a:extLst>
                  <a:ext uri="{FF2B5EF4-FFF2-40B4-BE49-F238E27FC236}">
                    <a16:creationId xmlns:a16="http://schemas.microsoft.com/office/drawing/2014/main" id="{5137CAAB-6786-DF66-5ED4-846AA9472129}"/>
                  </a:ext>
                </a:extLst>
              </p:cNvPr>
              <p:cNvSpPr txBox="1">
                <a:spLocks noRot="1" noChangeAspect="1" noMove="1" noResize="1" noEditPoints="1" noAdjustHandles="1" noChangeArrowheads="1" noChangeShapeType="1" noTextEdit="1"/>
              </p:cNvSpPr>
              <p:nvPr/>
            </p:nvSpPr>
            <p:spPr>
              <a:xfrm>
                <a:off x="8374398" y="1046123"/>
                <a:ext cx="3400097" cy="923330"/>
              </a:xfrm>
              <a:prstGeom prst="rect">
                <a:avLst/>
              </a:prstGeom>
              <a:blipFill>
                <a:blip r:embed="rId5"/>
                <a:stretch>
                  <a:fillRect l="-1613" t="-3974" r="-1613" b="-9934"/>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1CC89089-B214-D239-7E0B-A12808BE1457}"/>
              </a:ext>
            </a:extLst>
          </p:cNvPr>
          <p:cNvSpPr txBox="1"/>
          <p:nvPr/>
        </p:nvSpPr>
        <p:spPr>
          <a:xfrm>
            <a:off x="10342179" y="2081879"/>
            <a:ext cx="1594734" cy="1200329"/>
          </a:xfrm>
          <a:prstGeom prst="rect">
            <a:avLst/>
          </a:prstGeom>
          <a:noFill/>
        </p:spPr>
        <p:txBody>
          <a:bodyPr wrap="square" rtlCol="0">
            <a:spAutoFit/>
          </a:bodyPr>
          <a:lstStyle/>
          <a:p>
            <a:r>
              <a:rPr lang="en-GB" dirty="0"/>
              <a:t>This time, the solution grows unboundedly – it is </a:t>
            </a:r>
            <a:r>
              <a:rPr lang="en-GB" b="1" dirty="0"/>
              <a:t>unstable</a:t>
            </a:r>
            <a:endParaRPr lang="en-GB" dirty="0"/>
          </a:p>
        </p:txBody>
      </p:sp>
      <p:sp>
        <p:nvSpPr>
          <p:cNvPr id="7" name="TextBox 6">
            <a:extLst>
              <a:ext uri="{FF2B5EF4-FFF2-40B4-BE49-F238E27FC236}">
                <a16:creationId xmlns:a16="http://schemas.microsoft.com/office/drawing/2014/main" id="{77069FA9-8784-D1EA-365B-FEEB19330864}"/>
              </a:ext>
            </a:extLst>
          </p:cNvPr>
          <p:cNvSpPr txBox="1"/>
          <p:nvPr/>
        </p:nvSpPr>
        <p:spPr>
          <a:xfrm>
            <a:off x="10405241" y="3800267"/>
            <a:ext cx="1688282" cy="2585323"/>
          </a:xfrm>
          <a:prstGeom prst="rect">
            <a:avLst/>
          </a:prstGeom>
          <a:noFill/>
        </p:spPr>
        <p:txBody>
          <a:bodyPr wrap="square" rtlCol="0">
            <a:spAutoFit/>
          </a:bodyPr>
          <a:lstStyle/>
          <a:p>
            <a:r>
              <a:rPr lang="en-GB" dirty="0"/>
              <a:t>Even in the bounded oscillation case, there are still large errors – in general, oscillations should be avoided</a:t>
            </a:r>
          </a:p>
        </p:txBody>
      </p:sp>
    </p:spTree>
    <p:extLst>
      <p:ext uri="{BB962C8B-B14F-4D97-AF65-F5344CB8AC3E}">
        <p14:creationId xmlns:p14="http://schemas.microsoft.com/office/powerpoint/2010/main" val="263904040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4" name="Content Placeholder 3"/>
          <p:cNvSpPr>
            <a:spLocks noGrp="1"/>
          </p:cNvSpPr>
          <p:nvPr>
            <p:ph sz="half" idx="11"/>
          </p:nvPr>
        </p:nvSpPr>
        <p:spPr>
          <a:xfrm>
            <a:off x="420624" y="2468880"/>
            <a:ext cx="10936224" cy="3383280"/>
          </a:xfrm>
        </p:spPr>
        <p:txBody>
          <a:bodyPr wrap="square">
            <a:normAutofit/>
          </a:bodyPr>
          <a:lstStyle/>
          <a:p>
            <a:r>
              <a:rPr sz="1600" dirty="0"/>
              <a:t>We have covered some of the underlying mathematics which will appear repeatedly throughout the </a:t>
            </a:r>
            <a:r>
              <a:rPr lang="en-GB" sz="1600" dirty="0"/>
              <a:t>stream-specific courses over the MPhil (not all topics will be covered in all streams, if you are lucky/unlucky)</a:t>
            </a:r>
            <a:endParaRPr sz="1600" dirty="0"/>
          </a:p>
          <a:p>
            <a:r>
              <a:rPr sz="1600" dirty="0"/>
              <a:t>Some of these will be built upon in greater detail, e.g. thermodynamics for equations of state, and </a:t>
            </a:r>
            <a:r>
              <a:rPr sz="1600" dirty="0" err="1"/>
              <a:t>discretisation</a:t>
            </a:r>
            <a:r>
              <a:rPr sz="1600" dirty="0"/>
              <a:t> techniques </a:t>
            </a:r>
          </a:p>
          <a:p>
            <a:r>
              <a:rPr sz="1600" dirty="0"/>
              <a:t>Anything in this course should be </a:t>
            </a:r>
            <a:r>
              <a:rPr lang="en-GB" sz="1600" dirty="0"/>
              <a:t>assumed knowledge for these courses </a:t>
            </a:r>
            <a:r>
              <a:rPr sz="1600" dirty="0"/>
              <a:t>– these methods could be required in </a:t>
            </a:r>
            <a:r>
              <a:rPr lang="en-GB" sz="1600" dirty="0"/>
              <a:t>the exams of other courses without a dedicated introduction outside of this course</a:t>
            </a:r>
            <a:endParaRPr sz="1600" dirty="0"/>
          </a:p>
          <a:p>
            <a:r>
              <a:rPr sz="1600" dirty="0"/>
              <a:t>However, this will always be in context of the course itself, it will not come as a surprise question based only on these lectures</a:t>
            </a:r>
            <a:r>
              <a:rPr lang="en-GB" sz="1600" dirty="0"/>
              <a:t> (if your methods never use a matrix, you won’t be suddenly asked to perform an LU-factorisation)</a:t>
            </a:r>
            <a:endParaRPr sz="1600" dirty="0"/>
          </a:p>
        </p:txBody>
      </p:sp>
    </p:spTree>
    <p:extLst>
      <p:ext uri="{BB962C8B-B14F-4D97-AF65-F5344CB8AC3E}">
        <p14:creationId xmlns:p14="http://schemas.microsoft.com/office/powerpoint/2010/main" val="157958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0296A-D358-1CE8-6BC4-2E5B5057F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69D24-4FF8-6CCC-DE85-516003266602}"/>
              </a:ext>
            </a:extLst>
          </p:cNvPr>
          <p:cNvSpPr>
            <a:spLocks noGrp="1"/>
          </p:cNvSpPr>
          <p:nvPr>
            <p:ph type="ctrTitle"/>
          </p:nvPr>
        </p:nvSpPr>
        <p:spPr>
          <a:xfrm>
            <a:off x="1524000" y="861491"/>
            <a:ext cx="9144000" cy="643375"/>
          </a:xfrm>
        </p:spPr>
        <p:txBody>
          <a:bodyPr>
            <a:noAutofit/>
          </a:bodyPr>
          <a:lstStyle/>
          <a:p>
            <a:r>
              <a:rPr lang="en-US" sz="4400" dirty="0"/>
              <a:t>We would appreciate your feedback!</a:t>
            </a:r>
            <a:endParaRPr lang="en-GB" sz="4400" dirty="0"/>
          </a:p>
        </p:txBody>
      </p:sp>
      <p:sp>
        <p:nvSpPr>
          <p:cNvPr id="3" name="TextBox 2">
            <a:extLst>
              <a:ext uri="{FF2B5EF4-FFF2-40B4-BE49-F238E27FC236}">
                <a16:creationId xmlns:a16="http://schemas.microsoft.com/office/drawing/2014/main" id="{148E9EA2-FCD8-0039-9B59-93727B8AACBE}"/>
              </a:ext>
            </a:extLst>
          </p:cNvPr>
          <p:cNvSpPr txBox="1"/>
          <p:nvPr/>
        </p:nvSpPr>
        <p:spPr>
          <a:xfrm>
            <a:off x="2801605" y="2066544"/>
            <a:ext cx="6588791" cy="461665"/>
          </a:xfrm>
          <a:prstGeom prst="rect">
            <a:avLst/>
          </a:prstGeom>
          <a:noFill/>
        </p:spPr>
        <p:txBody>
          <a:bodyPr wrap="none" rtlCol="0">
            <a:spAutoFit/>
          </a:bodyPr>
          <a:lstStyle/>
          <a:p>
            <a:r>
              <a:rPr lang="en-GB" sz="2400" dirty="0"/>
              <a:t>Mathematical Methods for Scientific Computing </a:t>
            </a:r>
          </a:p>
        </p:txBody>
      </p:sp>
      <p:pic>
        <p:nvPicPr>
          <p:cNvPr id="6" name="Picture 5">
            <a:extLst>
              <a:ext uri="{FF2B5EF4-FFF2-40B4-BE49-F238E27FC236}">
                <a16:creationId xmlns:a16="http://schemas.microsoft.com/office/drawing/2014/main" id="{21211290-F191-2D3B-B924-EF0AC0B95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1487" y="2645663"/>
            <a:ext cx="3629025" cy="3629025"/>
          </a:xfrm>
          <a:prstGeom prst="rect">
            <a:avLst/>
          </a:prstGeom>
        </p:spPr>
      </p:pic>
    </p:spTree>
    <p:extLst>
      <p:ext uri="{BB962C8B-B14F-4D97-AF65-F5344CB8AC3E}">
        <p14:creationId xmlns:p14="http://schemas.microsoft.com/office/powerpoint/2010/main" val="2532499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311828-7808-4E47-AF0E-1B99559C98E4}">
  <we:reference id="wa200010001" version="1.0.0.1" store="en-GB" storeType="OMEX"/>
  <we:alternateReferences>
    <we:reference id="WA200010001" version="1.0.0.1" store="WA200010001" storeType="OMEX"/>
  </we:alternateReferences>
  <we:properties>
    <we:property name="claude.fileId" value="&quot;62546791-72c1-4433-9376-9093d1c367d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1488</TotalTime>
  <Words>6545</Words>
  <Application>Microsoft Office PowerPoint</Application>
  <PresentationFormat>Widescreen</PresentationFormat>
  <Paragraphs>642</Paragraphs>
  <Slides>111</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111</vt:i4>
      </vt:variant>
    </vt:vector>
  </HeadingPairs>
  <TitlesOfParts>
    <vt:vector size="119" baseType="lpstr">
      <vt:lpstr>Aptos</vt:lpstr>
      <vt:lpstr>Aptos Display</vt:lpstr>
      <vt:lpstr>Arial</vt:lpstr>
      <vt:lpstr>Cambria Math</vt:lpstr>
      <vt:lpstr>King</vt:lpstr>
      <vt:lpstr>Open Sans</vt:lpstr>
      <vt:lpstr>Open Sans Light</vt:lpstr>
      <vt:lpstr>Office Theme</vt:lpstr>
      <vt:lpstr>PowerPoint Presentation</vt:lpstr>
      <vt:lpstr>Outline</vt:lpstr>
      <vt:lpstr>PowerPoint Presentation</vt:lpstr>
      <vt:lpstr>Discretisation</vt:lpstr>
      <vt:lpstr>Effects of error</vt:lpstr>
      <vt:lpstr>Order of accuracy</vt:lpstr>
      <vt:lpstr>Derivative approximations</vt:lpstr>
      <vt:lpstr>First-order derivative</vt:lpstr>
      <vt:lpstr>Second-order derivative</vt:lpstr>
      <vt:lpstr>PowerPoint Presentation</vt:lpstr>
      <vt:lpstr>PowerPoint Presentation</vt:lpstr>
      <vt:lpstr>PowerPoint Presentation</vt:lpstr>
      <vt:lpstr>Approximating derivatives</vt:lpstr>
      <vt:lpstr>PowerPoint Presentation</vt:lpstr>
      <vt:lpstr>Quantifying order of accuracy</vt:lpstr>
      <vt:lpstr>Order of accuracy</vt:lpstr>
      <vt:lpstr>Order of accuracy – example</vt:lpstr>
      <vt:lpstr>PowerPoint Presentation</vt:lpstr>
      <vt:lpstr>Order of accuracy – example</vt:lpstr>
      <vt:lpstr>Quantifying order of accuracy</vt:lpstr>
      <vt:lpstr>p-norms</vt:lpstr>
      <vt:lpstr>Error norms</vt:lpstr>
      <vt:lpstr>Common error norms</vt:lpstr>
      <vt:lpstr>Error norms</vt:lpstr>
      <vt:lpstr>PowerPoint Presentation</vt:lpstr>
      <vt:lpstr>Fourier series</vt:lpstr>
      <vt:lpstr>Computing Fourier series</vt:lpstr>
      <vt:lpstr>Converging solutions</vt:lpstr>
      <vt:lpstr>PowerPoint Presentation</vt:lpstr>
      <vt:lpstr>Discretisation and interpolation</vt:lpstr>
      <vt:lpstr>Discretisation and interpolation</vt:lpstr>
      <vt:lpstr>PowerPoint Presentation</vt:lpstr>
      <vt:lpstr>Bilinear and trilinear interpolation</vt:lpstr>
      <vt:lpstr>Other interpolation</vt:lpstr>
      <vt:lpstr>PowerPoint Presentation</vt:lpstr>
      <vt:lpstr>Iterative solutions in this course</vt:lpstr>
      <vt:lpstr>Iterative solutions</vt:lpstr>
      <vt:lpstr>Analytic, exact and approximate solutions</vt:lpstr>
      <vt:lpstr>Bisection method</vt:lpstr>
      <vt:lpstr>Bisection method</vt:lpstr>
      <vt:lpstr>Bisection method – an example</vt:lpstr>
      <vt:lpstr>Bisection method</vt:lpstr>
      <vt:lpstr>Bisection method</vt:lpstr>
      <vt:lpstr>Bisection method</vt:lpstr>
      <vt:lpstr>Bisection method</vt:lpstr>
      <vt:lpstr>Bisection method</vt:lpstr>
      <vt:lpstr>Bisection method</vt:lpstr>
      <vt:lpstr>Bisection method</vt:lpstr>
      <vt:lpstr>Bisection method</vt:lpstr>
      <vt:lpstr>Bisection method</vt:lpstr>
      <vt:lpstr>Notes on the bisection method</vt:lpstr>
      <vt:lpstr>Newton's method</vt:lpstr>
      <vt:lpstr>Newton's method</vt:lpstr>
      <vt:lpstr>PowerPoint Presentation</vt:lpstr>
      <vt:lpstr>Newton’s method</vt:lpstr>
      <vt:lpstr>Newton’s method</vt:lpstr>
      <vt:lpstr>Newton’s method</vt:lpstr>
      <vt:lpstr>Newton’s method</vt:lpstr>
      <vt:lpstr>Newton’s method</vt:lpstr>
      <vt:lpstr>Newton’s method</vt:lpstr>
      <vt:lpstr>Newton’s method</vt:lpstr>
      <vt:lpstr>Newton's method</vt:lpstr>
      <vt:lpstr>Convergence of Newton’s method</vt:lpstr>
      <vt:lpstr>PowerPoint Presentation</vt:lpstr>
      <vt:lpstr>PowerPoint Presentation</vt:lpstr>
      <vt:lpstr>Convergence of Newton’s method</vt:lpstr>
      <vt:lpstr>Newton’s method - a bad choice</vt:lpstr>
      <vt:lpstr>Newton’s method - a bad choice</vt:lpstr>
      <vt:lpstr>Newton’s method - a bad choice</vt:lpstr>
      <vt:lpstr>Newton’s method - a bad choice</vt:lpstr>
      <vt:lpstr>Newton’s method - a bad choice</vt:lpstr>
      <vt:lpstr>Newton’s method - a bad choice</vt:lpstr>
      <vt:lpstr>Newton’s method - a bad choice</vt:lpstr>
      <vt:lpstr>Newton’s method - a worse choice</vt:lpstr>
      <vt:lpstr>PowerPoint Presentation</vt:lpstr>
      <vt:lpstr>Runge-Kutta methods</vt:lpstr>
      <vt:lpstr>Runge-Kutta methods</vt:lpstr>
      <vt:lpstr>Runge-Kutta methods</vt:lpstr>
      <vt:lpstr>Euler method</vt:lpstr>
      <vt:lpstr>PowerPoint Presentation</vt:lpstr>
      <vt:lpstr>Euler method</vt:lpstr>
      <vt:lpstr>Euler method</vt:lpstr>
      <vt:lpstr>Euler method</vt:lpstr>
      <vt:lpstr>Euler method</vt:lpstr>
      <vt:lpstr>Euler method</vt:lpstr>
      <vt:lpstr>Convergence of the Euler method</vt:lpstr>
      <vt:lpstr>PowerPoint Presentation</vt:lpstr>
      <vt:lpstr>PowerPoint Presentation</vt:lpstr>
      <vt:lpstr>PowerPoint Presentation</vt:lpstr>
      <vt:lpstr>Lipschitz continuity</vt:lpstr>
      <vt:lpstr>PowerPoint Presentation</vt:lpstr>
      <vt:lpstr>PowerPoint Presentation</vt:lpstr>
      <vt:lpstr>PowerPoint Presentation</vt:lpstr>
      <vt:lpstr>PowerPoint Presentation</vt:lpstr>
      <vt:lpstr>Midpoint method</vt:lpstr>
      <vt:lpstr>PowerPoint Presentation</vt:lpstr>
      <vt:lpstr>PowerPoint Presentation</vt:lpstr>
      <vt:lpstr>Midpoint method</vt:lpstr>
      <vt:lpstr>Midpoint method</vt:lpstr>
      <vt:lpstr>Midpoint method</vt:lpstr>
      <vt:lpstr>Midpoint method</vt:lpstr>
      <vt:lpstr>Butcher tableaux</vt:lpstr>
      <vt:lpstr>Butcher tableaux</vt:lpstr>
      <vt:lpstr>Some Runge-Kutta examples</vt:lpstr>
      <vt:lpstr>Why are there so many?</vt:lpstr>
      <vt:lpstr>Unstable behaviour</vt:lpstr>
      <vt:lpstr>Unstable behaviour</vt:lpstr>
      <vt:lpstr>Unstable behaviour</vt:lpstr>
      <vt:lpstr>Unstable behaviour</vt:lpstr>
      <vt:lpstr>Summary</vt:lpstr>
      <vt:lpstr>We would appreciate your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Millmore</dc:creator>
  <cp:lastModifiedBy>Stephen Millmore</cp:lastModifiedBy>
  <cp:revision>1</cp:revision>
  <dcterms:created xsi:type="dcterms:W3CDTF">2026-06-16T10:40:47Z</dcterms:created>
  <dcterms:modified xsi:type="dcterms:W3CDTF">2026-10-07T14:29:32Z</dcterms:modified>
</cp:coreProperties>
</file>