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7"/>
  </p:notesMasterIdLst>
  <p:sldIdLst>
    <p:sldId id="256" r:id="rId2"/>
    <p:sldId id="257" r:id="rId3"/>
    <p:sldId id="258" r:id="rId4"/>
    <p:sldId id="259" r:id="rId5"/>
    <p:sldId id="295" r:id="rId6"/>
    <p:sldId id="296" r:id="rId7"/>
    <p:sldId id="297" r:id="rId8"/>
    <p:sldId id="302" r:id="rId9"/>
    <p:sldId id="264" r:id="rId10"/>
    <p:sldId id="303" r:id="rId11"/>
    <p:sldId id="324" r:id="rId12"/>
    <p:sldId id="300" r:id="rId13"/>
    <p:sldId id="325" r:id="rId14"/>
    <p:sldId id="326" r:id="rId15"/>
    <p:sldId id="327" r:id="rId16"/>
    <p:sldId id="328" r:id="rId17"/>
    <p:sldId id="329" r:id="rId18"/>
    <p:sldId id="330" r:id="rId19"/>
    <p:sldId id="331" r:id="rId20"/>
    <p:sldId id="301" r:id="rId21"/>
    <p:sldId id="268" r:id="rId22"/>
    <p:sldId id="304" r:id="rId23"/>
    <p:sldId id="332" r:id="rId24"/>
    <p:sldId id="333" r:id="rId25"/>
    <p:sldId id="334" r:id="rId26"/>
    <p:sldId id="335" r:id="rId27"/>
    <p:sldId id="336" r:id="rId28"/>
    <p:sldId id="337" r:id="rId29"/>
    <p:sldId id="305" r:id="rId30"/>
    <p:sldId id="338" r:id="rId31"/>
    <p:sldId id="306" r:id="rId32"/>
    <p:sldId id="340" r:id="rId33"/>
    <p:sldId id="339" r:id="rId34"/>
    <p:sldId id="341" r:id="rId35"/>
    <p:sldId id="342" r:id="rId36"/>
    <p:sldId id="343" r:id="rId37"/>
    <p:sldId id="344" r:id="rId38"/>
    <p:sldId id="307" r:id="rId39"/>
    <p:sldId id="345" r:id="rId40"/>
    <p:sldId id="346" r:id="rId41"/>
    <p:sldId id="347" r:id="rId42"/>
    <p:sldId id="348" r:id="rId43"/>
    <p:sldId id="273" r:id="rId44"/>
    <p:sldId id="274" r:id="rId45"/>
    <p:sldId id="310" r:id="rId46"/>
    <p:sldId id="349" r:id="rId47"/>
    <p:sldId id="355" r:id="rId48"/>
    <p:sldId id="351" r:id="rId49"/>
    <p:sldId id="358" r:id="rId50"/>
    <p:sldId id="356" r:id="rId51"/>
    <p:sldId id="353" r:id="rId52"/>
    <p:sldId id="357" r:id="rId53"/>
    <p:sldId id="314" r:id="rId54"/>
    <p:sldId id="359" r:id="rId55"/>
    <p:sldId id="311" r:id="rId56"/>
    <p:sldId id="360" r:id="rId57"/>
    <p:sldId id="361" r:id="rId58"/>
    <p:sldId id="278" r:id="rId59"/>
    <p:sldId id="312" r:id="rId60"/>
    <p:sldId id="362" r:id="rId61"/>
    <p:sldId id="363" r:id="rId62"/>
    <p:sldId id="313" r:id="rId63"/>
    <p:sldId id="364" r:id="rId64"/>
    <p:sldId id="315" r:id="rId65"/>
    <p:sldId id="365" r:id="rId66"/>
    <p:sldId id="316" r:id="rId67"/>
    <p:sldId id="366" r:id="rId68"/>
    <p:sldId id="367" r:id="rId69"/>
    <p:sldId id="283" r:id="rId70"/>
    <p:sldId id="368" r:id="rId71"/>
    <p:sldId id="369" r:id="rId72"/>
    <p:sldId id="317" r:id="rId73"/>
    <p:sldId id="370" r:id="rId74"/>
    <p:sldId id="371" r:id="rId75"/>
    <p:sldId id="318" r:id="rId76"/>
    <p:sldId id="372" r:id="rId77"/>
    <p:sldId id="373" r:id="rId78"/>
    <p:sldId id="374" r:id="rId79"/>
    <p:sldId id="286" r:id="rId80"/>
    <p:sldId id="375" r:id="rId81"/>
    <p:sldId id="376" r:id="rId82"/>
    <p:sldId id="319" r:id="rId83"/>
    <p:sldId id="377" r:id="rId84"/>
    <p:sldId id="378" r:id="rId85"/>
    <p:sldId id="379" r:id="rId86"/>
    <p:sldId id="380" r:id="rId87"/>
    <p:sldId id="381" r:id="rId88"/>
    <p:sldId id="323" r:id="rId89"/>
    <p:sldId id="382" r:id="rId90"/>
    <p:sldId id="383" r:id="rId91"/>
    <p:sldId id="384" r:id="rId92"/>
    <p:sldId id="385" r:id="rId93"/>
    <p:sldId id="386" r:id="rId94"/>
    <p:sldId id="387" r:id="rId95"/>
    <p:sldId id="289" r:id="rId96"/>
    <p:sldId id="388" r:id="rId97"/>
    <p:sldId id="389" r:id="rId98"/>
    <p:sldId id="290" r:id="rId99"/>
    <p:sldId id="320" r:id="rId100"/>
    <p:sldId id="321" r:id="rId101"/>
    <p:sldId id="390" r:id="rId102"/>
    <p:sldId id="391" r:id="rId103"/>
    <p:sldId id="392" r:id="rId104"/>
    <p:sldId id="322" r:id="rId105"/>
    <p:sldId id="294" r:id="rId10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029ED2-A213-4556-8E55-04FE1D34A797}" v="601" dt="2026-10-07T08:40:01.6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microsoft.com/office/2016/11/relationships/changesInfo" Target="changesInfos/changesInfo1.xml"/><Relationship Id="rId16" Type="http://schemas.openxmlformats.org/officeDocument/2006/relationships/slide" Target="slides/slide15.xml"/><Relationship Id="rId107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microsoft.com/office/2015/10/relationships/revisionInfo" Target="revisionInfo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viewProps" Target="view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Millmore" userId="7b2404fb-f360-4859-a21a-833f72764a74" providerId="ADAL" clId="{F8060359-7CB0-4CFA-8452-FFE64AEC2193}"/>
    <pc:docChg chg="undo custSel addSld delSld modSld sldOrd">
      <pc:chgData name="Stephen Millmore" userId="7b2404fb-f360-4859-a21a-833f72764a74" providerId="ADAL" clId="{F8060359-7CB0-4CFA-8452-FFE64AEC2193}" dt="2026-10-05T08:24:05.872" v="28382" actId="1076"/>
      <pc:docMkLst>
        <pc:docMk/>
      </pc:docMkLst>
      <pc:sldChg chg="addSp delSp modSp mod">
        <pc:chgData name="Stephen Millmore" userId="7b2404fb-f360-4859-a21a-833f72764a74" providerId="ADAL" clId="{F8060359-7CB0-4CFA-8452-FFE64AEC2193}" dt="2026-10-02T11:12:26.069" v="24848" actId="20577"/>
        <pc:sldMkLst>
          <pc:docMk/>
          <pc:sldMk cId="0" sldId="256"/>
        </pc:sldMkLst>
        <pc:spChg chg="add mod">
          <ac:chgData name="Stephen Millmore" userId="7b2404fb-f360-4859-a21a-833f72764a74" providerId="ADAL" clId="{F8060359-7CB0-4CFA-8452-FFE64AEC2193}" dt="2026-10-02T11:12:26.069" v="24848" actId="20577"/>
          <ac:spMkLst>
            <pc:docMk/>
            <pc:sldMk cId="0" sldId="256"/>
            <ac:spMk id="4" creationId="{37675AC6-0941-7910-232D-81577CBD5D51}"/>
          </ac:spMkLst>
        </pc:spChg>
      </pc:sldChg>
      <pc:sldChg chg="delSp modSp mod">
        <pc:chgData name="Stephen Millmore" userId="7b2404fb-f360-4859-a21a-833f72764a74" providerId="ADAL" clId="{F8060359-7CB0-4CFA-8452-FFE64AEC2193}" dt="2026-10-02T11:12:35.978" v="24852" actId="1076"/>
        <pc:sldMkLst>
          <pc:docMk/>
          <pc:sldMk cId="0" sldId="257"/>
        </pc:sldMkLst>
        <pc:spChg chg="mod">
          <ac:chgData name="Stephen Millmore" userId="7b2404fb-f360-4859-a21a-833f72764a74" providerId="ADAL" clId="{F8060359-7CB0-4CFA-8452-FFE64AEC2193}" dt="2026-10-02T11:12:35.978" v="24852" actId="1076"/>
          <ac:spMkLst>
            <pc:docMk/>
            <pc:sldMk cId="0" sldId="257"/>
            <ac:spMk id="4" creationId="{00000000-0000-0000-0000-000000000000}"/>
          </ac:spMkLst>
        </pc:spChg>
      </pc:sldChg>
      <pc:sldChg chg="addSp modSp mod">
        <pc:chgData name="Stephen Millmore" userId="7b2404fb-f360-4859-a21a-833f72764a74" providerId="ADAL" clId="{F8060359-7CB0-4CFA-8452-FFE64AEC2193}" dt="2026-10-02T11:14:32.360" v="24876" actId="1076"/>
        <pc:sldMkLst>
          <pc:docMk/>
          <pc:sldMk cId="0" sldId="258"/>
        </pc:sldMkLst>
        <pc:picChg chg="add mod">
          <ac:chgData name="Stephen Millmore" userId="7b2404fb-f360-4859-a21a-833f72764a74" providerId="ADAL" clId="{F8060359-7CB0-4CFA-8452-FFE64AEC2193}" dt="2026-10-02T11:14:32.360" v="24876" actId="1076"/>
          <ac:picMkLst>
            <pc:docMk/>
            <pc:sldMk cId="0" sldId="258"/>
            <ac:picMk id="4" creationId="{63FF83A9-F3CA-7408-BC8F-1856C888DF1E}"/>
          </ac:picMkLst>
        </pc:picChg>
      </pc:sldChg>
      <pc:sldChg chg="delSp modSp mod">
        <pc:chgData name="Stephen Millmore" userId="7b2404fb-f360-4859-a21a-833f72764a74" providerId="ADAL" clId="{F8060359-7CB0-4CFA-8452-FFE64AEC2193}" dt="2026-10-02T11:15:03.048" v="24877"/>
        <pc:sldMkLst>
          <pc:docMk/>
          <pc:sldMk cId="0" sldId="259"/>
        </pc:sldMkLst>
        <pc:spChg chg="mod">
          <ac:chgData name="Stephen Millmore" userId="7b2404fb-f360-4859-a21a-833f72764a74" providerId="ADAL" clId="{F8060359-7CB0-4CFA-8452-FFE64AEC2193}" dt="2026-10-02T11:15:03.048" v="24877"/>
          <ac:spMkLst>
            <pc:docMk/>
            <pc:sldMk cId="0" sldId="259"/>
            <ac:spMk id="4" creationId="{00000000-0000-0000-0000-000000000000}"/>
          </ac:spMkLst>
        </pc:spChg>
      </pc:sldChg>
      <pc:sldChg chg="addSp modSp mod">
        <pc:chgData name="Stephen Millmore" userId="7b2404fb-f360-4859-a21a-833f72764a74" providerId="ADAL" clId="{F8060359-7CB0-4CFA-8452-FFE64AEC2193}" dt="2026-10-02T11:32:01.931" v="25510" actId="1076"/>
        <pc:sldMkLst>
          <pc:docMk/>
          <pc:sldMk cId="0" sldId="264"/>
        </pc:sldMkLst>
        <pc:picChg chg="add mod">
          <ac:chgData name="Stephen Millmore" userId="7b2404fb-f360-4859-a21a-833f72764a74" providerId="ADAL" clId="{F8060359-7CB0-4CFA-8452-FFE64AEC2193}" dt="2026-10-02T11:32:01.931" v="25510" actId="1076"/>
          <ac:picMkLst>
            <pc:docMk/>
            <pc:sldMk cId="0" sldId="264"/>
            <ac:picMk id="4" creationId="{70C04885-F18C-F408-F914-7DAE817C7CBF}"/>
          </ac:picMkLst>
        </pc:picChg>
      </pc:sldChg>
      <pc:sldChg chg="addSp modSp mod">
        <pc:chgData name="Stephen Millmore" userId="7b2404fb-f360-4859-a21a-833f72764a74" providerId="ADAL" clId="{F8060359-7CB0-4CFA-8452-FFE64AEC2193}" dt="2026-10-02T14:05:18.639" v="25667" actId="962"/>
        <pc:sldMkLst>
          <pc:docMk/>
          <pc:sldMk cId="0" sldId="268"/>
        </pc:sldMkLst>
        <pc:picChg chg="add mod">
          <ac:chgData name="Stephen Millmore" userId="7b2404fb-f360-4859-a21a-833f72764a74" providerId="ADAL" clId="{F8060359-7CB0-4CFA-8452-FFE64AEC2193}" dt="2026-10-02T14:05:18.639" v="25667" actId="962"/>
          <ac:picMkLst>
            <pc:docMk/>
            <pc:sldMk cId="0" sldId="268"/>
            <ac:picMk id="4" creationId="{3A029AAD-9594-DA9D-4E70-21C027D99DE7}"/>
          </ac:picMkLst>
        </pc:picChg>
      </pc:sldChg>
      <pc:sldChg chg="addSp modSp mod">
        <pc:chgData name="Stephen Millmore" userId="7b2404fb-f360-4859-a21a-833f72764a74" providerId="ADAL" clId="{F8060359-7CB0-4CFA-8452-FFE64AEC2193}" dt="2026-10-02T14:34:42.364" v="26528" actId="27614"/>
        <pc:sldMkLst>
          <pc:docMk/>
          <pc:sldMk cId="0" sldId="273"/>
        </pc:sldMkLst>
        <pc:picChg chg="add mod">
          <ac:chgData name="Stephen Millmore" userId="7b2404fb-f360-4859-a21a-833f72764a74" providerId="ADAL" clId="{F8060359-7CB0-4CFA-8452-FFE64AEC2193}" dt="2026-10-02T14:34:42.364" v="26528" actId="27614"/>
          <ac:picMkLst>
            <pc:docMk/>
            <pc:sldMk cId="0" sldId="273"/>
            <ac:picMk id="4" creationId="{F25EC9E8-260A-DE07-D1E2-C5260665E182}"/>
          </ac:picMkLst>
        </pc:picChg>
      </pc:sldChg>
      <pc:sldChg chg="delSp modSp mod">
        <pc:chgData name="Stephen Millmore" userId="7b2404fb-f360-4859-a21a-833f72764a74" providerId="ADAL" clId="{F8060359-7CB0-4CFA-8452-FFE64AEC2193}" dt="2026-10-02T14:36:06.053" v="26767" actId="27636"/>
        <pc:sldMkLst>
          <pc:docMk/>
          <pc:sldMk cId="0" sldId="274"/>
        </pc:sldMkLst>
        <pc:spChg chg="mod">
          <ac:chgData name="Stephen Millmore" userId="7b2404fb-f360-4859-a21a-833f72764a74" providerId="ADAL" clId="{F8060359-7CB0-4CFA-8452-FFE64AEC2193}" dt="2026-10-02T14:36:06.053" v="26767" actId="27636"/>
          <ac:spMkLst>
            <pc:docMk/>
            <pc:sldMk cId="0" sldId="274"/>
            <ac:spMk id="4" creationId="{00000000-0000-0000-0000-000000000000}"/>
          </ac:spMkLst>
        </pc:spChg>
      </pc:sldChg>
      <pc:sldChg chg="addSp modSp mod">
        <pc:chgData name="Stephen Millmore" userId="7b2404fb-f360-4859-a21a-833f72764a74" providerId="ADAL" clId="{F8060359-7CB0-4CFA-8452-FFE64AEC2193}" dt="2026-10-02T14:46:16.135" v="26940" actId="1076"/>
        <pc:sldMkLst>
          <pc:docMk/>
          <pc:sldMk cId="0" sldId="278"/>
        </pc:sldMkLst>
        <pc:spChg chg="mod">
          <ac:chgData name="Stephen Millmore" userId="7b2404fb-f360-4859-a21a-833f72764a74" providerId="ADAL" clId="{F8060359-7CB0-4CFA-8452-FFE64AEC2193}" dt="2026-10-02T14:46:16.135" v="26940" actId="1076"/>
          <ac:spMkLst>
            <pc:docMk/>
            <pc:sldMk cId="0" sldId="278"/>
            <ac:spMk id="2" creationId="{00000000-0000-0000-0000-000000000000}"/>
          </ac:spMkLst>
        </pc:spChg>
        <pc:picChg chg="add mod">
          <ac:chgData name="Stephen Millmore" userId="7b2404fb-f360-4859-a21a-833f72764a74" providerId="ADAL" clId="{F8060359-7CB0-4CFA-8452-FFE64AEC2193}" dt="2026-10-02T14:46:15.402" v="26939" actId="1076"/>
          <ac:picMkLst>
            <pc:docMk/>
            <pc:sldMk cId="0" sldId="278"/>
            <ac:picMk id="4" creationId="{7BC09FDC-9731-159D-CC58-D8AE9682C097}"/>
          </ac:picMkLst>
        </pc:picChg>
      </pc:sldChg>
      <pc:sldChg chg="delSp modSp mod">
        <pc:chgData name="Stephen Millmore" userId="7b2404fb-f360-4859-a21a-833f72764a74" providerId="ADAL" clId="{F8060359-7CB0-4CFA-8452-FFE64AEC2193}" dt="2026-10-02T16:14:41.488" v="27294" actId="255"/>
        <pc:sldMkLst>
          <pc:docMk/>
          <pc:sldMk cId="0" sldId="283"/>
        </pc:sldMkLst>
        <pc:spChg chg="mod">
          <ac:chgData name="Stephen Millmore" userId="7b2404fb-f360-4859-a21a-833f72764a74" providerId="ADAL" clId="{F8060359-7CB0-4CFA-8452-FFE64AEC2193}" dt="2026-10-02T16:14:41.488" v="27294" actId="255"/>
          <ac:spMkLst>
            <pc:docMk/>
            <pc:sldMk cId="0" sldId="283"/>
            <ac:spMk id="4" creationId="{00000000-0000-0000-0000-000000000000}"/>
          </ac:spMkLst>
        </pc:spChg>
      </pc:sldChg>
      <pc:sldChg chg="delSp modSp mod">
        <pc:chgData name="Stephen Millmore" userId="7b2404fb-f360-4859-a21a-833f72764a74" providerId="ADAL" clId="{F8060359-7CB0-4CFA-8452-FFE64AEC2193}" dt="2026-10-02T16:20:28.666" v="27378" actId="113"/>
        <pc:sldMkLst>
          <pc:docMk/>
          <pc:sldMk cId="0" sldId="286"/>
        </pc:sldMkLst>
        <pc:spChg chg="mod">
          <ac:chgData name="Stephen Millmore" userId="7b2404fb-f360-4859-a21a-833f72764a74" providerId="ADAL" clId="{F8060359-7CB0-4CFA-8452-FFE64AEC2193}" dt="2026-10-02T16:20:28.666" v="27378" actId="113"/>
          <ac:spMkLst>
            <pc:docMk/>
            <pc:sldMk cId="0" sldId="286"/>
            <ac:spMk id="4" creationId="{00000000-0000-0000-0000-000000000000}"/>
          </ac:spMkLst>
        </pc:spChg>
      </pc:sldChg>
      <pc:sldChg chg="delSp modSp mod">
        <pc:chgData name="Stephen Millmore" userId="7b2404fb-f360-4859-a21a-833f72764a74" providerId="ADAL" clId="{F8060359-7CB0-4CFA-8452-FFE64AEC2193}" dt="2026-10-02T16:26:21.952" v="27514" actId="113"/>
        <pc:sldMkLst>
          <pc:docMk/>
          <pc:sldMk cId="0" sldId="289"/>
        </pc:sldMkLst>
        <pc:spChg chg="mod">
          <ac:chgData name="Stephen Millmore" userId="7b2404fb-f360-4859-a21a-833f72764a74" providerId="ADAL" clId="{F8060359-7CB0-4CFA-8452-FFE64AEC2193}" dt="2026-10-02T16:26:21.952" v="27514" actId="113"/>
          <ac:spMkLst>
            <pc:docMk/>
            <pc:sldMk cId="0" sldId="289"/>
            <ac:spMk id="4" creationId="{00000000-0000-0000-0000-000000000000}"/>
          </ac:spMkLst>
        </pc:spChg>
      </pc:sldChg>
      <pc:sldChg chg="addSp modSp mod">
        <pc:chgData name="Stephen Millmore" userId="7b2404fb-f360-4859-a21a-833f72764a74" providerId="ADAL" clId="{F8060359-7CB0-4CFA-8452-FFE64AEC2193}" dt="2026-10-02T16:29:25.813" v="27540" actId="1076"/>
        <pc:sldMkLst>
          <pc:docMk/>
          <pc:sldMk cId="0" sldId="290"/>
        </pc:sldMkLst>
        <pc:picChg chg="add mod">
          <ac:chgData name="Stephen Millmore" userId="7b2404fb-f360-4859-a21a-833f72764a74" providerId="ADAL" clId="{F8060359-7CB0-4CFA-8452-FFE64AEC2193}" dt="2026-10-02T16:29:25.813" v="27540" actId="1076"/>
          <ac:picMkLst>
            <pc:docMk/>
            <pc:sldMk cId="0" sldId="290"/>
            <ac:picMk id="4" creationId="{0967402A-8F0E-77AD-A133-3164C86DC466}"/>
          </ac:picMkLst>
        </pc:picChg>
      </pc:sldChg>
      <pc:sldChg chg="delSp modSp mod">
        <pc:chgData name="Stephen Millmore" userId="7b2404fb-f360-4859-a21a-833f72764a74" providerId="ADAL" clId="{F8060359-7CB0-4CFA-8452-FFE64AEC2193}" dt="2026-10-05T08:23:58.480" v="28380" actId="1076"/>
        <pc:sldMkLst>
          <pc:docMk/>
          <pc:sldMk cId="0" sldId="294"/>
        </pc:sldMkLst>
        <pc:spChg chg="mod">
          <ac:chgData name="Stephen Millmore" userId="7b2404fb-f360-4859-a21a-833f72764a74" providerId="ADAL" clId="{F8060359-7CB0-4CFA-8452-FFE64AEC2193}" dt="2026-10-05T08:23:58.480" v="28380" actId="1076"/>
          <ac:spMkLst>
            <pc:docMk/>
            <pc:sldMk cId="0" sldId="294"/>
            <ac:spMk id="4" creationId="{00000000-0000-0000-0000-000000000000}"/>
          </ac:spMkLst>
        </pc:spChg>
      </pc:sldChg>
    </pc:docChg>
  </pc:docChgLst>
  <pc:docChgLst>
    <pc:chgData name="Stephen Millmore" userId="7b2404fb-f360-4859-a21a-833f72764a74" providerId="ADAL" clId="{81ACD43F-62AC-445E-9ACE-F10791BBB929}"/>
    <pc:docChg chg="undo custSel addSld delSld modSld">
      <pc:chgData name="Stephen Millmore" userId="7b2404fb-f360-4859-a21a-833f72764a74" providerId="ADAL" clId="{81ACD43F-62AC-445E-9ACE-F10791BBB929}" dt="2026-10-07T08:40:01.602" v="1448"/>
      <pc:docMkLst>
        <pc:docMk/>
      </pc:docMkLst>
      <pc:sldChg chg="modAnim">
        <pc:chgData name="Stephen Millmore" userId="7b2404fb-f360-4859-a21a-833f72764a74" providerId="ADAL" clId="{81ACD43F-62AC-445E-9ACE-F10791BBB929}" dt="2026-10-06T15:28:17.097" v="64"/>
        <pc:sldMkLst>
          <pc:docMk/>
          <pc:sldMk cId="0" sldId="259"/>
        </pc:sldMkLst>
      </pc:sldChg>
      <pc:sldChg chg="del">
        <pc:chgData name="Stephen Millmore" userId="7b2404fb-f360-4859-a21a-833f72764a74" providerId="ADAL" clId="{81ACD43F-62AC-445E-9ACE-F10791BBB929}" dt="2026-10-06T13:52:33.049" v="1"/>
        <pc:sldMkLst>
          <pc:docMk/>
          <pc:sldMk cId="0" sldId="260"/>
        </pc:sldMkLst>
      </pc:sldChg>
      <pc:sldChg chg="del">
        <pc:chgData name="Stephen Millmore" userId="7b2404fb-f360-4859-a21a-833f72764a74" providerId="ADAL" clId="{81ACD43F-62AC-445E-9ACE-F10791BBB929}" dt="2026-10-06T13:52:55.914" v="3"/>
        <pc:sldMkLst>
          <pc:docMk/>
          <pc:sldMk cId="0" sldId="261"/>
        </pc:sldMkLst>
      </pc:sldChg>
      <pc:sldChg chg="del">
        <pc:chgData name="Stephen Millmore" userId="7b2404fb-f360-4859-a21a-833f72764a74" providerId="ADAL" clId="{81ACD43F-62AC-445E-9ACE-F10791BBB929}" dt="2026-10-06T13:52:58.208" v="5"/>
        <pc:sldMkLst>
          <pc:docMk/>
          <pc:sldMk cId="0" sldId="262"/>
        </pc:sldMkLst>
      </pc:sldChg>
      <pc:sldChg chg="del">
        <pc:chgData name="Stephen Millmore" userId="7b2404fb-f360-4859-a21a-833f72764a74" providerId="ADAL" clId="{81ACD43F-62AC-445E-9ACE-F10791BBB929}" dt="2026-10-06T13:53:00.217" v="7"/>
        <pc:sldMkLst>
          <pc:docMk/>
          <pc:sldMk cId="0" sldId="263"/>
        </pc:sldMkLst>
      </pc:sldChg>
      <pc:sldChg chg="del">
        <pc:chgData name="Stephen Millmore" userId="7b2404fb-f360-4859-a21a-833f72764a74" providerId="ADAL" clId="{81ACD43F-62AC-445E-9ACE-F10791BBB929}" dt="2026-10-06T13:53:39.766" v="9"/>
        <pc:sldMkLst>
          <pc:docMk/>
          <pc:sldMk cId="0" sldId="265"/>
        </pc:sldMkLst>
      </pc:sldChg>
      <pc:sldChg chg="del">
        <pc:chgData name="Stephen Millmore" userId="7b2404fb-f360-4859-a21a-833f72764a74" providerId="ADAL" clId="{81ACD43F-62AC-445E-9ACE-F10791BBB929}" dt="2026-10-06T13:53:42.025" v="11"/>
        <pc:sldMkLst>
          <pc:docMk/>
          <pc:sldMk cId="0" sldId="266"/>
        </pc:sldMkLst>
      </pc:sldChg>
      <pc:sldChg chg="del">
        <pc:chgData name="Stephen Millmore" userId="7b2404fb-f360-4859-a21a-833f72764a74" providerId="ADAL" clId="{81ACD43F-62AC-445E-9ACE-F10791BBB929}" dt="2026-10-06T13:53:43.222" v="13"/>
        <pc:sldMkLst>
          <pc:docMk/>
          <pc:sldMk cId="0" sldId="267"/>
        </pc:sldMkLst>
      </pc:sldChg>
      <pc:sldChg chg="del">
        <pc:chgData name="Stephen Millmore" userId="7b2404fb-f360-4859-a21a-833f72764a74" providerId="ADAL" clId="{81ACD43F-62AC-445E-9ACE-F10791BBB929}" dt="2026-10-06T13:54:23.075" v="19"/>
        <pc:sldMkLst>
          <pc:docMk/>
          <pc:sldMk cId="0" sldId="269"/>
        </pc:sldMkLst>
      </pc:sldChg>
      <pc:sldChg chg="del">
        <pc:chgData name="Stephen Millmore" userId="7b2404fb-f360-4859-a21a-833f72764a74" providerId="ADAL" clId="{81ACD43F-62AC-445E-9ACE-F10791BBB929}" dt="2026-10-06T13:54:24.318" v="21"/>
        <pc:sldMkLst>
          <pc:docMk/>
          <pc:sldMk cId="0" sldId="270"/>
        </pc:sldMkLst>
      </pc:sldChg>
      <pc:sldChg chg="del">
        <pc:chgData name="Stephen Millmore" userId="7b2404fb-f360-4859-a21a-833f72764a74" providerId="ADAL" clId="{81ACD43F-62AC-445E-9ACE-F10791BBB929}" dt="2026-10-06T13:54:51.967" v="23"/>
        <pc:sldMkLst>
          <pc:docMk/>
          <pc:sldMk cId="0" sldId="271"/>
        </pc:sldMkLst>
      </pc:sldChg>
      <pc:sldChg chg="del">
        <pc:chgData name="Stephen Millmore" userId="7b2404fb-f360-4859-a21a-833f72764a74" providerId="ADAL" clId="{81ACD43F-62AC-445E-9ACE-F10791BBB929}" dt="2026-10-06T13:55:15.458" v="25"/>
        <pc:sldMkLst>
          <pc:docMk/>
          <pc:sldMk cId="0" sldId="272"/>
        </pc:sldMkLst>
      </pc:sldChg>
      <pc:sldChg chg="modAnim">
        <pc:chgData name="Stephen Millmore" userId="7b2404fb-f360-4859-a21a-833f72764a74" providerId="ADAL" clId="{81ACD43F-62AC-445E-9ACE-F10791BBB929}" dt="2026-10-07T07:57:40.525" v="682"/>
        <pc:sldMkLst>
          <pc:docMk/>
          <pc:sldMk cId="0" sldId="274"/>
        </pc:sldMkLst>
      </pc:sldChg>
      <pc:sldChg chg="del">
        <pc:chgData name="Stephen Millmore" userId="7b2404fb-f360-4859-a21a-833f72764a74" providerId="ADAL" clId="{81ACD43F-62AC-445E-9ACE-F10791BBB929}" dt="2026-10-06T13:55:31.860" v="27"/>
        <pc:sldMkLst>
          <pc:docMk/>
          <pc:sldMk cId="0" sldId="275"/>
        </pc:sldMkLst>
      </pc:sldChg>
      <pc:sldChg chg="del">
        <pc:chgData name="Stephen Millmore" userId="7b2404fb-f360-4859-a21a-833f72764a74" providerId="ADAL" clId="{81ACD43F-62AC-445E-9ACE-F10791BBB929}" dt="2026-10-06T13:55:33.383" v="29"/>
        <pc:sldMkLst>
          <pc:docMk/>
          <pc:sldMk cId="0" sldId="276"/>
        </pc:sldMkLst>
      </pc:sldChg>
      <pc:sldChg chg="del">
        <pc:chgData name="Stephen Millmore" userId="7b2404fb-f360-4859-a21a-833f72764a74" providerId="ADAL" clId="{81ACD43F-62AC-445E-9ACE-F10791BBB929}" dt="2026-10-06T13:56:01.157" v="33"/>
        <pc:sldMkLst>
          <pc:docMk/>
          <pc:sldMk cId="0" sldId="277"/>
        </pc:sldMkLst>
      </pc:sldChg>
      <pc:sldChg chg="del">
        <pc:chgData name="Stephen Millmore" userId="7b2404fb-f360-4859-a21a-833f72764a74" providerId="ADAL" clId="{81ACD43F-62AC-445E-9ACE-F10791BBB929}" dt="2026-10-06T13:56:03.218" v="35"/>
        <pc:sldMkLst>
          <pc:docMk/>
          <pc:sldMk cId="0" sldId="279"/>
        </pc:sldMkLst>
      </pc:sldChg>
      <pc:sldChg chg="del">
        <pc:chgData name="Stephen Millmore" userId="7b2404fb-f360-4859-a21a-833f72764a74" providerId="ADAL" clId="{81ACD43F-62AC-445E-9ACE-F10791BBB929}" dt="2026-10-06T13:56:04.720" v="37"/>
        <pc:sldMkLst>
          <pc:docMk/>
          <pc:sldMk cId="0" sldId="280"/>
        </pc:sldMkLst>
      </pc:sldChg>
      <pc:sldChg chg="del">
        <pc:chgData name="Stephen Millmore" userId="7b2404fb-f360-4859-a21a-833f72764a74" providerId="ADAL" clId="{81ACD43F-62AC-445E-9ACE-F10791BBB929}" dt="2026-10-06T13:56:42.683" v="41"/>
        <pc:sldMkLst>
          <pc:docMk/>
          <pc:sldMk cId="0" sldId="281"/>
        </pc:sldMkLst>
      </pc:sldChg>
      <pc:sldChg chg="del">
        <pc:chgData name="Stephen Millmore" userId="7b2404fb-f360-4859-a21a-833f72764a74" providerId="ADAL" clId="{81ACD43F-62AC-445E-9ACE-F10791BBB929}" dt="2026-10-06T13:56:45.064" v="43"/>
        <pc:sldMkLst>
          <pc:docMk/>
          <pc:sldMk cId="0" sldId="282"/>
        </pc:sldMkLst>
      </pc:sldChg>
      <pc:sldChg chg="modSp modAnim">
        <pc:chgData name="Stephen Millmore" userId="7b2404fb-f360-4859-a21a-833f72764a74" providerId="ADAL" clId="{81ACD43F-62AC-445E-9ACE-F10791BBB929}" dt="2026-10-07T08:24:11.167" v="1142" actId="20577"/>
        <pc:sldMkLst>
          <pc:docMk/>
          <pc:sldMk cId="0" sldId="283"/>
        </pc:sldMkLst>
        <pc:spChg chg="mod">
          <ac:chgData name="Stephen Millmore" userId="7b2404fb-f360-4859-a21a-833f72764a74" providerId="ADAL" clId="{81ACD43F-62AC-445E-9ACE-F10791BBB929}" dt="2026-10-07T08:24:11.167" v="1142" actId="20577"/>
          <ac:spMkLst>
            <pc:docMk/>
            <pc:sldMk cId="0" sldId="283"/>
            <ac:spMk id="4" creationId="{00000000-0000-0000-0000-000000000000}"/>
          </ac:spMkLst>
        </pc:spChg>
      </pc:sldChg>
      <pc:sldChg chg="del">
        <pc:chgData name="Stephen Millmore" userId="7b2404fb-f360-4859-a21a-833f72764a74" providerId="ADAL" clId="{81ACD43F-62AC-445E-9ACE-F10791BBB929}" dt="2026-10-06T13:56:47.572" v="45"/>
        <pc:sldMkLst>
          <pc:docMk/>
          <pc:sldMk cId="0" sldId="284"/>
        </pc:sldMkLst>
      </pc:sldChg>
      <pc:sldChg chg="del">
        <pc:chgData name="Stephen Millmore" userId="7b2404fb-f360-4859-a21a-833f72764a74" providerId="ADAL" clId="{81ACD43F-62AC-445E-9ACE-F10791BBB929}" dt="2026-10-06T13:56:50.942" v="47"/>
        <pc:sldMkLst>
          <pc:docMk/>
          <pc:sldMk cId="0" sldId="285"/>
        </pc:sldMkLst>
      </pc:sldChg>
      <pc:sldChg chg="modAnim">
        <pc:chgData name="Stephen Millmore" userId="7b2404fb-f360-4859-a21a-833f72764a74" providerId="ADAL" clId="{81ACD43F-62AC-445E-9ACE-F10791BBB929}" dt="2026-10-07T08:28:16.084" v="1278"/>
        <pc:sldMkLst>
          <pc:docMk/>
          <pc:sldMk cId="0" sldId="286"/>
        </pc:sldMkLst>
      </pc:sldChg>
      <pc:sldChg chg="del">
        <pc:chgData name="Stephen Millmore" userId="7b2404fb-f360-4859-a21a-833f72764a74" providerId="ADAL" clId="{81ACD43F-62AC-445E-9ACE-F10791BBB929}" dt="2026-10-06T13:57:19.226" v="49"/>
        <pc:sldMkLst>
          <pc:docMk/>
          <pc:sldMk cId="0" sldId="287"/>
        </pc:sldMkLst>
      </pc:sldChg>
      <pc:sldChg chg="del">
        <pc:chgData name="Stephen Millmore" userId="7b2404fb-f360-4859-a21a-833f72764a74" providerId="ADAL" clId="{81ACD43F-62AC-445E-9ACE-F10791BBB929}" dt="2026-10-06T13:57:31.449" v="57"/>
        <pc:sldMkLst>
          <pc:docMk/>
          <pc:sldMk cId="0" sldId="288"/>
        </pc:sldMkLst>
      </pc:sldChg>
      <pc:sldChg chg="modAnim">
        <pc:chgData name="Stephen Millmore" userId="7b2404fb-f360-4859-a21a-833f72764a74" providerId="ADAL" clId="{81ACD43F-62AC-445E-9ACE-F10791BBB929}" dt="2026-10-07T08:34:14.114" v="1384"/>
        <pc:sldMkLst>
          <pc:docMk/>
          <pc:sldMk cId="0" sldId="289"/>
        </pc:sldMkLst>
      </pc:sldChg>
      <pc:sldChg chg="del">
        <pc:chgData name="Stephen Millmore" userId="7b2404fb-f360-4859-a21a-833f72764a74" providerId="ADAL" clId="{81ACD43F-62AC-445E-9ACE-F10791BBB929}" dt="2026-10-06T13:57:20.455" v="51"/>
        <pc:sldMkLst>
          <pc:docMk/>
          <pc:sldMk cId="0" sldId="291"/>
        </pc:sldMkLst>
      </pc:sldChg>
      <pc:sldChg chg="del">
        <pc:chgData name="Stephen Millmore" userId="7b2404fb-f360-4859-a21a-833f72764a74" providerId="ADAL" clId="{81ACD43F-62AC-445E-9ACE-F10791BBB929}" dt="2026-10-06T13:57:21.584" v="53"/>
        <pc:sldMkLst>
          <pc:docMk/>
          <pc:sldMk cId="0" sldId="292"/>
        </pc:sldMkLst>
      </pc:sldChg>
      <pc:sldChg chg="del">
        <pc:chgData name="Stephen Millmore" userId="7b2404fb-f360-4859-a21a-833f72764a74" providerId="ADAL" clId="{81ACD43F-62AC-445E-9ACE-F10791BBB929}" dt="2026-10-06T13:57:23.054" v="55"/>
        <pc:sldMkLst>
          <pc:docMk/>
          <pc:sldMk cId="0" sldId="293"/>
        </pc:sldMkLst>
      </pc:sldChg>
      <pc:sldChg chg="modSp mod modAnim">
        <pc:chgData name="Stephen Millmore" userId="7b2404fb-f360-4859-a21a-833f72764a74" providerId="ADAL" clId="{81ACD43F-62AC-445E-9ACE-F10791BBB929}" dt="2026-10-07T08:40:01.602" v="1448"/>
        <pc:sldMkLst>
          <pc:docMk/>
          <pc:sldMk cId="0" sldId="294"/>
        </pc:sldMkLst>
        <pc:spChg chg="mod">
          <ac:chgData name="Stephen Millmore" userId="7b2404fb-f360-4859-a21a-833f72764a74" providerId="ADAL" clId="{81ACD43F-62AC-445E-9ACE-F10791BBB929}" dt="2026-10-07T08:39:47.030" v="1447" actId="313"/>
          <ac:spMkLst>
            <pc:docMk/>
            <pc:sldMk cId="0" sldId="294"/>
            <ac:spMk id="4" creationId="{00000000-0000-0000-0000-000000000000}"/>
          </ac:spMkLst>
        </pc:spChg>
      </pc:sldChg>
      <pc:sldChg chg="modSp add addAnim delAnim modAnim">
        <pc:chgData name="Stephen Millmore" userId="7b2404fb-f360-4859-a21a-833f72764a74" providerId="ADAL" clId="{81ACD43F-62AC-445E-9ACE-F10791BBB929}" dt="2026-10-06T15:28:11.870" v="63"/>
        <pc:sldMkLst>
          <pc:docMk/>
          <pc:sldMk cId="2417881986" sldId="295"/>
        </pc:sldMkLst>
        <pc:spChg chg="mod">
          <ac:chgData name="Stephen Millmore" userId="7b2404fb-f360-4859-a21a-833f72764a74" providerId="ADAL" clId="{81ACD43F-62AC-445E-9ACE-F10791BBB929}" dt="2026-10-06T13:58:38.205" v="58" actId="114"/>
          <ac:spMkLst>
            <pc:docMk/>
            <pc:sldMk cId="2417881986" sldId="295"/>
            <ac:spMk id="6" creationId="{00000000-0000-0000-0000-000000000000}"/>
          </ac:spMkLst>
        </pc:spChg>
        <pc:spChg chg="mod">
          <ac:chgData name="Stephen Millmore" userId="7b2404fb-f360-4859-a21a-833f72764a74" providerId="ADAL" clId="{81ACD43F-62AC-445E-9ACE-F10791BBB929}" dt="2026-10-06T13:58:55.943" v="59" actId="114"/>
          <ac:spMkLst>
            <pc:docMk/>
            <pc:sldMk cId="2417881986" sldId="295"/>
            <ac:spMk id="7" creationId="{00000000-0000-0000-0000-000000000000}"/>
          </ac:spMkLst>
        </pc:spChg>
      </pc:sldChg>
      <pc:sldChg chg="add addAnim delAnim modAnim">
        <pc:chgData name="Stephen Millmore" userId="7b2404fb-f360-4859-a21a-833f72764a74" providerId="ADAL" clId="{81ACD43F-62AC-445E-9ACE-F10791BBB929}" dt="2026-10-06T15:28:54.364" v="70"/>
        <pc:sldMkLst>
          <pc:docMk/>
          <pc:sldMk cId="2251539912" sldId="296"/>
        </pc:sldMkLst>
      </pc:sldChg>
      <pc:sldChg chg="add addAnim delAnim modAnim">
        <pc:chgData name="Stephen Millmore" userId="7b2404fb-f360-4859-a21a-833f72764a74" providerId="ADAL" clId="{81ACD43F-62AC-445E-9ACE-F10791BBB929}" dt="2026-10-06T15:32:38.630" v="76"/>
        <pc:sldMkLst>
          <pc:docMk/>
          <pc:sldMk cId="326628873" sldId="297"/>
        </pc:sldMkLst>
      </pc:sldChg>
      <pc:sldChg chg="add del">
        <pc:chgData name="Stephen Millmore" userId="7b2404fb-f360-4859-a21a-833f72764a74" providerId="ADAL" clId="{81ACD43F-62AC-445E-9ACE-F10791BBB929}" dt="2026-10-06T13:54:04.432" v="15"/>
        <pc:sldMkLst>
          <pc:docMk/>
          <pc:sldMk cId="1477610427" sldId="298"/>
        </pc:sldMkLst>
      </pc:sldChg>
      <pc:sldChg chg="add del">
        <pc:chgData name="Stephen Millmore" userId="7b2404fb-f360-4859-a21a-833f72764a74" providerId="ADAL" clId="{81ACD43F-62AC-445E-9ACE-F10791BBB929}" dt="2026-10-06T13:54:22.551" v="17"/>
        <pc:sldMkLst>
          <pc:docMk/>
          <pc:sldMk cId="2269167178" sldId="299"/>
        </pc:sldMkLst>
      </pc:sldChg>
      <pc:sldChg chg="delSp modSp add mod modAnim">
        <pc:chgData name="Stephen Millmore" userId="7b2404fb-f360-4859-a21a-833f72764a74" providerId="ADAL" clId="{81ACD43F-62AC-445E-9ACE-F10791BBB929}" dt="2026-10-06T15:46:13.774" v="363" actId="114"/>
        <pc:sldMkLst>
          <pc:docMk/>
          <pc:sldMk cId="2252603296" sldId="300"/>
        </pc:sldMkLst>
        <pc:spChg chg="mod">
          <ac:chgData name="Stephen Millmore" userId="7b2404fb-f360-4859-a21a-833f72764a74" providerId="ADAL" clId="{81ACD43F-62AC-445E-9ACE-F10791BBB929}" dt="2026-10-06T15:46:13.774" v="363" actId="114"/>
          <ac:spMkLst>
            <pc:docMk/>
            <pc:sldMk cId="2252603296" sldId="300"/>
            <ac:spMk id="6" creationId="{00000000-0000-0000-0000-000000000000}"/>
          </ac:spMkLst>
        </pc:spChg>
        <pc:spChg chg="del">
          <ac:chgData name="Stephen Millmore" userId="7b2404fb-f360-4859-a21a-833f72764a74" providerId="ADAL" clId="{81ACD43F-62AC-445E-9ACE-F10791BBB929}" dt="2026-10-06T15:42:50.744" v="204" actId="478"/>
          <ac:spMkLst>
            <pc:docMk/>
            <pc:sldMk cId="2252603296" sldId="300"/>
            <ac:spMk id="7" creationId="{00000000-0000-0000-0000-000000000000}"/>
          </ac:spMkLst>
        </pc:spChg>
        <pc:spChg chg="del">
          <ac:chgData name="Stephen Millmore" userId="7b2404fb-f360-4859-a21a-833f72764a74" providerId="ADAL" clId="{81ACD43F-62AC-445E-9ACE-F10791BBB929}" dt="2026-10-06T15:42:50.744" v="204" actId="478"/>
          <ac:spMkLst>
            <pc:docMk/>
            <pc:sldMk cId="2252603296" sldId="300"/>
            <ac:spMk id="8" creationId="{00000000-0000-0000-0000-000000000000}"/>
          </ac:spMkLst>
        </pc:spChg>
        <pc:spChg chg="del">
          <ac:chgData name="Stephen Millmore" userId="7b2404fb-f360-4859-a21a-833f72764a74" providerId="ADAL" clId="{81ACD43F-62AC-445E-9ACE-F10791BBB929}" dt="2026-10-06T15:42:50.744" v="204" actId="478"/>
          <ac:spMkLst>
            <pc:docMk/>
            <pc:sldMk cId="2252603296" sldId="300"/>
            <ac:spMk id="10" creationId="{2AD7EFDF-B322-77F7-44E9-B754448607D3}"/>
          </ac:spMkLst>
        </pc:spChg>
        <pc:spChg chg="del">
          <ac:chgData name="Stephen Millmore" userId="7b2404fb-f360-4859-a21a-833f72764a74" providerId="ADAL" clId="{81ACD43F-62AC-445E-9ACE-F10791BBB929}" dt="2026-10-06T15:42:50.744" v="204" actId="478"/>
          <ac:spMkLst>
            <pc:docMk/>
            <pc:sldMk cId="2252603296" sldId="300"/>
            <ac:spMk id="12" creationId="{AE2A3E9D-C450-16D1-A656-F678BE1B1D8F}"/>
          </ac:spMkLst>
        </pc:spChg>
      </pc:sldChg>
      <pc:sldChg chg="modSp add mod">
        <pc:chgData name="Stephen Millmore" userId="7b2404fb-f360-4859-a21a-833f72764a74" providerId="ADAL" clId="{81ACD43F-62AC-445E-9ACE-F10791BBB929}" dt="2026-10-06T15:48:11.101" v="489" actId="20577"/>
        <pc:sldMkLst>
          <pc:docMk/>
          <pc:sldMk cId="1983154986" sldId="301"/>
        </pc:sldMkLst>
        <pc:spChg chg="mod">
          <ac:chgData name="Stephen Millmore" userId="7b2404fb-f360-4859-a21a-833f72764a74" providerId="ADAL" clId="{81ACD43F-62AC-445E-9ACE-F10791BBB929}" dt="2026-10-06T15:48:11.101" v="489" actId="20577"/>
          <ac:spMkLst>
            <pc:docMk/>
            <pc:sldMk cId="1983154986" sldId="301"/>
            <ac:spMk id="4" creationId="{00000000-0000-0000-0000-000000000000}"/>
          </ac:spMkLst>
        </pc:spChg>
        <pc:spChg chg="mod">
          <ac:chgData name="Stephen Millmore" userId="7b2404fb-f360-4859-a21a-833f72764a74" providerId="ADAL" clId="{81ACD43F-62AC-445E-9ACE-F10791BBB929}" dt="2026-10-06T15:47:23.638" v="381" actId="114"/>
          <ac:spMkLst>
            <pc:docMk/>
            <pc:sldMk cId="1983154986" sldId="301"/>
            <ac:spMk id="6" creationId="{00000000-0000-0000-0000-000000000000}"/>
          </ac:spMkLst>
        </pc:spChg>
      </pc:sldChg>
      <pc:sldChg chg="addSp modSp add mod modAnim">
        <pc:chgData name="Stephen Millmore" userId="7b2404fb-f360-4859-a21a-833f72764a74" providerId="ADAL" clId="{81ACD43F-62AC-445E-9ACE-F10791BBB929}" dt="2026-10-07T08:01:27.261" v="822" actId="20577"/>
        <pc:sldMkLst>
          <pc:docMk/>
          <pc:sldMk cId="571318381" sldId="302"/>
        </pc:sldMkLst>
        <pc:spChg chg="add mod">
          <ac:chgData name="Stephen Millmore" userId="7b2404fb-f360-4859-a21a-833f72764a74" providerId="ADAL" clId="{81ACD43F-62AC-445E-9ACE-F10791BBB929}" dt="2026-10-07T08:01:27.261" v="822" actId="20577"/>
          <ac:spMkLst>
            <pc:docMk/>
            <pc:sldMk cId="571318381" sldId="302"/>
            <ac:spMk id="3" creationId="{132431A7-8095-6DED-9327-B34D56E18339}"/>
          </ac:spMkLst>
        </pc:spChg>
        <pc:spChg chg="mod">
          <ac:chgData name="Stephen Millmore" userId="7b2404fb-f360-4859-a21a-833f72764a74" providerId="ADAL" clId="{81ACD43F-62AC-445E-9ACE-F10791BBB929}" dt="2026-10-06T15:46:34.844" v="367" actId="114"/>
          <ac:spMkLst>
            <pc:docMk/>
            <pc:sldMk cId="571318381" sldId="302"/>
            <ac:spMk id="4" creationId="{00000000-0000-0000-0000-000000000000}"/>
          </ac:spMkLst>
        </pc:spChg>
        <pc:spChg chg="mod">
          <ac:chgData name="Stephen Millmore" userId="7b2404fb-f360-4859-a21a-833f72764a74" providerId="ADAL" clId="{81ACD43F-62AC-445E-9ACE-F10791BBB929}" dt="2026-10-07T07:59:58.286" v="720" actId="20577"/>
          <ac:spMkLst>
            <pc:docMk/>
            <pc:sldMk cId="571318381" sldId="302"/>
            <ac:spMk id="6" creationId="{00000000-0000-0000-0000-000000000000}"/>
          </ac:spMkLst>
        </pc:spChg>
        <pc:spChg chg="mod">
          <ac:chgData name="Stephen Millmore" userId="7b2404fb-f360-4859-a21a-833f72764a74" providerId="ADAL" clId="{81ACD43F-62AC-445E-9ACE-F10791BBB929}" dt="2026-10-07T08:00:40.128" v="744" actId="20577"/>
          <ac:spMkLst>
            <pc:docMk/>
            <pc:sldMk cId="571318381" sldId="302"/>
            <ac:spMk id="7" creationId="{00000000-0000-0000-0000-000000000000}"/>
          </ac:spMkLst>
        </pc:spChg>
      </pc:sldChg>
      <pc:sldChg chg="modSp add addAnim delAnim modAnim">
        <pc:chgData name="Stephen Millmore" userId="7b2404fb-f360-4859-a21a-833f72764a74" providerId="ADAL" clId="{81ACD43F-62AC-445E-9ACE-F10791BBB929}" dt="2026-10-06T15:40:36.286" v="182"/>
        <pc:sldMkLst>
          <pc:docMk/>
          <pc:sldMk cId="2406074537" sldId="303"/>
        </pc:sldMkLst>
        <pc:spChg chg="mod">
          <ac:chgData name="Stephen Millmore" userId="7b2404fb-f360-4859-a21a-833f72764a74" providerId="ADAL" clId="{81ACD43F-62AC-445E-9ACE-F10791BBB929}" dt="2026-10-06T15:39:54.812" v="179" actId="20577"/>
          <ac:spMkLst>
            <pc:docMk/>
            <pc:sldMk cId="2406074537" sldId="303"/>
            <ac:spMk id="7" creationId="{00000000-0000-0000-0000-000000000000}"/>
          </ac:spMkLst>
        </pc:spChg>
      </pc:sldChg>
      <pc:sldChg chg="delSp modSp add mod modAnim">
        <pc:chgData name="Stephen Millmore" userId="7b2404fb-f360-4859-a21a-833f72764a74" providerId="ADAL" clId="{81ACD43F-62AC-445E-9ACE-F10791BBB929}" dt="2026-10-06T15:51:15.354" v="518"/>
        <pc:sldMkLst>
          <pc:docMk/>
          <pc:sldMk cId="2364258552" sldId="304"/>
        </pc:sldMkLst>
        <pc:spChg chg="del mod">
          <ac:chgData name="Stephen Millmore" userId="7b2404fb-f360-4859-a21a-833f72764a74" providerId="ADAL" clId="{81ACD43F-62AC-445E-9ACE-F10791BBB929}" dt="2026-10-06T15:51:05.146" v="516" actId="478"/>
          <ac:spMkLst>
            <pc:docMk/>
            <pc:sldMk cId="2364258552" sldId="304"/>
            <ac:spMk id="6" creationId="{00000000-0000-0000-0000-000000000000}"/>
          </ac:spMkLst>
        </pc:spChg>
      </pc:sldChg>
      <pc:sldChg chg="modSp add modAnim">
        <pc:chgData name="Stephen Millmore" userId="7b2404fb-f360-4859-a21a-833f72764a74" providerId="ADAL" clId="{81ACD43F-62AC-445E-9ACE-F10791BBB929}" dt="2026-10-06T16:00:03.237" v="672" actId="114"/>
        <pc:sldMkLst>
          <pc:docMk/>
          <pc:sldMk cId="2610554939" sldId="305"/>
        </pc:sldMkLst>
        <pc:spChg chg="mod">
          <ac:chgData name="Stephen Millmore" userId="7b2404fb-f360-4859-a21a-833f72764a74" providerId="ADAL" clId="{81ACD43F-62AC-445E-9ACE-F10791BBB929}" dt="2026-10-06T15:59:58.943" v="670" actId="114"/>
          <ac:spMkLst>
            <pc:docMk/>
            <pc:sldMk cId="2610554939" sldId="305"/>
            <ac:spMk id="6" creationId="{00000000-0000-0000-0000-000000000000}"/>
          </ac:spMkLst>
        </pc:spChg>
        <pc:spChg chg="mod">
          <ac:chgData name="Stephen Millmore" userId="7b2404fb-f360-4859-a21a-833f72764a74" providerId="ADAL" clId="{81ACD43F-62AC-445E-9ACE-F10791BBB929}" dt="2026-10-06T16:00:03.237" v="672" actId="114"/>
          <ac:spMkLst>
            <pc:docMk/>
            <pc:sldMk cId="2610554939" sldId="305"/>
            <ac:spMk id="7" creationId="{00000000-0000-0000-0000-000000000000}"/>
          </ac:spMkLst>
        </pc:spChg>
      </pc:sldChg>
      <pc:sldChg chg="modSp add addAnim delAnim modAnim">
        <pc:chgData name="Stephen Millmore" userId="7b2404fb-f360-4859-a21a-833f72764a74" providerId="ADAL" clId="{81ACD43F-62AC-445E-9ACE-F10791BBB929}" dt="2026-10-06T16:00:15.062" v="675" actId="114"/>
        <pc:sldMkLst>
          <pc:docMk/>
          <pc:sldMk cId="2693150381" sldId="306"/>
        </pc:sldMkLst>
        <pc:spChg chg="mod">
          <ac:chgData name="Stephen Millmore" userId="7b2404fb-f360-4859-a21a-833f72764a74" providerId="ADAL" clId="{81ACD43F-62AC-445E-9ACE-F10791BBB929}" dt="2026-10-06T15:56:47.645" v="621" actId="20577"/>
          <ac:spMkLst>
            <pc:docMk/>
            <pc:sldMk cId="2693150381" sldId="306"/>
            <ac:spMk id="4" creationId="{00000000-0000-0000-0000-000000000000}"/>
          </ac:spMkLst>
        </pc:spChg>
        <pc:spChg chg="mod">
          <ac:chgData name="Stephen Millmore" userId="7b2404fb-f360-4859-a21a-833f72764a74" providerId="ADAL" clId="{81ACD43F-62AC-445E-9ACE-F10791BBB929}" dt="2026-10-06T16:00:15.062" v="675" actId="114"/>
          <ac:spMkLst>
            <pc:docMk/>
            <pc:sldMk cId="2693150381" sldId="306"/>
            <ac:spMk id="6" creationId="{00000000-0000-0000-0000-000000000000}"/>
          </ac:spMkLst>
        </pc:spChg>
      </pc:sldChg>
      <pc:sldChg chg="modSp add">
        <pc:chgData name="Stephen Millmore" userId="7b2404fb-f360-4859-a21a-833f72764a74" providerId="ADAL" clId="{81ACD43F-62AC-445E-9ACE-F10791BBB929}" dt="2026-10-06T16:00:33.786" v="681" actId="114"/>
        <pc:sldMkLst>
          <pc:docMk/>
          <pc:sldMk cId="3237128895" sldId="307"/>
        </pc:sldMkLst>
        <pc:spChg chg="mod">
          <ac:chgData name="Stephen Millmore" userId="7b2404fb-f360-4859-a21a-833f72764a74" providerId="ADAL" clId="{81ACD43F-62AC-445E-9ACE-F10791BBB929}" dt="2026-10-06T16:00:33.786" v="681" actId="114"/>
          <ac:spMkLst>
            <pc:docMk/>
            <pc:sldMk cId="3237128895" sldId="307"/>
            <ac:spMk id="4" creationId="{00000000-0000-0000-0000-000000000000}"/>
          </ac:spMkLst>
        </pc:spChg>
        <pc:spChg chg="mod">
          <ac:chgData name="Stephen Millmore" userId="7b2404fb-f360-4859-a21a-833f72764a74" providerId="ADAL" clId="{81ACD43F-62AC-445E-9ACE-F10791BBB929}" dt="2026-10-06T16:00:27.989" v="679" actId="114"/>
          <ac:spMkLst>
            <pc:docMk/>
            <pc:sldMk cId="3237128895" sldId="307"/>
            <ac:spMk id="6" creationId="{00000000-0000-0000-0000-000000000000}"/>
          </ac:spMkLst>
        </pc:spChg>
      </pc:sldChg>
      <pc:sldChg chg="add del">
        <pc:chgData name="Stephen Millmore" userId="7b2404fb-f360-4859-a21a-833f72764a74" providerId="ADAL" clId="{81ACD43F-62AC-445E-9ACE-F10791BBB929}" dt="2026-10-06T13:56:00.115" v="31"/>
        <pc:sldMkLst>
          <pc:docMk/>
          <pc:sldMk cId="391339577" sldId="308"/>
        </pc:sldMkLst>
      </pc:sldChg>
      <pc:sldChg chg="add del">
        <pc:chgData name="Stephen Millmore" userId="7b2404fb-f360-4859-a21a-833f72764a74" providerId="ADAL" clId="{81ACD43F-62AC-445E-9ACE-F10791BBB929}" dt="2026-10-06T13:56:13.816" v="39"/>
        <pc:sldMkLst>
          <pc:docMk/>
          <pc:sldMk cId="137336430" sldId="309"/>
        </pc:sldMkLst>
      </pc:sldChg>
      <pc:sldChg chg="delSp modSp add mod">
        <pc:chgData name="Stephen Millmore" userId="7b2404fb-f360-4859-a21a-833f72764a74" providerId="ADAL" clId="{81ACD43F-62AC-445E-9ACE-F10791BBB929}" dt="2026-10-07T08:04:26.688" v="862" actId="478"/>
        <pc:sldMkLst>
          <pc:docMk/>
          <pc:sldMk cId="3787783520" sldId="310"/>
        </pc:sldMkLst>
        <pc:spChg chg="mod">
          <ac:chgData name="Stephen Millmore" userId="7b2404fb-f360-4859-a21a-833f72764a74" providerId="ADAL" clId="{81ACD43F-62AC-445E-9ACE-F10791BBB929}" dt="2026-10-07T08:04:23.371" v="861" actId="20577"/>
          <ac:spMkLst>
            <pc:docMk/>
            <pc:sldMk cId="3787783520" sldId="310"/>
            <ac:spMk id="4" creationId="{00000000-0000-0000-0000-000000000000}"/>
          </ac:spMkLst>
        </pc:spChg>
        <pc:spChg chg="mod">
          <ac:chgData name="Stephen Millmore" userId="7b2404fb-f360-4859-a21a-833f72764a74" providerId="ADAL" clId="{81ACD43F-62AC-445E-9ACE-F10791BBB929}" dt="2026-10-07T08:02:33.258" v="840" actId="20577"/>
          <ac:spMkLst>
            <pc:docMk/>
            <pc:sldMk cId="3787783520" sldId="310"/>
            <ac:spMk id="6" creationId="{00000000-0000-0000-0000-000000000000}"/>
          </ac:spMkLst>
        </pc:spChg>
        <pc:spChg chg="del mod">
          <ac:chgData name="Stephen Millmore" userId="7b2404fb-f360-4859-a21a-833f72764a74" providerId="ADAL" clId="{81ACD43F-62AC-445E-9ACE-F10791BBB929}" dt="2026-10-07T08:04:26.688" v="862" actId="478"/>
          <ac:spMkLst>
            <pc:docMk/>
            <pc:sldMk cId="3787783520" sldId="310"/>
            <ac:spMk id="7" creationId="{00000000-0000-0000-0000-000000000000}"/>
          </ac:spMkLst>
        </pc:spChg>
        <pc:spChg chg="del mod">
          <ac:chgData name="Stephen Millmore" userId="7b2404fb-f360-4859-a21a-833f72764a74" providerId="ADAL" clId="{81ACD43F-62AC-445E-9ACE-F10791BBB929}" dt="2026-10-07T08:04:26.688" v="862" actId="478"/>
          <ac:spMkLst>
            <pc:docMk/>
            <pc:sldMk cId="3787783520" sldId="310"/>
            <ac:spMk id="8" creationId="{00000000-0000-0000-0000-000000000000}"/>
          </ac:spMkLst>
        </pc:spChg>
        <pc:spChg chg="del mod">
          <ac:chgData name="Stephen Millmore" userId="7b2404fb-f360-4859-a21a-833f72764a74" providerId="ADAL" clId="{81ACD43F-62AC-445E-9ACE-F10791BBB929}" dt="2026-10-07T08:04:26.688" v="862" actId="478"/>
          <ac:spMkLst>
            <pc:docMk/>
            <pc:sldMk cId="3787783520" sldId="310"/>
            <ac:spMk id="9" creationId="{00000000-0000-0000-0000-000000000000}"/>
          </ac:spMkLst>
        </pc:spChg>
      </pc:sldChg>
      <pc:sldChg chg="modSp add">
        <pc:chgData name="Stephen Millmore" userId="7b2404fb-f360-4859-a21a-833f72764a74" providerId="ADAL" clId="{81ACD43F-62AC-445E-9ACE-F10791BBB929}" dt="2026-10-07T08:08:24.502" v="927" actId="114"/>
        <pc:sldMkLst>
          <pc:docMk/>
          <pc:sldMk cId="3742994466" sldId="311"/>
        </pc:sldMkLst>
        <pc:spChg chg="mod">
          <ac:chgData name="Stephen Millmore" userId="7b2404fb-f360-4859-a21a-833f72764a74" providerId="ADAL" clId="{81ACD43F-62AC-445E-9ACE-F10791BBB929}" dt="2026-10-07T08:07:41.283" v="918" actId="114"/>
          <ac:spMkLst>
            <pc:docMk/>
            <pc:sldMk cId="3742994466" sldId="311"/>
            <ac:spMk id="6" creationId="{00000000-0000-0000-0000-000000000000}"/>
          </ac:spMkLst>
        </pc:spChg>
        <pc:spChg chg="mod">
          <ac:chgData name="Stephen Millmore" userId="7b2404fb-f360-4859-a21a-833f72764a74" providerId="ADAL" clId="{81ACD43F-62AC-445E-9ACE-F10791BBB929}" dt="2026-10-07T08:08:15.420" v="924" actId="114"/>
          <ac:spMkLst>
            <pc:docMk/>
            <pc:sldMk cId="3742994466" sldId="311"/>
            <ac:spMk id="7" creationId="{00000000-0000-0000-0000-000000000000}"/>
          </ac:spMkLst>
        </pc:spChg>
        <pc:spChg chg="mod">
          <ac:chgData name="Stephen Millmore" userId="7b2404fb-f360-4859-a21a-833f72764a74" providerId="ADAL" clId="{81ACD43F-62AC-445E-9ACE-F10791BBB929}" dt="2026-10-07T08:08:24.502" v="927" actId="114"/>
          <ac:spMkLst>
            <pc:docMk/>
            <pc:sldMk cId="3742994466" sldId="311"/>
            <ac:spMk id="8" creationId="{00000000-0000-0000-0000-000000000000}"/>
          </ac:spMkLst>
        </pc:spChg>
      </pc:sldChg>
      <pc:sldChg chg="modSp add modAnim">
        <pc:chgData name="Stephen Millmore" userId="7b2404fb-f360-4859-a21a-833f72764a74" providerId="ADAL" clId="{81ACD43F-62AC-445E-9ACE-F10791BBB929}" dt="2026-10-07T08:11:33.048" v="983"/>
        <pc:sldMkLst>
          <pc:docMk/>
          <pc:sldMk cId="211857115" sldId="312"/>
        </pc:sldMkLst>
        <pc:spChg chg="mod">
          <ac:chgData name="Stephen Millmore" userId="7b2404fb-f360-4859-a21a-833f72764a74" providerId="ADAL" clId="{81ACD43F-62AC-445E-9ACE-F10791BBB929}" dt="2026-10-07T08:10:04.095" v="944" actId="114"/>
          <ac:spMkLst>
            <pc:docMk/>
            <pc:sldMk cId="211857115" sldId="312"/>
            <ac:spMk id="4" creationId="{00000000-0000-0000-0000-000000000000}"/>
          </ac:spMkLst>
        </pc:spChg>
        <pc:spChg chg="mod">
          <ac:chgData name="Stephen Millmore" userId="7b2404fb-f360-4859-a21a-833f72764a74" providerId="ADAL" clId="{81ACD43F-62AC-445E-9ACE-F10791BBB929}" dt="2026-10-07T08:10:07.893" v="945" actId="114"/>
          <ac:spMkLst>
            <pc:docMk/>
            <pc:sldMk cId="211857115" sldId="312"/>
            <ac:spMk id="6" creationId="{00000000-0000-0000-0000-000000000000}"/>
          </ac:spMkLst>
        </pc:spChg>
        <pc:spChg chg="mod">
          <ac:chgData name="Stephen Millmore" userId="7b2404fb-f360-4859-a21a-833f72764a74" providerId="ADAL" clId="{81ACD43F-62AC-445E-9ACE-F10791BBB929}" dt="2026-10-07T08:10:11.275" v="946" actId="114"/>
          <ac:spMkLst>
            <pc:docMk/>
            <pc:sldMk cId="211857115" sldId="312"/>
            <ac:spMk id="7" creationId="{00000000-0000-0000-0000-000000000000}"/>
          </ac:spMkLst>
        </pc:spChg>
      </pc:sldChg>
      <pc:sldChg chg="modSp add modAnim">
        <pc:chgData name="Stephen Millmore" userId="7b2404fb-f360-4859-a21a-833f72764a74" providerId="ADAL" clId="{81ACD43F-62AC-445E-9ACE-F10791BBB929}" dt="2026-10-07T08:32:02.212" v="1345" actId="114"/>
        <pc:sldMkLst>
          <pc:docMk/>
          <pc:sldMk cId="1227663073" sldId="313"/>
        </pc:sldMkLst>
        <pc:spChg chg="mod">
          <ac:chgData name="Stephen Millmore" userId="7b2404fb-f360-4859-a21a-833f72764a74" providerId="ADAL" clId="{81ACD43F-62AC-445E-9ACE-F10791BBB929}" dt="2026-10-07T08:31:59.224" v="1344" actId="114"/>
          <ac:spMkLst>
            <pc:docMk/>
            <pc:sldMk cId="1227663073" sldId="313"/>
            <ac:spMk id="7" creationId="{00000000-0000-0000-0000-000000000000}"/>
          </ac:spMkLst>
        </pc:spChg>
        <pc:spChg chg="mod">
          <ac:chgData name="Stephen Millmore" userId="7b2404fb-f360-4859-a21a-833f72764a74" providerId="ADAL" clId="{81ACD43F-62AC-445E-9ACE-F10791BBB929}" dt="2026-10-07T08:32:02.212" v="1345" actId="114"/>
          <ac:spMkLst>
            <pc:docMk/>
            <pc:sldMk cId="1227663073" sldId="313"/>
            <ac:spMk id="8" creationId="{00000000-0000-0000-0000-000000000000}"/>
          </ac:spMkLst>
        </pc:spChg>
      </pc:sldChg>
      <pc:sldChg chg="modSp add addAnim delAnim modAnim">
        <pc:chgData name="Stephen Millmore" userId="7b2404fb-f360-4859-a21a-833f72764a74" providerId="ADAL" clId="{81ACD43F-62AC-445E-9ACE-F10791BBB929}" dt="2026-10-07T08:09:41.173" v="943"/>
        <pc:sldMkLst>
          <pc:docMk/>
          <pc:sldMk cId="3315806637" sldId="314"/>
        </pc:sldMkLst>
        <pc:spChg chg="mod">
          <ac:chgData name="Stephen Millmore" userId="7b2404fb-f360-4859-a21a-833f72764a74" providerId="ADAL" clId="{81ACD43F-62AC-445E-9ACE-F10791BBB929}" dt="2026-10-07T08:05:46.197" v="887" actId="114"/>
          <ac:spMkLst>
            <pc:docMk/>
            <pc:sldMk cId="3315806637" sldId="314"/>
            <ac:spMk id="6" creationId="{00000000-0000-0000-0000-000000000000}"/>
          </ac:spMkLst>
        </pc:spChg>
        <pc:spChg chg="mod">
          <ac:chgData name="Stephen Millmore" userId="7b2404fb-f360-4859-a21a-833f72764a74" providerId="ADAL" clId="{81ACD43F-62AC-445E-9ACE-F10791BBB929}" dt="2026-10-07T08:05:54.586" v="890" actId="114"/>
          <ac:spMkLst>
            <pc:docMk/>
            <pc:sldMk cId="3315806637" sldId="314"/>
            <ac:spMk id="7" creationId="{00000000-0000-0000-0000-000000000000}"/>
          </ac:spMkLst>
        </pc:spChg>
      </pc:sldChg>
      <pc:sldChg chg="modSp add modAnim">
        <pc:chgData name="Stephen Millmore" userId="7b2404fb-f360-4859-a21a-833f72764a74" providerId="ADAL" clId="{81ACD43F-62AC-445E-9ACE-F10791BBB929}" dt="2026-10-07T08:31:48.573" v="1343" actId="114"/>
        <pc:sldMkLst>
          <pc:docMk/>
          <pc:sldMk cId="2851900127" sldId="315"/>
        </pc:sldMkLst>
        <pc:spChg chg="mod">
          <ac:chgData name="Stephen Millmore" userId="7b2404fb-f360-4859-a21a-833f72764a74" providerId="ADAL" clId="{81ACD43F-62AC-445E-9ACE-F10791BBB929}" dt="2026-10-07T08:31:42.712" v="1341" actId="114"/>
          <ac:spMkLst>
            <pc:docMk/>
            <pc:sldMk cId="2851900127" sldId="315"/>
            <ac:spMk id="6" creationId="{00000000-0000-0000-0000-000000000000}"/>
          </ac:spMkLst>
        </pc:spChg>
        <pc:spChg chg="mod">
          <ac:chgData name="Stephen Millmore" userId="7b2404fb-f360-4859-a21a-833f72764a74" providerId="ADAL" clId="{81ACD43F-62AC-445E-9ACE-F10791BBB929}" dt="2026-10-07T08:31:45.682" v="1342" actId="114"/>
          <ac:spMkLst>
            <pc:docMk/>
            <pc:sldMk cId="2851900127" sldId="315"/>
            <ac:spMk id="7" creationId="{00000000-0000-0000-0000-000000000000}"/>
          </ac:spMkLst>
        </pc:spChg>
        <pc:spChg chg="mod">
          <ac:chgData name="Stephen Millmore" userId="7b2404fb-f360-4859-a21a-833f72764a74" providerId="ADAL" clId="{81ACD43F-62AC-445E-9ACE-F10791BBB929}" dt="2026-10-07T08:31:48.573" v="1343" actId="114"/>
          <ac:spMkLst>
            <pc:docMk/>
            <pc:sldMk cId="2851900127" sldId="315"/>
            <ac:spMk id="8" creationId="{00000000-0000-0000-0000-000000000000}"/>
          </ac:spMkLst>
        </pc:spChg>
        <pc:spChg chg="mod">
          <ac:chgData name="Stephen Millmore" userId="7b2404fb-f360-4859-a21a-833f72764a74" providerId="ADAL" clId="{81ACD43F-62AC-445E-9ACE-F10791BBB929}" dt="2026-10-07T08:31:39.790" v="1340" actId="114"/>
          <ac:spMkLst>
            <pc:docMk/>
            <pc:sldMk cId="2851900127" sldId="315"/>
            <ac:spMk id="9" creationId="{00000000-0000-0000-0000-000000000000}"/>
          </ac:spMkLst>
        </pc:spChg>
      </pc:sldChg>
      <pc:sldChg chg="modSp add modAnim">
        <pc:chgData name="Stephen Millmore" userId="7b2404fb-f360-4859-a21a-833f72764a74" providerId="ADAL" clId="{81ACD43F-62AC-445E-9ACE-F10791BBB929}" dt="2026-10-07T08:31:35.787" v="1339" actId="114"/>
        <pc:sldMkLst>
          <pc:docMk/>
          <pc:sldMk cId="646564755" sldId="316"/>
        </pc:sldMkLst>
        <pc:spChg chg="mod">
          <ac:chgData name="Stephen Millmore" userId="7b2404fb-f360-4859-a21a-833f72764a74" providerId="ADAL" clId="{81ACD43F-62AC-445E-9ACE-F10791BBB929}" dt="2026-10-07T08:31:35.787" v="1339" actId="114"/>
          <ac:spMkLst>
            <pc:docMk/>
            <pc:sldMk cId="646564755" sldId="316"/>
            <ac:spMk id="6" creationId="{00000000-0000-0000-0000-000000000000}"/>
          </ac:spMkLst>
        </pc:spChg>
      </pc:sldChg>
      <pc:sldChg chg="modSp add modAnim">
        <pc:chgData name="Stephen Millmore" userId="7b2404fb-f360-4859-a21a-833f72764a74" providerId="ADAL" clId="{81ACD43F-62AC-445E-9ACE-F10791BBB929}" dt="2026-10-07T08:31:29.201" v="1338" actId="114"/>
        <pc:sldMkLst>
          <pc:docMk/>
          <pc:sldMk cId="3409604449" sldId="317"/>
        </pc:sldMkLst>
        <pc:spChg chg="mod">
          <ac:chgData name="Stephen Millmore" userId="7b2404fb-f360-4859-a21a-833f72764a74" providerId="ADAL" clId="{81ACD43F-62AC-445E-9ACE-F10791BBB929}" dt="2026-10-07T08:31:29.201" v="1338" actId="114"/>
          <ac:spMkLst>
            <pc:docMk/>
            <pc:sldMk cId="3409604449" sldId="317"/>
            <ac:spMk id="6" creationId="{00000000-0000-0000-0000-000000000000}"/>
          </ac:spMkLst>
        </pc:spChg>
      </pc:sldChg>
      <pc:sldChg chg="modSp add modAnim">
        <pc:chgData name="Stephen Millmore" userId="7b2404fb-f360-4859-a21a-833f72764a74" providerId="ADAL" clId="{81ACD43F-62AC-445E-9ACE-F10791BBB929}" dt="2026-10-07T08:31:24.153" v="1337" actId="114"/>
        <pc:sldMkLst>
          <pc:docMk/>
          <pc:sldMk cId="3518072641" sldId="318"/>
        </pc:sldMkLst>
        <pc:spChg chg="mod">
          <ac:chgData name="Stephen Millmore" userId="7b2404fb-f360-4859-a21a-833f72764a74" providerId="ADAL" clId="{81ACD43F-62AC-445E-9ACE-F10791BBB929}" dt="2026-10-07T08:31:24.153" v="1337" actId="114"/>
          <ac:spMkLst>
            <pc:docMk/>
            <pc:sldMk cId="3518072641" sldId="318"/>
            <ac:spMk id="6" creationId="{00000000-0000-0000-0000-000000000000}"/>
          </ac:spMkLst>
        </pc:spChg>
      </pc:sldChg>
      <pc:sldChg chg="modSp add modAnim">
        <pc:chgData name="Stephen Millmore" userId="7b2404fb-f360-4859-a21a-833f72764a74" providerId="ADAL" clId="{81ACD43F-62AC-445E-9ACE-F10791BBB929}" dt="2026-10-07T08:31:16.964" v="1336" actId="114"/>
        <pc:sldMkLst>
          <pc:docMk/>
          <pc:sldMk cId="4183863616" sldId="319"/>
        </pc:sldMkLst>
        <pc:spChg chg="mod">
          <ac:chgData name="Stephen Millmore" userId="7b2404fb-f360-4859-a21a-833f72764a74" providerId="ADAL" clId="{81ACD43F-62AC-445E-9ACE-F10791BBB929}" dt="2026-10-07T08:31:16.964" v="1336" actId="114"/>
          <ac:spMkLst>
            <pc:docMk/>
            <pc:sldMk cId="4183863616" sldId="319"/>
            <ac:spMk id="6" creationId="{00000000-0000-0000-0000-000000000000}"/>
          </ac:spMkLst>
        </pc:spChg>
        <pc:spChg chg="mod">
          <ac:chgData name="Stephen Millmore" userId="7b2404fb-f360-4859-a21a-833f72764a74" providerId="ADAL" clId="{81ACD43F-62AC-445E-9ACE-F10791BBB929}" dt="2026-10-07T08:31:09.007" v="1333" actId="114"/>
          <ac:spMkLst>
            <pc:docMk/>
            <pc:sldMk cId="4183863616" sldId="319"/>
            <ac:spMk id="7" creationId="{00000000-0000-0000-0000-000000000000}"/>
          </ac:spMkLst>
        </pc:spChg>
      </pc:sldChg>
      <pc:sldChg chg="modSp add modAnim">
        <pc:chgData name="Stephen Millmore" userId="7b2404fb-f360-4859-a21a-833f72764a74" providerId="ADAL" clId="{81ACD43F-62AC-445E-9ACE-F10791BBB929}" dt="2026-10-07T08:36:30.706" v="1408"/>
        <pc:sldMkLst>
          <pc:docMk/>
          <pc:sldMk cId="3595673012" sldId="320"/>
        </pc:sldMkLst>
        <pc:spChg chg="mod">
          <ac:chgData name="Stephen Millmore" userId="7b2404fb-f360-4859-a21a-833f72764a74" providerId="ADAL" clId="{81ACD43F-62AC-445E-9ACE-F10791BBB929}" dt="2026-10-07T08:36:21.168" v="1405" actId="114"/>
          <ac:spMkLst>
            <pc:docMk/>
            <pc:sldMk cId="3595673012" sldId="320"/>
            <ac:spMk id="6" creationId="{00000000-0000-0000-0000-000000000000}"/>
          </ac:spMkLst>
        </pc:spChg>
      </pc:sldChg>
      <pc:sldChg chg="modSp add modAnim">
        <pc:chgData name="Stephen Millmore" userId="7b2404fb-f360-4859-a21a-833f72764a74" providerId="ADAL" clId="{81ACD43F-62AC-445E-9ACE-F10791BBB929}" dt="2026-10-07T08:39:00.602" v="1443"/>
        <pc:sldMkLst>
          <pc:docMk/>
          <pc:sldMk cId="3397193604" sldId="321"/>
        </pc:sldMkLst>
        <pc:spChg chg="mod">
          <ac:chgData name="Stephen Millmore" userId="7b2404fb-f360-4859-a21a-833f72764a74" providerId="ADAL" clId="{81ACD43F-62AC-445E-9ACE-F10791BBB929}" dt="2026-10-07T08:36:46.997" v="1409" actId="114"/>
          <ac:spMkLst>
            <pc:docMk/>
            <pc:sldMk cId="3397193604" sldId="321"/>
            <ac:spMk id="6" creationId="{00000000-0000-0000-0000-000000000000}"/>
          </ac:spMkLst>
        </pc:spChg>
        <pc:spChg chg="mod">
          <ac:chgData name="Stephen Millmore" userId="7b2404fb-f360-4859-a21a-833f72764a74" providerId="ADAL" clId="{81ACD43F-62AC-445E-9ACE-F10791BBB929}" dt="2026-10-07T08:37:01.714" v="1414" actId="20577"/>
          <ac:spMkLst>
            <pc:docMk/>
            <pc:sldMk cId="3397193604" sldId="321"/>
            <ac:spMk id="7" creationId="{00000000-0000-0000-0000-000000000000}"/>
          </ac:spMkLst>
        </pc:spChg>
        <pc:spChg chg="mod">
          <ac:chgData name="Stephen Millmore" userId="7b2404fb-f360-4859-a21a-833f72764a74" providerId="ADAL" clId="{81ACD43F-62AC-445E-9ACE-F10791BBB929}" dt="2026-10-07T08:36:52.864" v="1411" actId="114"/>
          <ac:spMkLst>
            <pc:docMk/>
            <pc:sldMk cId="3397193604" sldId="321"/>
            <ac:spMk id="8" creationId="{00000000-0000-0000-0000-000000000000}"/>
          </ac:spMkLst>
        </pc:spChg>
      </pc:sldChg>
      <pc:sldChg chg="modSp add modAnim">
        <pc:chgData name="Stephen Millmore" userId="7b2404fb-f360-4859-a21a-833f72764a74" providerId="ADAL" clId="{81ACD43F-62AC-445E-9ACE-F10791BBB929}" dt="2026-10-07T08:39:28.637" v="1446"/>
        <pc:sldMkLst>
          <pc:docMk/>
          <pc:sldMk cId="875280046" sldId="322"/>
        </pc:sldMkLst>
        <pc:spChg chg="mod">
          <ac:chgData name="Stephen Millmore" userId="7b2404fb-f360-4859-a21a-833f72764a74" providerId="ADAL" clId="{81ACD43F-62AC-445E-9ACE-F10791BBB929}" dt="2026-10-07T08:39:14.067" v="1444" actId="20577"/>
          <ac:spMkLst>
            <pc:docMk/>
            <pc:sldMk cId="875280046" sldId="322"/>
            <ac:spMk id="4" creationId="{00000000-0000-0000-0000-000000000000}"/>
          </ac:spMkLst>
        </pc:spChg>
        <pc:spChg chg="mod">
          <ac:chgData name="Stephen Millmore" userId="7b2404fb-f360-4859-a21a-833f72764a74" providerId="ADAL" clId="{81ACD43F-62AC-445E-9ACE-F10791BBB929}" dt="2026-10-07T08:38:19.658" v="1436" actId="114"/>
          <ac:spMkLst>
            <pc:docMk/>
            <pc:sldMk cId="875280046" sldId="322"/>
            <ac:spMk id="6" creationId="{00000000-0000-0000-0000-000000000000}"/>
          </ac:spMkLst>
        </pc:spChg>
        <pc:spChg chg="mod">
          <ac:chgData name="Stephen Millmore" userId="7b2404fb-f360-4859-a21a-833f72764a74" providerId="ADAL" clId="{81ACD43F-62AC-445E-9ACE-F10791BBB929}" dt="2026-10-07T08:38:33.495" v="1439" actId="404"/>
          <ac:spMkLst>
            <pc:docMk/>
            <pc:sldMk cId="875280046" sldId="322"/>
            <ac:spMk id="7" creationId="{00000000-0000-0000-0000-000000000000}"/>
          </ac:spMkLst>
        </pc:spChg>
      </pc:sldChg>
      <pc:sldChg chg="modSp add mod addAnim delAnim modAnim">
        <pc:chgData name="Stephen Millmore" userId="7b2404fb-f360-4859-a21a-833f72764a74" providerId="ADAL" clId="{81ACD43F-62AC-445E-9ACE-F10791BBB929}" dt="2026-10-07T08:33:20.638" v="1376"/>
        <pc:sldMkLst>
          <pc:docMk/>
          <pc:sldMk cId="2337483672" sldId="323"/>
        </pc:sldMkLst>
        <pc:spChg chg="mod">
          <ac:chgData name="Stephen Millmore" userId="7b2404fb-f360-4859-a21a-833f72764a74" providerId="ADAL" clId="{81ACD43F-62AC-445E-9ACE-F10791BBB929}" dt="2026-10-07T08:33:06.267" v="1374" actId="20577"/>
          <ac:spMkLst>
            <pc:docMk/>
            <pc:sldMk cId="2337483672" sldId="323"/>
            <ac:spMk id="4" creationId="{00000000-0000-0000-0000-000000000000}"/>
          </ac:spMkLst>
        </pc:spChg>
        <pc:spChg chg="mod">
          <ac:chgData name="Stephen Millmore" userId="7b2404fb-f360-4859-a21a-833f72764a74" providerId="ADAL" clId="{81ACD43F-62AC-445E-9ACE-F10791BBB929}" dt="2026-10-07T08:32:22.720" v="1348" actId="114"/>
          <ac:spMkLst>
            <pc:docMk/>
            <pc:sldMk cId="2337483672" sldId="323"/>
            <ac:spMk id="6" creationId="{00000000-0000-0000-0000-000000000000}"/>
          </ac:spMkLst>
        </pc:spChg>
      </pc:sldChg>
      <pc:sldChg chg="modSp add mod">
        <pc:chgData name="Stephen Millmore" userId="7b2404fb-f360-4859-a21a-833f72764a74" providerId="ADAL" clId="{81ACD43F-62AC-445E-9ACE-F10791BBB929}" dt="2026-10-06T15:42:13.503" v="199" actId="20577"/>
        <pc:sldMkLst>
          <pc:docMk/>
          <pc:sldMk cId="1069233477" sldId="324"/>
        </pc:sldMkLst>
        <pc:spChg chg="mod">
          <ac:chgData name="Stephen Millmore" userId="7b2404fb-f360-4859-a21a-833f72764a74" providerId="ADAL" clId="{81ACD43F-62AC-445E-9ACE-F10791BBB929}" dt="2026-10-06T15:42:13.503" v="199" actId="20577"/>
          <ac:spMkLst>
            <pc:docMk/>
            <pc:sldMk cId="1069233477" sldId="324"/>
            <ac:spMk id="3" creationId="{10AEF98E-F06C-B7D5-1BF4-568E2E0721B9}"/>
          </ac:spMkLst>
        </pc:spChg>
      </pc:sldChg>
      <pc:sldChg chg="add">
        <pc:chgData name="Stephen Millmore" userId="7b2404fb-f360-4859-a21a-833f72764a74" providerId="ADAL" clId="{81ACD43F-62AC-445E-9ACE-F10791BBB929}" dt="2026-10-06T15:42:21.264" v="200"/>
        <pc:sldMkLst>
          <pc:docMk/>
          <pc:sldMk cId="4254752078" sldId="325"/>
        </pc:sldMkLst>
      </pc:sldChg>
      <pc:sldChg chg="delSp modSp add mod modAnim">
        <pc:chgData name="Stephen Millmore" userId="7b2404fb-f360-4859-a21a-833f72764a74" providerId="ADAL" clId="{81ACD43F-62AC-445E-9ACE-F10791BBB929}" dt="2026-10-06T15:46:09.035" v="362" actId="114"/>
        <pc:sldMkLst>
          <pc:docMk/>
          <pc:sldMk cId="4206935485" sldId="326"/>
        </pc:sldMkLst>
        <pc:spChg chg="mod">
          <ac:chgData name="Stephen Millmore" userId="7b2404fb-f360-4859-a21a-833f72764a74" providerId="ADAL" clId="{81ACD43F-62AC-445E-9ACE-F10791BBB929}" dt="2026-10-06T15:46:09.035" v="362" actId="114"/>
          <ac:spMkLst>
            <pc:docMk/>
            <pc:sldMk cId="4206935485" sldId="326"/>
            <ac:spMk id="6" creationId="{F2785C42-CE40-8992-9FF9-F04F622B3451}"/>
          </ac:spMkLst>
        </pc:spChg>
        <pc:spChg chg="mod">
          <ac:chgData name="Stephen Millmore" userId="7b2404fb-f360-4859-a21a-833f72764a74" providerId="ADAL" clId="{81ACD43F-62AC-445E-9ACE-F10791BBB929}" dt="2026-10-06T15:46:05.526" v="361" actId="114"/>
          <ac:spMkLst>
            <pc:docMk/>
            <pc:sldMk cId="4206935485" sldId="326"/>
            <ac:spMk id="7" creationId="{89C5FA45-F76E-A6F0-A83D-FA3DB8FF43AF}"/>
          </ac:spMkLst>
        </pc:spChg>
        <pc:spChg chg="del">
          <ac:chgData name="Stephen Millmore" userId="7b2404fb-f360-4859-a21a-833f72764a74" providerId="ADAL" clId="{81ACD43F-62AC-445E-9ACE-F10791BBB929}" dt="2026-10-06T15:43:00.989" v="206" actId="478"/>
          <ac:spMkLst>
            <pc:docMk/>
            <pc:sldMk cId="4206935485" sldId="326"/>
            <ac:spMk id="8" creationId="{0EA54245-8688-E4C4-FECC-3DD99888969A}"/>
          </ac:spMkLst>
        </pc:spChg>
        <pc:spChg chg="del">
          <ac:chgData name="Stephen Millmore" userId="7b2404fb-f360-4859-a21a-833f72764a74" providerId="ADAL" clId="{81ACD43F-62AC-445E-9ACE-F10791BBB929}" dt="2026-10-06T15:43:00.989" v="206" actId="478"/>
          <ac:spMkLst>
            <pc:docMk/>
            <pc:sldMk cId="4206935485" sldId="326"/>
            <ac:spMk id="12" creationId="{0AF1043B-C8E7-61D4-FAC0-196804E16667}"/>
          </ac:spMkLst>
        </pc:spChg>
      </pc:sldChg>
      <pc:sldChg chg="add">
        <pc:chgData name="Stephen Millmore" userId="7b2404fb-f360-4859-a21a-833f72764a74" providerId="ADAL" clId="{81ACD43F-62AC-445E-9ACE-F10791BBB929}" dt="2026-10-06T15:42:24.816" v="201"/>
        <pc:sldMkLst>
          <pc:docMk/>
          <pc:sldMk cId="1299292158" sldId="327"/>
        </pc:sldMkLst>
      </pc:sldChg>
      <pc:sldChg chg="modSp add">
        <pc:chgData name="Stephen Millmore" userId="7b2404fb-f360-4859-a21a-833f72764a74" providerId="ADAL" clId="{81ACD43F-62AC-445E-9ACE-F10791BBB929}" dt="2026-10-06T15:45:59.605" v="360" actId="114"/>
        <pc:sldMkLst>
          <pc:docMk/>
          <pc:sldMk cId="2713824270" sldId="328"/>
        </pc:sldMkLst>
        <pc:spChg chg="mod">
          <ac:chgData name="Stephen Millmore" userId="7b2404fb-f360-4859-a21a-833f72764a74" providerId="ADAL" clId="{81ACD43F-62AC-445E-9ACE-F10791BBB929}" dt="2026-10-06T15:45:52.627" v="358" actId="114"/>
          <ac:spMkLst>
            <pc:docMk/>
            <pc:sldMk cId="2713824270" sldId="328"/>
            <ac:spMk id="6" creationId="{991FA521-E2D0-8941-1770-AE3E6AA9F3F8}"/>
          </ac:spMkLst>
        </pc:spChg>
        <pc:spChg chg="mod">
          <ac:chgData name="Stephen Millmore" userId="7b2404fb-f360-4859-a21a-833f72764a74" providerId="ADAL" clId="{81ACD43F-62AC-445E-9ACE-F10791BBB929}" dt="2026-10-06T15:45:55.589" v="359" actId="114"/>
          <ac:spMkLst>
            <pc:docMk/>
            <pc:sldMk cId="2713824270" sldId="328"/>
            <ac:spMk id="7" creationId="{3A4F3DC1-4C83-7A46-7846-F761D0C30F16}"/>
          </ac:spMkLst>
        </pc:spChg>
        <pc:spChg chg="mod">
          <ac:chgData name="Stephen Millmore" userId="7b2404fb-f360-4859-a21a-833f72764a74" providerId="ADAL" clId="{81ACD43F-62AC-445E-9ACE-F10791BBB929}" dt="2026-10-06T15:45:59.605" v="360" actId="114"/>
          <ac:spMkLst>
            <pc:docMk/>
            <pc:sldMk cId="2713824270" sldId="328"/>
            <ac:spMk id="8" creationId="{3F74E19E-11A7-C310-4ABB-78AFD6588461}"/>
          </ac:spMkLst>
        </pc:spChg>
      </pc:sldChg>
      <pc:sldChg chg="add">
        <pc:chgData name="Stephen Millmore" userId="7b2404fb-f360-4859-a21a-833f72764a74" providerId="ADAL" clId="{81ACD43F-62AC-445E-9ACE-F10791BBB929}" dt="2026-10-06T15:42:25.412" v="202"/>
        <pc:sldMkLst>
          <pc:docMk/>
          <pc:sldMk cId="2032136898" sldId="329"/>
        </pc:sldMkLst>
      </pc:sldChg>
      <pc:sldChg chg="modSp add mod">
        <pc:chgData name="Stephen Millmore" userId="7b2404fb-f360-4859-a21a-833f72764a74" providerId="ADAL" clId="{81ACD43F-62AC-445E-9ACE-F10791BBB929}" dt="2026-10-06T15:45:48.208" v="357" actId="114"/>
        <pc:sldMkLst>
          <pc:docMk/>
          <pc:sldMk cId="1565401064" sldId="330"/>
        </pc:sldMkLst>
        <pc:spChg chg="mod">
          <ac:chgData name="Stephen Millmore" userId="7b2404fb-f360-4859-a21a-833f72764a74" providerId="ADAL" clId="{81ACD43F-62AC-445E-9ACE-F10791BBB929}" dt="2026-10-06T15:45:38.448" v="354" actId="114"/>
          <ac:spMkLst>
            <pc:docMk/>
            <pc:sldMk cId="1565401064" sldId="330"/>
            <ac:spMk id="4" creationId="{4CEE71CF-E14F-4381-EC01-55B8A0C4C4A9}"/>
          </ac:spMkLst>
        </pc:spChg>
        <pc:spChg chg="mod">
          <ac:chgData name="Stephen Millmore" userId="7b2404fb-f360-4859-a21a-833f72764a74" providerId="ADAL" clId="{81ACD43F-62AC-445E-9ACE-F10791BBB929}" dt="2026-10-06T15:45:42.468" v="355" actId="114"/>
          <ac:spMkLst>
            <pc:docMk/>
            <pc:sldMk cId="1565401064" sldId="330"/>
            <ac:spMk id="6" creationId="{47EE98B3-1225-0E42-80DB-B815C0BA2DB6}"/>
          </ac:spMkLst>
        </pc:spChg>
        <pc:spChg chg="mod">
          <ac:chgData name="Stephen Millmore" userId="7b2404fb-f360-4859-a21a-833f72764a74" providerId="ADAL" clId="{81ACD43F-62AC-445E-9ACE-F10791BBB929}" dt="2026-10-06T15:45:45.611" v="356" actId="114"/>
          <ac:spMkLst>
            <pc:docMk/>
            <pc:sldMk cId="1565401064" sldId="330"/>
            <ac:spMk id="7" creationId="{13C0C8A2-D5FE-C7AB-B337-5BDE55A12F8D}"/>
          </ac:spMkLst>
        </pc:spChg>
        <pc:spChg chg="mod">
          <ac:chgData name="Stephen Millmore" userId="7b2404fb-f360-4859-a21a-833f72764a74" providerId="ADAL" clId="{81ACD43F-62AC-445E-9ACE-F10791BBB929}" dt="2026-10-06T15:45:48.208" v="357" actId="114"/>
          <ac:spMkLst>
            <pc:docMk/>
            <pc:sldMk cId="1565401064" sldId="330"/>
            <ac:spMk id="8" creationId="{4E310E0B-D118-86A1-92C8-027EE718555D}"/>
          </ac:spMkLst>
        </pc:spChg>
      </pc:sldChg>
      <pc:sldChg chg="modSp add mod">
        <pc:chgData name="Stephen Millmore" userId="7b2404fb-f360-4859-a21a-833f72764a74" providerId="ADAL" clId="{81ACD43F-62AC-445E-9ACE-F10791BBB929}" dt="2026-10-06T15:46:57.395" v="374" actId="20577"/>
        <pc:sldMkLst>
          <pc:docMk/>
          <pc:sldMk cId="1501704750" sldId="331"/>
        </pc:sldMkLst>
        <pc:spChg chg="mod">
          <ac:chgData name="Stephen Millmore" userId="7b2404fb-f360-4859-a21a-833f72764a74" providerId="ADAL" clId="{81ACD43F-62AC-445E-9ACE-F10791BBB929}" dt="2026-10-06T15:46:57.395" v="374" actId="20577"/>
          <ac:spMkLst>
            <pc:docMk/>
            <pc:sldMk cId="1501704750" sldId="331"/>
            <ac:spMk id="3" creationId="{43A81FDF-4BD1-A143-127D-1D555E3CA03C}"/>
          </ac:spMkLst>
        </pc:spChg>
      </pc:sldChg>
      <pc:sldChg chg="modSp add mod">
        <pc:chgData name="Stephen Millmore" userId="7b2404fb-f360-4859-a21a-833f72764a74" providerId="ADAL" clId="{81ACD43F-62AC-445E-9ACE-F10791BBB929}" dt="2026-10-06T15:49:42.923" v="511" actId="20577"/>
        <pc:sldMkLst>
          <pc:docMk/>
          <pc:sldMk cId="1415830438" sldId="332"/>
        </pc:sldMkLst>
        <pc:spChg chg="mod">
          <ac:chgData name="Stephen Millmore" userId="7b2404fb-f360-4859-a21a-833f72764a74" providerId="ADAL" clId="{81ACD43F-62AC-445E-9ACE-F10791BBB929}" dt="2026-10-06T15:49:42.923" v="511" actId="20577"/>
          <ac:spMkLst>
            <pc:docMk/>
            <pc:sldMk cId="1415830438" sldId="332"/>
            <ac:spMk id="3" creationId="{429BCAEB-20AE-D310-8588-A1D46776CB01}"/>
          </ac:spMkLst>
        </pc:spChg>
      </pc:sldChg>
      <pc:sldChg chg="delSp modSp add mod">
        <pc:chgData name="Stephen Millmore" userId="7b2404fb-f360-4859-a21a-833f72764a74" providerId="ADAL" clId="{81ACD43F-62AC-445E-9ACE-F10791BBB929}" dt="2026-10-06T15:51:34.455" v="520" actId="478"/>
        <pc:sldMkLst>
          <pc:docMk/>
          <pc:sldMk cId="470679773" sldId="333"/>
        </pc:sldMkLst>
        <pc:spChg chg="mod">
          <ac:chgData name="Stephen Millmore" userId="7b2404fb-f360-4859-a21a-833f72764a74" providerId="ADAL" clId="{81ACD43F-62AC-445E-9ACE-F10791BBB929}" dt="2026-10-06T15:51:32.278" v="519" actId="6549"/>
          <ac:spMkLst>
            <pc:docMk/>
            <pc:sldMk cId="470679773" sldId="333"/>
            <ac:spMk id="4" creationId="{1548085A-5188-4A1F-4E2E-A06A60B0A9EA}"/>
          </ac:spMkLst>
        </pc:spChg>
        <pc:spChg chg="del">
          <ac:chgData name="Stephen Millmore" userId="7b2404fb-f360-4859-a21a-833f72764a74" providerId="ADAL" clId="{81ACD43F-62AC-445E-9ACE-F10791BBB929}" dt="2026-10-06T15:51:34.455" v="520" actId="478"/>
          <ac:spMkLst>
            <pc:docMk/>
            <pc:sldMk cId="470679773" sldId="333"/>
            <ac:spMk id="6" creationId="{2E850421-45DF-504B-6E0D-FA653931BE08}"/>
          </ac:spMkLst>
        </pc:spChg>
      </pc:sldChg>
      <pc:sldChg chg="modSp add mod">
        <pc:chgData name="Stephen Millmore" userId="7b2404fb-f360-4859-a21a-833f72764a74" providerId="ADAL" clId="{81ACD43F-62AC-445E-9ACE-F10791BBB929}" dt="2026-10-06T15:51:47.786" v="542" actId="20577"/>
        <pc:sldMkLst>
          <pc:docMk/>
          <pc:sldMk cId="1517790074" sldId="334"/>
        </pc:sldMkLst>
        <pc:spChg chg="mod">
          <ac:chgData name="Stephen Millmore" userId="7b2404fb-f360-4859-a21a-833f72764a74" providerId="ADAL" clId="{81ACD43F-62AC-445E-9ACE-F10791BBB929}" dt="2026-10-06T15:51:47.786" v="542" actId="20577"/>
          <ac:spMkLst>
            <pc:docMk/>
            <pc:sldMk cId="1517790074" sldId="334"/>
            <ac:spMk id="3" creationId="{436160B3-B6C1-8645-2036-42D5A1BFA46F}"/>
          </ac:spMkLst>
        </pc:spChg>
      </pc:sldChg>
      <pc:sldChg chg="modSp add mod">
        <pc:chgData name="Stephen Millmore" userId="7b2404fb-f360-4859-a21a-833f72764a74" providerId="ADAL" clId="{81ACD43F-62AC-445E-9ACE-F10791BBB929}" dt="2026-10-06T15:59:34.649" v="660" actId="114"/>
        <pc:sldMkLst>
          <pc:docMk/>
          <pc:sldMk cId="2096684341" sldId="335"/>
        </pc:sldMkLst>
        <pc:spChg chg="mod">
          <ac:chgData name="Stephen Millmore" userId="7b2404fb-f360-4859-a21a-833f72764a74" providerId="ADAL" clId="{81ACD43F-62AC-445E-9ACE-F10791BBB929}" dt="2026-10-06T15:51:40.508" v="521" actId="6549"/>
          <ac:spMkLst>
            <pc:docMk/>
            <pc:sldMk cId="2096684341" sldId="335"/>
            <ac:spMk id="4" creationId="{AA95D141-798B-06A2-73D0-8F40E72B23CA}"/>
          </ac:spMkLst>
        </pc:spChg>
        <pc:spChg chg="mod">
          <ac:chgData name="Stephen Millmore" userId="7b2404fb-f360-4859-a21a-833f72764a74" providerId="ADAL" clId="{81ACD43F-62AC-445E-9ACE-F10791BBB929}" dt="2026-10-06T15:59:34.649" v="660" actId="114"/>
          <ac:spMkLst>
            <pc:docMk/>
            <pc:sldMk cId="2096684341" sldId="335"/>
            <ac:spMk id="6" creationId="{7DFBD036-B7C5-494A-06F8-2DF92542E5B0}"/>
          </ac:spMkLst>
        </pc:spChg>
      </pc:sldChg>
      <pc:sldChg chg="modSp add mod">
        <pc:chgData name="Stephen Millmore" userId="7b2404fb-f360-4859-a21a-833f72764a74" providerId="ADAL" clId="{81ACD43F-62AC-445E-9ACE-F10791BBB929}" dt="2026-10-06T15:52:00.853" v="566" actId="20577"/>
        <pc:sldMkLst>
          <pc:docMk/>
          <pc:sldMk cId="2312645805" sldId="336"/>
        </pc:sldMkLst>
        <pc:spChg chg="mod">
          <ac:chgData name="Stephen Millmore" userId="7b2404fb-f360-4859-a21a-833f72764a74" providerId="ADAL" clId="{81ACD43F-62AC-445E-9ACE-F10791BBB929}" dt="2026-10-06T15:52:00.853" v="566" actId="20577"/>
          <ac:spMkLst>
            <pc:docMk/>
            <pc:sldMk cId="2312645805" sldId="336"/>
            <ac:spMk id="3" creationId="{BE018849-BCEE-9357-4293-B7A0E59B5DAD}"/>
          </ac:spMkLst>
        </pc:spChg>
      </pc:sldChg>
      <pc:sldChg chg="modSp add">
        <pc:chgData name="Stephen Millmore" userId="7b2404fb-f360-4859-a21a-833f72764a74" providerId="ADAL" clId="{81ACD43F-62AC-445E-9ACE-F10791BBB929}" dt="2026-10-06T15:59:48.388" v="666" actId="114"/>
        <pc:sldMkLst>
          <pc:docMk/>
          <pc:sldMk cId="4088238877" sldId="337"/>
        </pc:sldMkLst>
        <pc:spChg chg="mod">
          <ac:chgData name="Stephen Millmore" userId="7b2404fb-f360-4859-a21a-833f72764a74" providerId="ADAL" clId="{81ACD43F-62AC-445E-9ACE-F10791BBB929}" dt="2026-10-06T15:59:48.388" v="666" actId="114"/>
          <ac:spMkLst>
            <pc:docMk/>
            <pc:sldMk cId="4088238877" sldId="337"/>
            <ac:spMk id="6" creationId="{4EC4CF71-7F2F-8A78-7D9E-FFB9CB8A69A9}"/>
          </ac:spMkLst>
        </pc:spChg>
      </pc:sldChg>
      <pc:sldChg chg="modSp add mod">
        <pc:chgData name="Stephen Millmore" userId="7b2404fb-f360-4859-a21a-833f72764a74" providerId="ADAL" clId="{81ACD43F-62AC-445E-9ACE-F10791BBB929}" dt="2026-10-06T15:56:18.440" v="598" actId="20577"/>
        <pc:sldMkLst>
          <pc:docMk/>
          <pc:sldMk cId="3986979878" sldId="338"/>
        </pc:sldMkLst>
        <pc:spChg chg="mod">
          <ac:chgData name="Stephen Millmore" userId="7b2404fb-f360-4859-a21a-833f72764a74" providerId="ADAL" clId="{81ACD43F-62AC-445E-9ACE-F10791BBB929}" dt="2026-10-06T15:56:18.440" v="598" actId="20577"/>
          <ac:spMkLst>
            <pc:docMk/>
            <pc:sldMk cId="3986979878" sldId="338"/>
            <ac:spMk id="3" creationId="{E0F7D011-095B-32D7-42EC-91AF9653A59B}"/>
          </ac:spMkLst>
        </pc:spChg>
      </pc:sldChg>
      <pc:sldChg chg="modSp add modAnim">
        <pc:chgData name="Stephen Millmore" userId="7b2404fb-f360-4859-a21a-833f72764a74" providerId="ADAL" clId="{81ACD43F-62AC-445E-9ACE-F10791BBB929}" dt="2026-10-06T16:00:23.013" v="678" actId="114"/>
        <pc:sldMkLst>
          <pc:docMk/>
          <pc:sldMk cId="56125135" sldId="339"/>
        </pc:sldMkLst>
        <pc:spChg chg="mod">
          <ac:chgData name="Stephen Millmore" userId="7b2404fb-f360-4859-a21a-833f72764a74" providerId="ADAL" clId="{81ACD43F-62AC-445E-9ACE-F10791BBB929}" dt="2026-10-06T16:00:23.013" v="678" actId="114"/>
          <ac:spMkLst>
            <pc:docMk/>
            <pc:sldMk cId="56125135" sldId="339"/>
            <ac:spMk id="6" creationId="{E304EDC3-0811-4861-ADA4-F3AD7AF6F378}"/>
          </ac:spMkLst>
        </pc:spChg>
      </pc:sldChg>
      <pc:sldChg chg="modSp add mod">
        <pc:chgData name="Stephen Millmore" userId="7b2404fb-f360-4859-a21a-833f72764a74" providerId="ADAL" clId="{81ACD43F-62AC-445E-9ACE-F10791BBB929}" dt="2026-10-06T15:56:29.211" v="620" actId="20577"/>
        <pc:sldMkLst>
          <pc:docMk/>
          <pc:sldMk cId="1979127102" sldId="340"/>
        </pc:sldMkLst>
        <pc:spChg chg="mod">
          <ac:chgData name="Stephen Millmore" userId="7b2404fb-f360-4859-a21a-833f72764a74" providerId="ADAL" clId="{81ACD43F-62AC-445E-9ACE-F10791BBB929}" dt="2026-10-06T15:56:29.211" v="620" actId="20577"/>
          <ac:spMkLst>
            <pc:docMk/>
            <pc:sldMk cId="1979127102" sldId="340"/>
            <ac:spMk id="3" creationId="{9536D0F1-FE26-E0B6-7692-58EAFE54D23D}"/>
          </ac:spMkLst>
        </pc:spChg>
      </pc:sldChg>
      <pc:sldChg chg="modSp add mod">
        <pc:chgData name="Stephen Millmore" userId="7b2404fb-f360-4859-a21a-833f72764a74" providerId="ADAL" clId="{81ACD43F-62AC-445E-9ACE-F10791BBB929}" dt="2026-10-06T15:57:15.790" v="646" actId="20577"/>
        <pc:sldMkLst>
          <pc:docMk/>
          <pc:sldMk cId="3883268875" sldId="341"/>
        </pc:sldMkLst>
        <pc:spChg chg="mod">
          <ac:chgData name="Stephen Millmore" userId="7b2404fb-f360-4859-a21a-833f72764a74" providerId="ADAL" clId="{81ACD43F-62AC-445E-9ACE-F10791BBB929}" dt="2026-10-06T15:57:15.790" v="646" actId="20577"/>
          <ac:spMkLst>
            <pc:docMk/>
            <pc:sldMk cId="3883268875" sldId="341"/>
            <ac:spMk id="3" creationId="{41150FCE-C94F-71FB-196D-A118EB0B7D0E}"/>
          </ac:spMkLst>
        </pc:spChg>
      </pc:sldChg>
      <pc:sldChg chg="add">
        <pc:chgData name="Stephen Millmore" userId="7b2404fb-f360-4859-a21a-833f72764a74" providerId="ADAL" clId="{81ACD43F-62AC-445E-9ACE-F10791BBB929}" dt="2026-10-06T15:57:19.153" v="647"/>
        <pc:sldMkLst>
          <pc:docMk/>
          <pc:sldMk cId="1668064743" sldId="342"/>
        </pc:sldMkLst>
      </pc:sldChg>
      <pc:sldChg chg="add">
        <pc:chgData name="Stephen Millmore" userId="7b2404fb-f360-4859-a21a-833f72764a74" providerId="ADAL" clId="{81ACD43F-62AC-445E-9ACE-F10791BBB929}" dt="2026-10-06T15:57:19.779" v="648"/>
        <pc:sldMkLst>
          <pc:docMk/>
          <pc:sldMk cId="2003746263" sldId="343"/>
        </pc:sldMkLst>
      </pc:sldChg>
      <pc:sldChg chg="add">
        <pc:chgData name="Stephen Millmore" userId="7b2404fb-f360-4859-a21a-833f72764a74" providerId="ADAL" clId="{81ACD43F-62AC-445E-9ACE-F10791BBB929}" dt="2026-10-06T15:57:21.051" v="649"/>
        <pc:sldMkLst>
          <pc:docMk/>
          <pc:sldMk cId="1028435507" sldId="344"/>
        </pc:sldMkLst>
      </pc:sldChg>
      <pc:sldChg chg="modSp add mod">
        <pc:chgData name="Stephen Millmore" userId="7b2404fb-f360-4859-a21a-833f72764a74" providerId="ADAL" clId="{81ACD43F-62AC-445E-9ACE-F10791BBB929}" dt="2026-10-06T15:58:13.375" v="651" actId="20577"/>
        <pc:sldMkLst>
          <pc:docMk/>
          <pc:sldMk cId="3563338001" sldId="345"/>
        </pc:sldMkLst>
        <pc:spChg chg="mod">
          <ac:chgData name="Stephen Millmore" userId="7b2404fb-f360-4859-a21a-833f72764a74" providerId="ADAL" clId="{81ACD43F-62AC-445E-9ACE-F10791BBB929}" dt="2026-10-06T15:58:13.375" v="651" actId="20577"/>
          <ac:spMkLst>
            <pc:docMk/>
            <pc:sldMk cId="3563338001" sldId="345"/>
            <ac:spMk id="3" creationId="{82E597B7-308E-1C7B-D2DF-DE0B33A33D5D}"/>
          </ac:spMkLst>
        </pc:spChg>
      </pc:sldChg>
      <pc:sldChg chg="add">
        <pc:chgData name="Stephen Millmore" userId="7b2404fb-f360-4859-a21a-833f72764a74" providerId="ADAL" clId="{81ACD43F-62AC-445E-9ACE-F10791BBB929}" dt="2026-10-06T15:58:19.158" v="652"/>
        <pc:sldMkLst>
          <pc:docMk/>
          <pc:sldMk cId="3449605176" sldId="346"/>
        </pc:sldMkLst>
      </pc:sldChg>
      <pc:sldChg chg="add">
        <pc:chgData name="Stephen Millmore" userId="7b2404fb-f360-4859-a21a-833f72764a74" providerId="ADAL" clId="{81ACD43F-62AC-445E-9ACE-F10791BBB929}" dt="2026-10-06T15:58:30.134" v="653"/>
        <pc:sldMkLst>
          <pc:docMk/>
          <pc:sldMk cId="3429555301" sldId="347"/>
        </pc:sldMkLst>
      </pc:sldChg>
      <pc:sldChg chg="add">
        <pc:chgData name="Stephen Millmore" userId="7b2404fb-f360-4859-a21a-833f72764a74" providerId="ADAL" clId="{81ACD43F-62AC-445E-9ACE-F10791BBB929}" dt="2026-10-06T15:58:31.757" v="654"/>
        <pc:sldMkLst>
          <pc:docMk/>
          <pc:sldMk cId="1284030698" sldId="348"/>
        </pc:sldMkLst>
      </pc:sldChg>
      <pc:sldChg chg="modSp add mod">
        <pc:chgData name="Stephen Millmore" userId="7b2404fb-f360-4859-a21a-833f72764a74" providerId="ADAL" clId="{81ACD43F-62AC-445E-9ACE-F10791BBB929}" dt="2026-10-07T07:58:33.982" v="713" actId="20577"/>
        <pc:sldMkLst>
          <pc:docMk/>
          <pc:sldMk cId="2532913409" sldId="349"/>
        </pc:sldMkLst>
        <pc:spChg chg="mod">
          <ac:chgData name="Stephen Millmore" userId="7b2404fb-f360-4859-a21a-833f72764a74" providerId="ADAL" clId="{81ACD43F-62AC-445E-9ACE-F10791BBB929}" dt="2026-10-07T07:58:33.982" v="713" actId="20577"/>
          <ac:spMkLst>
            <pc:docMk/>
            <pc:sldMk cId="2532913409" sldId="349"/>
            <ac:spMk id="3" creationId="{BEB70954-3868-095D-AA0B-78E15DEAFBD3}"/>
          </ac:spMkLst>
        </pc:spChg>
      </pc:sldChg>
      <pc:sldChg chg="add del">
        <pc:chgData name="Stephen Millmore" userId="7b2404fb-f360-4859-a21a-833f72764a74" providerId="ADAL" clId="{81ACD43F-62AC-445E-9ACE-F10791BBB929}" dt="2026-10-07T08:03:33.203" v="856" actId="47"/>
        <pc:sldMkLst>
          <pc:docMk/>
          <pc:sldMk cId="2079693649" sldId="350"/>
        </pc:sldMkLst>
      </pc:sldChg>
      <pc:sldChg chg="modSp add mod">
        <pc:chgData name="Stephen Millmore" userId="7b2404fb-f360-4859-a21a-833f72764a74" providerId="ADAL" clId="{81ACD43F-62AC-445E-9ACE-F10791BBB929}" dt="2026-10-07T08:04:39.001" v="872" actId="20577"/>
        <pc:sldMkLst>
          <pc:docMk/>
          <pc:sldMk cId="386500763" sldId="351"/>
        </pc:sldMkLst>
        <pc:spChg chg="mod">
          <ac:chgData name="Stephen Millmore" userId="7b2404fb-f360-4859-a21a-833f72764a74" providerId="ADAL" clId="{81ACD43F-62AC-445E-9ACE-F10791BBB929}" dt="2026-10-07T08:04:39.001" v="872" actId="20577"/>
          <ac:spMkLst>
            <pc:docMk/>
            <pc:sldMk cId="386500763" sldId="351"/>
            <ac:spMk id="3" creationId="{9BE13E2C-896B-9D80-EC27-1BE54BEEC607}"/>
          </ac:spMkLst>
        </pc:spChg>
      </pc:sldChg>
      <pc:sldChg chg="add del">
        <pc:chgData name="Stephen Millmore" userId="7b2404fb-f360-4859-a21a-833f72764a74" providerId="ADAL" clId="{81ACD43F-62AC-445E-9ACE-F10791BBB929}" dt="2026-10-07T08:03:36.644" v="858" actId="47"/>
        <pc:sldMkLst>
          <pc:docMk/>
          <pc:sldMk cId="30960273" sldId="352"/>
        </pc:sldMkLst>
      </pc:sldChg>
      <pc:sldChg chg="modSp add mod">
        <pc:chgData name="Stephen Millmore" userId="7b2404fb-f360-4859-a21a-833f72764a74" providerId="ADAL" clId="{81ACD43F-62AC-445E-9ACE-F10791BBB929}" dt="2026-10-07T08:05:02.334" v="881" actId="20577"/>
        <pc:sldMkLst>
          <pc:docMk/>
          <pc:sldMk cId="1702526973" sldId="353"/>
        </pc:sldMkLst>
        <pc:spChg chg="mod">
          <ac:chgData name="Stephen Millmore" userId="7b2404fb-f360-4859-a21a-833f72764a74" providerId="ADAL" clId="{81ACD43F-62AC-445E-9ACE-F10791BBB929}" dt="2026-10-07T08:05:02.334" v="881" actId="20577"/>
          <ac:spMkLst>
            <pc:docMk/>
            <pc:sldMk cId="1702526973" sldId="353"/>
            <ac:spMk id="3" creationId="{A638EFA2-0DBD-D873-C279-CD7F05CE108F}"/>
          </ac:spMkLst>
        </pc:spChg>
      </pc:sldChg>
      <pc:sldChg chg="add del">
        <pc:chgData name="Stephen Millmore" userId="7b2404fb-f360-4859-a21a-833f72764a74" providerId="ADAL" clId="{81ACD43F-62AC-445E-9ACE-F10791BBB929}" dt="2026-10-07T08:03:41.286" v="860" actId="47"/>
        <pc:sldMkLst>
          <pc:docMk/>
          <pc:sldMk cId="3675716291" sldId="354"/>
        </pc:sldMkLst>
      </pc:sldChg>
      <pc:sldChg chg="delSp modSp add mod">
        <pc:chgData name="Stephen Millmore" userId="7b2404fb-f360-4859-a21a-833f72764a74" providerId="ADAL" clId="{81ACD43F-62AC-445E-9ACE-F10791BBB929}" dt="2026-10-07T08:04:33.637" v="864" actId="478"/>
        <pc:sldMkLst>
          <pc:docMk/>
          <pc:sldMk cId="1822764093" sldId="355"/>
        </pc:sldMkLst>
        <pc:spChg chg="mod">
          <ac:chgData name="Stephen Millmore" userId="7b2404fb-f360-4859-a21a-833f72764a74" providerId="ADAL" clId="{81ACD43F-62AC-445E-9ACE-F10791BBB929}" dt="2026-10-07T08:04:30.507" v="863" actId="6549"/>
          <ac:spMkLst>
            <pc:docMk/>
            <pc:sldMk cId="1822764093" sldId="355"/>
            <ac:spMk id="4" creationId="{F69DC339-7A68-2649-8845-2E20DF25D934}"/>
          </ac:spMkLst>
        </pc:spChg>
        <pc:spChg chg="del">
          <ac:chgData name="Stephen Millmore" userId="7b2404fb-f360-4859-a21a-833f72764a74" providerId="ADAL" clId="{81ACD43F-62AC-445E-9ACE-F10791BBB929}" dt="2026-10-07T08:04:33.637" v="864" actId="478"/>
          <ac:spMkLst>
            <pc:docMk/>
            <pc:sldMk cId="1822764093" sldId="355"/>
            <ac:spMk id="8" creationId="{2998F20D-10BF-12D0-B789-49638EE94004}"/>
          </ac:spMkLst>
        </pc:spChg>
        <pc:spChg chg="del">
          <ac:chgData name="Stephen Millmore" userId="7b2404fb-f360-4859-a21a-833f72764a74" providerId="ADAL" clId="{81ACD43F-62AC-445E-9ACE-F10791BBB929}" dt="2026-10-07T08:04:33.637" v="864" actId="478"/>
          <ac:spMkLst>
            <pc:docMk/>
            <pc:sldMk cId="1822764093" sldId="355"/>
            <ac:spMk id="9" creationId="{A7B5E909-010B-D968-E1F7-F306DA49EDC0}"/>
          </ac:spMkLst>
        </pc:spChg>
      </pc:sldChg>
      <pc:sldChg chg="delSp modSp add mod">
        <pc:chgData name="Stephen Millmore" userId="7b2404fb-f360-4859-a21a-833f72764a74" providerId="ADAL" clId="{81ACD43F-62AC-445E-9ACE-F10791BBB929}" dt="2026-10-07T08:04:57.772" v="875" actId="478"/>
        <pc:sldMkLst>
          <pc:docMk/>
          <pc:sldMk cId="972028714" sldId="356"/>
        </pc:sldMkLst>
        <pc:spChg chg="mod">
          <ac:chgData name="Stephen Millmore" userId="7b2404fb-f360-4859-a21a-833f72764a74" providerId="ADAL" clId="{81ACD43F-62AC-445E-9ACE-F10791BBB929}" dt="2026-10-07T08:04:53.322" v="874" actId="6549"/>
          <ac:spMkLst>
            <pc:docMk/>
            <pc:sldMk cId="972028714" sldId="356"/>
            <ac:spMk id="4" creationId="{BBBF0A85-96BC-1708-7EB9-498C8EE6DB4D}"/>
          </ac:spMkLst>
        </pc:spChg>
        <pc:spChg chg="del">
          <ac:chgData name="Stephen Millmore" userId="7b2404fb-f360-4859-a21a-833f72764a74" providerId="ADAL" clId="{81ACD43F-62AC-445E-9ACE-F10791BBB929}" dt="2026-10-07T08:04:57.772" v="875" actId="478"/>
          <ac:spMkLst>
            <pc:docMk/>
            <pc:sldMk cId="972028714" sldId="356"/>
            <ac:spMk id="9" creationId="{CB58828A-7DCD-6893-E768-51D31ECA4C2A}"/>
          </ac:spMkLst>
        </pc:spChg>
      </pc:sldChg>
      <pc:sldChg chg="add addAnim delAnim modAnim">
        <pc:chgData name="Stephen Millmore" userId="7b2404fb-f360-4859-a21a-833f72764a74" providerId="ADAL" clId="{81ACD43F-62AC-445E-9ACE-F10791BBB929}" dt="2026-10-07T08:05:26.262" v="885"/>
        <pc:sldMkLst>
          <pc:docMk/>
          <pc:sldMk cId="3741716919" sldId="357"/>
        </pc:sldMkLst>
      </pc:sldChg>
      <pc:sldChg chg="add">
        <pc:chgData name="Stephen Millmore" userId="7b2404fb-f360-4859-a21a-833f72764a74" providerId="ADAL" clId="{81ACD43F-62AC-445E-9ACE-F10791BBB929}" dt="2026-10-07T08:04:46.729" v="873"/>
        <pc:sldMkLst>
          <pc:docMk/>
          <pc:sldMk cId="630573547" sldId="358"/>
        </pc:sldMkLst>
      </pc:sldChg>
      <pc:sldChg chg="modSp add mod">
        <pc:chgData name="Stephen Millmore" userId="7b2404fb-f360-4859-a21a-833f72764a74" providerId="ADAL" clId="{81ACD43F-62AC-445E-9ACE-F10791BBB929}" dt="2026-10-07T08:07:25.754" v="917" actId="20577"/>
        <pc:sldMkLst>
          <pc:docMk/>
          <pc:sldMk cId="2497934297" sldId="359"/>
        </pc:sldMkLst>
        <pc:spChg chg="mod">
          <ac:chgData name="Stephen Millmore" userId="7b2404fb-f360-4859-a21a-833f72764a74" providerId="ADAL" clId="{81ACD43F-62AC-445E-9ACE-F10791BBB929}" dt="2026-10-07T08:07:25.754" v="917" actId="20577"/>
          <ac:spMkLst>
            <pc:docMk/>
            <pc:sldMk cId="2497934297" sldId="359"/>
            <ac:spMk id="3" creationId="{4E1DD176-AD7C-75EF-518F-793D011E5B0F}"/>
          </ac:spMkLst>
        </pc:spChg>
      </pc:sldChg>
      <pc:sldChg chg="modSp add mod">
        <pc:chgData name="Stephen Millmore" userId="7b2404fb-f360-4859-a21a-833f72764a74" providerId="ADAL" clId="{81ACD43F-62AC-445E-9ACE-F10791BBB929}" dt="2026-10-07T08:09:18.756" v="936" actId="20577"/>
        <pc:sldMkLst>
          <pc:docMk/>
          <pc:sldMk cId="1005706634" sldId="360"/>
        </pc:sldMkLst>
        <pc:spChg chg="mod">
          <ac:chgData name="Stephen Millmore" userId="7b2404fb-f360-4859-a21a-833f72764a74" providerId="ADAL" clId="{81ACD43F-62AC-445E-9ACE-F10791BBB929}" dt="2026-10-07T08:09:18.756" v="936" actId="20577"/>
          <ac:spMkLst>
            <pc:docMk/>
            <pc:sldMk cId="1005706634" sldId="360"/>
            <ac:spMk id="3" creationId="{FA09A3D7-9446-3DE3-8930-3299B5908F7C}"/>
          </ac:spMkLst>
        </pc:spChg>
      </pc:sldChg>
      <pc:sldChg chg="add">
        <pc:chgData name="Stephen Millmore" userId="7b2404fb-f360-4859-a21a-833f72764a74" providerId="ADAL" clId="{81ACD43F-62AC-445E-9ACE-F10791BBB929}" dt="2026-10-07T08:09:21.525" v="937"/>
        <pc:sldMkLst>
          <pc:docMk/>
          <pc:sldMk cId="1438255474" sldId="361"/>
        </pc:sldMkLst>
      </pc:sldChg>
      <pc:sldChg chg="modSp add mod">
        <pc:chgData name="Stephen Millmore" userId="7b2404fb-f360-4859-a21a-833f72764a74" providerId="ADAL" clId="{81ACD43F-62AC-445E-9ACE-F10791BBB929}" dt="2026-10-07T08:11:20.382" v="981" actId="20577"/>
        <pc:sldMkLst>
          <pc:docMk/>
          <pc:sldMk cId="881906336" sldId="362"/>
        </pc:sldMkLst>
        <pc:spChg chg="mod">
          <ac:chgData name="Stephen Millmore" userId="7b2404fb-f360-4859-a21a-833f72764a74" providerId="ADAL" clId="{81ACD43F-62AC-445E-9ACE-F10791BBB929}" dt="2026-10-07T08:11:20.382" v="981" actId="20577"/>
          <ac:spMkLst>
            <pc:docMk/>
            <pc:sldMk cId="881906336" sldId="362"/>
            <ac:spMk id="3" creationId="{CD013B8E-F4EE-3E30-0380-8AED66DB75D3}"/>
          </ac:spMkLst>
        </pc:spChg>
      </pc:sldChg>
      <pc:sldChg chg="modSp add mod">
        <pc:chgData name="Stephen Millmore" userId="7b2404fb-f360-4859-a21a-833f72764a74" providerId="ADAL" clId="{81ACD43F-62AC-445E-9ACE-F10791BBB929}" dt="2026-10-07T08:13:22.657" v="999" actId="20577"/>
        <pc:sldMkLst>
          <pc:docMk/>
          <pc:sldMk cId="4015290762" sldId="363"/>
        </pc:sldMkLst>
        <pc:spChg chg="mod">
          <ac:chgData name="Stephen Millmore" userId="7b2404fb-f360-4859-a21a-833f72764a74" providerId="ADAL" clId="{81ACD43F-62AC-445E-9ACE-F10791BBB929}" dt="2026-10-07T08:13:22.657" v="999" actId="20577"/>
          <ac:spMkLst>
            <pc:docMk/>
            <pc:sldMk cId="4015290762" sldId="363"/>
            <ac:spMk id="3" creationId="{3F196527-07C6-58A9-05FD-E3603B786157}"/>
          </ac:spMkLst>
        </pc:spChg>
      </pc:sldChg>
      <pc:sldChg chg="modSp add mod">
        <pc:chgData name="Stephen Millmore" userId="7b2404fb-f360-4859-a21a-833f72764a74" providerId="ADAL" clId="{81ACD43F-62AC-445E-9ACE-F10791BBB929}" dt="2026-10-07T08:18:22.453" v="1041" actId="20577"/>
        <pc:sldMkLst>
          <pc:docMk/>
          <pc:sldMk cId="3742434289" sldId="364"/>
        </pc:sldMkLst>
        <pc:spChg chg="mod">
          <ac:chgData name="Stephen Millmore" userId="7b2404fb-f360-4859-a21a-833f72764a74" providerId="ADAL" clId="{81ACD43F-62AC-445E-9ACE-F10791BBB929}" dt="2026-10-07T08:18:22.453" v="1041" actId="20577"/>
          <ac:spMkLst>
            <pc:docMk/>
            <pc:sldMk cId="3742434289" sldId="364"/>
            <ac:spMk id="3" creationId="{99A9C146-69D4-0CD1-74E8-6ABECCB8B4B6}"/>
          </ac:spMkLst>
        </pc:spChg>
      </pc:sldChg>
      <pc:sldChg chg="modSp add mod">
        <pc:chgData name="Stephen Millmore" userId="7b2404fb-f360-4859-a21a-833f72764a74" providerId="ADAL" clId="{81ACD43F-62AC-445E-9ACE-F10791BBB929}" dt="2026-10-07T08:19:00.177" v="1067" actId="20577"/>
        <pc:sldMkLst>
          <pc:docMk/>
          <pc:sldMk cId="3810757647" sldId="365"/>
        </pc:sldMkLst>
        <pc:spChg chg="mod">
          <ac:chgData name="Stephen Millmore" userId="7b2404fb-f360-4859-a21a-833f72764a74" providerId="ADAL" clId="{81ACD43F-62AC-445E-9ACE-F10791BBB929}" dt="2026-10-07T08:19:00.177" v="1067" actId="20577"/>
          <ac:spMkLst>
            <pc:docMk/>
            <pc:sldMk cId="3810757647" sldId="365"/>
            <ac:spMk id="3" creationId="{557B804F-318D-445A-7D9E-5FDEA1043CCF}"/>
          </ac:spMkLst>
        </pc:spChg>
      </pc:sldChg>
      <pc:sldChg chg="modSp add mod">
        <pc:chgData name="Stephen Millmore" userId="7b2404fb-f360-4859-a21a-833f72764a74" providerId="ADAL" clId="{81ACD43F-62AC-445E-9ACE-F10791BBB929}" dt="2026-10-07T08:20:45.647" v="1101" actId="20577"/>
        <pc:sldMkLst>
          <pc:docMk/>
          <pc:sldMk cId="1523345492" sldId="366"/>
        </pc:sldMkLst>
        <pc:spChg chg="mod">
          <ac:chgData name="Stephen Millmore" userId="7b2404fb-f360-4859-a21a-833f72764a74" providerId="ADAL" clId="{81ACD43F-62AC-445E-9ACE-F10791BBB929}" dt="2026-10-07T08:20:45.647" v="1101" actId="20577"/>
          <ac:spMkLst>
            <pc:docMk/>
            <pc:sldMk cId="1523345492" sldId="366"/>
            <ac:spMk id="3" creationId="{704B29AB-644B-1B51-73F2-5A9483368546}"/>
          </ac:spMkLst>
        </pc:spChg>
      </pc:sldChg>
      <pc:sldChg chg="add">
        <pc:chgData name="Stephen Millmore" userId="7b2404fb-f360-4859-a21a-833f72764a74" providerId="ADAL" clId="{81ACD43F-62AC-445E-9ACE-F10791BBB929}" dt="2026-10-07T08:20:50.173" v="1102"/>
        <pc:sldMkLst>
          <pc:docMk/>
          <pc:sldMk cId="2526293817" sldId="367"/>
        </pc:sldMkLst>
      </pc:sldChg>
      <pc:sldChg chg="modSp add mod">
        <pc:chgData name="Stephen Millmore" userId="7b2404fb-f360-4859-a21a-833f72764a74" providerId="ADAL" clId="{81ACD43F-62AC-445E-9ACE-F10791BBB929}" dt="2026-10-07T08:23:13.532" v="1126" actId="20577"/>
        <pc:sldMkLst>
          <pc:docMk/>
          <pc:sldMk cId="796082043" sldId="368"/>
        </pc:sldMkLst>
        <pc:spChg chg="mod">
          <ac:chgData name="Stephen Millmore" userId="7b2404fb-f360-4859-a21a-833f72764a74" providerId="ADAL" clId="{81ACD43F-62AC-445E-9ACE-F10791BBB929}" dt="2026-10-07T08:23:13.532" v="1126" actId="20577"/>
          <ac:spMkLst>
            <pc:docMk/>
            <pc:sldMk cId="796082043" sldId="368"/>
            <ac:spMk id="3" creationId="{4DC7DE8C-CD45-B490-DA52-C94936BD632B}"/>
          </ac:spMkLst>
        </pc:spChg>
      </pc:sldChg>
      <pc:sldChg chg="modSp add mod">
        <pc:chgData name="Stephen Millmore" userId="7b2404fb-f360-4859-a21a-833f72764a74" providerId="ADAL" clId="{81ACD43F-62AC-445E-9ACE-F10791BBB929}" dt="2026-10-07T08:25:29.451" v="1184" actId="20577"/>
        <pc:sldMkLst>
          <pc:docMk/>
          <pc:sldMk cId="2987175567" sldId="369"/>
        </pc:sldMkLst>
        <pc:spChg chg="mod">
          <ac:chgData name="Stephen Millmore" userId="7b2404fb-f360-4859-a21a-833f72764a74" providerId="ADAL" clId="{81ACD43F-62AC-445E-9ACE-F10791BBB929}" dt="2026-10-07T08:25:29.451" v="1184" actId="20577"/>
          <ac:spMkLst>
            <pc:docMk/>
            <pc:sldMk cId="2987175567" sldId="369"/>
            <ac:spMk id="3" creationId="{3E1169BA-5D67-2A47-39CC-29DB0DA56AF3}"/>
          </ac:spMkLst>
        </pc:spChg>
      </pc:sldChg>
      <pc:sldChg chg="modSp add mod">
        <pc:chgData name="Stephen Millmore" userId="7b2404fb-f360-4859-a21a-833f72764a74" providerId="ADAL" clId="{81ACD43F-62AC-445E-9ACE-F10791BBB929}" dt="2026-10-07T08:26:15.037" v="1215" actId="20577"/>
        <pc:sldMkLst>
          <pc:docMk/>
          <pc:sldMk cId="1828364575" sldId="370"/>
        </pc:sldMkLst>
        <pc:spChg chg="mod">
          <ac:chgData name="Stephen Millmore" userId="7b2404fb-f360-4859-a21a-833f72764a74" providerId="ADAL" clId="{81ACD43F-62AC-445E-9ACE-F10791BBB929}" dt="2026-10-07T08:26:15.037" v="1215" actId="20577"/>
          <ac:spMkLst>
            <pc:docMk/>
            <pc:sldMk cId="1828364575" sldId="370"/>
            <ac:spMk id="3" creationId="{D85268BC-1409-1AB3-FAA5-DA991AA2E6EA}"/>
          </ac:spMkLst>
        </pc:spChg>
      </pc:sldChg>
      <pc:sldChg chg="add">
        <pc:chgData name="Stephen Millmore" userId="7b2404fb-f360-4859-a21a-833f72764a74" providerId="ADAL" clId="{81ACD43F-62AC-445E-9ACE-F10791BBB929}" dt="2026-10-07T08:26:24.057" v="1216"/>
        <pc:sldMkLst>
          <pc:docMk/>
          <pc:sldMk cId="2068477620" sldId="371"/>
        </pc:sldMkLst>
      </pc:sldChg>
      <pc:sldChg chg="modSp add mod">
        <pc:chgData name="Stephen Millmore" userId="7b2404fb-f360-4859-a21a-833f72764a74" providerId="ADAL" clId="{81ACD43F-62AC-445E-9ACE-F10791BBB929}" dt="2026-10-07T08:26:49.396" v="1227" actId="20577"/>
        <pc:sldMkLst>
          <pc:docMk/>
          <pc:sldMk cId="3688403574" sldId="372"/>
        </pc:sldMkLst>
        <pc:spChg chg="mod">
          <ac:chgData name="Stephen Millmore" userId="7b2404fb-f360-4859-a21a-833f72764a74" providerId="ADAL" clId="{81ACD43F-62AC-445E-9ACE-F10791BBB929}" dt="2026-10-07T08:26:49.396" v="1227" actId="20577"/>
          <ac:spMkLst>
            <pc:docMk/>
            <pc:sldMk cId="3688403574" sldId="372"/>
            <ac:spMk id="3" creationId="{7F699E3C-8B3D-E828-A272-20DD8D82BCA3}"/>
          </ac:spMkLst>
        </pc:spChg>
      </pc:sldChg>
      <pc:sldChg chg="add">
        <pc:chgData name="Stephen Millmore" userId="7b2404fb-f360-4859-a21a-833f72764a74" providerId="ADAL" clId="{81ACD43F-62AC-445E-9ACE-F10791BBB929}" dt="2026-10-07T08:26:52.051" v="1228"/>
        <pc:sldMkLst>
          <pc:docMk/>
          <pc:sldMk cId="47322271" sldId="373"/>
        </pc:sldMkLst>
      </pc:sldChg>
      <pc:sldChg chg="modSp add mod">
        <pc:chgData name="Stephen Millmore" userId="7b2404fb-f360-4859-a21a-833f72764a74" providerId="ADAL" clId="{81ACD43F-62AC-445E-9ACE-F10791BBB929}" dt="2026-10-07T08:27:12.889" v="1248" actId="20577"/>
        <pc:sldMkLst>
          <pc:docMk/>
          <pc:sldMk cId="3422059079" sldId="374"/>
        </pc:sldMkLst>
        <pc:spChg chg="mod">
          <ac:chgData name="Stephen Millmore" userId="7b2404fb-f360-4859-a21a-833f72764a74" providerId="ADAL" clId="{81ACD43F-62AC-445E-9ACE-F10791BBB929}" dt="2026-10-07T08:27:12.889" v="1248" actId="20577"/>
          <ac:spMkLst>
            <pc:docMk/>
            <pc:sldMk cId="3422059079" sldId="374"/>
            <ac:spMk id="3" creationId="{A333E5FF-9525-9C38-3A5E-FE389206563D}"/>
          </ac:spMkLst>
        </pc:spChg>
      </pc:sldChg>
      <pc:sldChg chg="modSp add mod">
        <pc:chgData name="Stephen Millmore" userId="7b2404fb-f360-4859-a21a-833f72764a74" providerId="ADAL" clId="{81ACD43F-62AC-445E-9ACE-F10791BBB929}" dt="2026-10-07T08:28:07.939" v="1276" actId="20577"/>
        <pc:sldMkLst>
          <pc:docMk/>
          <pc:sldMk cId="2250164303" sldId="375"/>
        </pc:sldMkLst>
        <pc:spChg chg="mod">
          <ac:chgData name="Stephen Millmore" userId="7b2404fb-f360-4859-a21a-833f72764a74" providerId="ADAL" clId="{81ACD43F-62AC-445E-9ACE-F10791BBB929}" dt="2026-10-07T08:28:07.939" v="1276" actId="20577"/>
          <ac:spMkLst>
            <pc:docMk/>
            <pc:sldMk cId="2250164303" sldId="375"/>
            <ac:spMk id="3" creationId="{1354FC1A-7C9E-4AC0-C293-A5F56B297672}"/>
          </ac:spMkLst>
        </pc:spChg>
      </pc:sldChg>
      <pc:sldChg chg="add">
        <pc:chgData name="Stephen Millmore" userId="7b2404fb-f360-4859-a21a-833f72764a74" providerId="ADAL" clId="{81ACD43F-62AC-445E-9ACE-F10791BBB929}" dt="2026-10-07T08:28:10.860" v="1277"/>
        <pc:sldMkLst>
          <pc:docMk/>
          <pc:sldMk cId="2560194588" sldId="376"/>
        </pc:sldMkLst>
      </pc:sldChg>
      <pc:sldChg chg="modSp add mod">
        <pc:chgData name="Stephen Millmore" userId="7b2404fb-f360-4859-a21a-833f72764a74" providerId="ADAL" clId="{81ACD43F-62AC-445E-9ACE-F10791BBB929}" dt="2026-10-07T08:29:35.580" v="1297" actId="20577"/>
        <pc:sldMkLst>
          <pc:docMk/>
          <pc:sldMk cId="2042620154" sldId="377"/>
        </pc:sldMkLst>
        <pc:spChg chg="mod">
          <ac:chgData name="Stephen Millmore" userId="7b2404fb-f360-4859-a21a-833f72764a74" providerId="ADAL" clId="{81ACD43F-62AC-445E-9ACE-F10791BBB929}" dt="2026-10-07T08:29:35.580" v="1297" actId="20577"/>
          <ac:spMkLst>
            <pc:docMk/>
            <pc:sldMk cId="2042620154" sldId="377"/>
            <ac:spMk id="3" creationId="{C7B8D09C-230B-1311-5E7B-31AF7A368AA3}"/>
          </ac:spMkLst>
        </pc:spChg>
      </pc:sldChg>
      <pc:sldChg chg="add">
        <pc:chgData name="Stephen Millmore" userId="7b2404fb-f360-4859-a21a-833f72764a74" providerId="ADAL" clId="{81ACD43F-62AC-445E-9ACE-F10791BBB929}" dt="2026-10-07T08:29:38.154" v="1298"/>
        <pc:sldMkLst>
          <pc:docMk/>
          <pc:sldMk cId="3750367298" sldId="378"/>
        </pc:sldMkLst>
      </pc:sldChg>
      <pc:sldChg chg="add">
        <pc:chgData name="Stephen Millmore" userId="7b2404fb-f360-4859-a21a-833f72764a74" providerId="ADAL" clId="{81ACD43F-62AC-445E-9ACE-F10791BBB929}" dt="2026-10-07T08:29:38.449" v="1299"/>
        <pc:sldMkLst>
          <pc:docMk/>
          <pc:sldMk cId="714697051" sldId="379"/>
        </pc:sldMkLst>
      </pc:sldChg>
      <pc:sldChg chg="add">
        <pc:chgData name="Stephen Millmore" userId="7b2404fb-f360-4859-a21a-833f72764a74" providerId="ADAL" clId="{81ACD43F-62AC-445E-9ACE-F10791BBB929}" dt="2026-10-07T08:29:38.720" v="1300"/>
        <pc:sldMkLst>
          <pc:docMk/>
          <pc:sldMk cId="1102184377" sldId="380"/>
        </pc:sldMkLst>
      </pc:sldChg>
      <pc:sldChg chg="add">
        <pc:chgData name="Stephen Millmore" userId="7b2404fb-f360-4859-a21a-833f72764a74" providerId="ADAL" clId="{81ACD43F-62AC-445E-9ACE-F10791BBB929}" dt="2026-10-07T08:30:10.894" v="1301"/>
        <pc:sldMkLst>
          <pc:docMk/>
          <pc:sldMk cId="3344026951" sldId="381"/>
        </pc:sldMkLst>
      </pc:sldChg>
      <pc:sldChg chg="modSp add mod">
        <pc:chgData name="Stephen Millmore" userId="7b2404fb-f360-4859-a21a-833f72764a74" providerId="ADAL" clId="{81ACD43F-62AC-445E-9ACE-F10791BBB929}" dt="2026-10-07T08:30:50.686" v="1330" actId="20577"/>
        <pc:sldMkLst>
          <pc:docMk/>
          <pc:sldMk cId="2307178934" sldId="382"/>
        </pc:sldMkLst>
        <pc:spChg chg="mod">
          <ac:chgData name="Stephen Millmore" userId="7b2404fb-f360-4859-a21a-833f72764a74" providerId="ADAL" clId="{81ACD43F-62AC-445E-9ACE-F10791BBB929}" dt="2026-10-07T08:30:50.686" v="1330" actId="20577"/>
          <ac:spMkLst>
            <pc:docMk/>
            <pc:sldMk cId="2307178934" sldId="382"/>
            <ac:spMk id="3" creationId="{CD93F2E9-0496-BAB0-1AF3-2F2BD59091F1}"/>
          </ac:spMkLst>
        </pc:spChg>
      </pc:sldChg>
      <pc:sldChg chg="modSp add mod">
        <pc:chgData name="Stephen Millmore" userId="7b2404fb-f360-4859-a21a-833f72764a74" providerId="ADAL" clId="{81ACD43F-62AC-445E-9ACE-F10791BBB929}" dt="2026-10-07T08:33:38.639" v="1379" actId="20577"/>
        <pc:sldMkLst>
          <pc:docMk/>
          <pc:sldMk cId="1985422286" sldId="383"/>
        </pc:sldMkLst>
        <pc:spChg chg="mod">
          <ac:chgData name="Stephen Millmore" userId="7b2404fb-f360-4859-a21a-833f72764a74" providerId="ADAL" clId="{81ACD43F-62AC-445E-9ACE-F10791BBB929}" dt="2026-10-07T08:33:38.639" v="1379" actId="20577"/>
          <ac:spMkLst>
            <pc:docMk/>
            <pc:sldMk cId="1985422286" sldId="383"/>
            <ac:spMk id="4" creationId="{4B376557-0146-747C-51E0-482A6ACA81A1}"/>
          </ac:spMkLst>
        </pc:spChg>
      </pc:sldChg>
      <pc:sldChg chg="modSp add mod">
        <pc:chgData name="Stephen Millmore" userId="7b2404fb-f360-4859-a21a-833f72764a74" providerId="ADAL" clId="{81ACD43F-62AC-445E-9ACE-F10791BBB929}" dt="2026-10-07T08:32:54.043" v="1361" actId="20577"/>
        <pc:sldMkLst>
          <pc:docMk/>
          <pc:sldMk cId="3697978249" sldId="384"/>
        </pc:sldMkLst>
        <pc:spChg chg="mod">
          <ac:chgData name="Stephen Millmore" userId="7b2404fb-f360-4859-a21a-833f72764a74" providerId="ADAL" clId="{81ACD43F-62AC-445E-9ACE-F10791BBB929}" dt="2026-10-07T08:32:54.043" v="1361" actId="20577"/>
          <ac:spMkLst>
            <pc:docMk/>
            <pc:sldMk cId="3697978249" sldId="384"/>
            <ac:spMk id="3" creationId="{25F19CD2-8483-9B06-51AD-907EE0E50DEC}"/>
          </ac:spMkLst>
        </pc:spChg>
      </pc:sldChg>
      <pc:sldChg chg="modSp add mod modAnim">
        <pc:chgData name="Stephen Millmore" userId="7b2404fb-f360-4859-a21a-833f72764a74" providerId="ADAL" clId="{81ACD43F-62AC-445E-9ACE-F10791BBB929}" dt="2026-10-07T08:33:47.002" v="1381"/>
        <pc:sldMkLst>
          <pc:docMk/>
          <pc:sldMk cId="56970680" sldId="385"/>
        </pc:sldMkLst>
        <pc:spChg chg="mod">
          <ac:chgData name="Stephen Millmore" userId="7b2404fb-f360-4859-a21a-833f72764a74" providerId="ADAL" clId="{81ACD43F-62AC-445E-9ACE-F10791BBB929}" dt="2026-10-07T08:33:35.102" v="1378" actId="20577"/>
          <ac:spMkLst>
            <pc:docMk/>
            <pc:sldMk cId="56970680" sldId="385"/>
            <ac:spMk id="4" creationId="{B4F4A616-B032-942E-69BD-D991CB52DF21}"/>
          </ac:spMkLst>
        </pc:spChg>
      </pc:sldChg>
      <pc:sldChg chg="modSp add mod">
        <pc:chgData name="Stephen Millmore" userId="7b2404fb-f360-4859-a21a-833f72764a74" providerId="ADAL" clId="{81ACD43F-62AC-445E-9ACE-F10791BBB929}" dt="2026-10-07T08:32:58.568" v="1373" actId="20577"/>
        <pc:sldMkLst>
          <pc:docMk/>
          <pc:sldMk cId="3765727772" sldId="386"/>
        </pc:sldMkLst>
        <pc:spChg chg="mod">
          <ac:chgData name="Stephen Millmore" userId="7b2404fb-f360-4859-a21a-833f72764a74" providerId="ADAL" clId="{81ACD43F-62AC-445E-9ACE-F10791BBB929}" dt="2026-10-07T08:32:58.568" v="1373" actId="20577"/>
          <ac:spMkLst>
            <pc:docMk/>
            <pc:sldMk cId="3765727772" sldId="386"/>
            <ac:spMk id="3" creationId="{A87D4D10-BFD5-48B9-9E50-8EBEEC452DD9}"/>
          </ac:spMkLst>
        </pc:spChg>
      </pc:sldChg>
      <pc:sldChg chg="modSp add mod">
        <pc:chgData name="Stephen Millmore" userId="7b2404fb-f360-4859-a21a-833f72764a74" providerId="ADAL" clId="{81ACD43F-62AC-445E-9ACE-F10791BBB929}" dt="2026-10-07T08:33:55.351" v="1383" actId="20577"/>
        <pc:sldMkLst>
          <pc:docMk/>
          <pc:sldMk cId="149874202" sldId="387"/>
        </pc:sldMkLst>
        <pc:spChg chg="mod">
          <ac:chgData name="Stephen Millmore" userId="7b2404fb-f360-4859-a21a-833f72764a74" providerId="ADAL" clId="{81ACD43F-62AC-445E-9ACE-F10791BBB929}" dt="2026-10-07T08:33:55.351" v="1383" actId="20577"/>
          <ac:spMkLst>
            <pc:docMk/>
            <pc:sldMk cId="149874202" sldId="387"/>
            <ac:spMk id="4" creationId="{ABCF6BC1-757B-A48E-0463-4972759083C3}"/>
          </ac:spMkLst>
        </pc:spChg>
      </pc:sldChg>
      <pc:sldChg chg="modSp add mod">
        <pc:chgData name="Stephen Millmore" userId="7b2404fb-f360-4859-a21a-833f72764a74" providerId="ADAL" clId="{81ACD43F-62AC-445E-9ACE-F10791BBB929}" dt="2026-10-07T08:34:27.306" v="1403" actId="20577"/>
        <pc:sldMkLst>
          <pc:docMk/>
          <pc:sldMk cId="2103139799" sldId="388"/>
        </pc:sldMkLst>
        <pc:spChg chg="mod">
          <ac:chgData name="Stephen Millmore" userId="7b2404fb-f360-4859-a21a-833f72764a74" providerId="ADAL" clId="{81ACD43F-62AC-445E-9ACE-F10791BBB929}" dt="2026-10-07T08:34:27.306" v="1403" actId="20577"/>
          <ac:spMkLst>
            <pc:docMk/>
            <pc:sldMk cId="2103139799" sldId="388"/>
            <ac:spMk id="3" creationId="{E071E3C4-7585-9A25-214E-624854F96D2D}"/>
          </ac:spMkLst>
        </pc:spChg>
      </pc:sldChg>
      <pc:sldChg chg="add">
        <pc:chgData name="Stephen Millmore" userId="7b2404fb-f360-4859-a21a-833f72764a74" providerId="ADAL" clId="{81ACD43F-62AC-445E-9ACE-F10791BBB929}" dt="2026-10-07T08:34:30.046" v="1404"/>
        <pc:sldMkLst>
          <pc:docMk/>
          <pc:sldMk cId="299782587" sldId="389"/>
        </pc:sldMkLst>
      </pc:sldChg>
      <pc:sldChg chg="modSp add mod">
        <pc:chgData name="Stephen Millmore" userId="7b2404fb-f360-4859-a21a-833f72764a74" providerId="ADAL" clId="{81ACD43F-62AC-445E-9ACE-F10791BBB929}" dt="2026-10-07T08:37:32.826" v="1433" actId="20577"/>
        <pc:sldMkLst>
          <pc:docMk/>
          <pc:sldMk cId="4275323539" sldId="390"/>
        </pc:sldMkLst>
        <pc:spChg chg="mod">
          <ac:chgData name="Stephen Millmore" userId="7b2404fb-f360-4859-a21a-833f72764a74" providerId="ADAL" clId="{81ACD43F-62AC-445E-9ACE-F10791BBB929}" dt="2026-10-07T08:37:32.826" v="1433" actId="20577"/>
          <ac:spMkLst>
            <pc:docMk/>
            <pc:sldMk cId="4275323539" sldId="390"/>
            <ac:spMk id="3" creationId="{4DF64CEA-63A1-D258-EF31-D976CE6065EB}"/>
          </ac:spMkLst>
        </pc:spChg>
      </pc:sldChg>
      <pc:sldChg chg="add">
        <pc:chgData name="Stephen Millmore" userId="7b2404fb-f360-4859-a21a-833f72764a74" providerId="ADAL" clId="{81ACD43F-62AC-445E-9ACE-F10791BBB929}" dt="2026-10-07T08:38:06.885" v="1434"/>
        <pc:sldMkLst>
          <pc:docMk/>
          <pc:sldMk cId="1764386230" sldId="391"/>
        </pc:sldMkLst>
      </pc:sldChg>
      <pc:sldChg chg="add">
        <pc:chgData name="Stephen Millmore" userId="7b2404fb-f360-4859-a21a-833f72764a74" providerId="ADAL" clId="{81ACD43F-62AC-445E-9ACE-F10791BBB929}" dt="2026-10-07T08:38:13.894" v="1435"/>
        <pc:sldMkLst>
          <pc:docMk/>
          <pc:sldMk cId="1112142432" sldId="39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8C7051-9062-409C-AE15-A6F1197FF95B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8D7100-7860-40F6-91C6-0D4E22308A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888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8D7100-7860-40F6-91C6-0D4E22308A4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9153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8D7100-7860-40F6-91C6-0D4E22308A49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1554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8D7100-7860-40F6-91C6-0D4E22308A49}" type="slidenum">
              <a:rPr lang="en-GB" smtClean="0"/>
              <a:t>82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1210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3FA55-AB30-DC00-E2D5-68E8C958A3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2A787B-CFE3-6DC2-8024-0F3E64B0B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CCD79-E43C-F3C8-544C-5A174FC37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E6D58-05B8-F5C3-A035-F7C00C8D9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3D760-E676-D76C-E7A6-BC0710FAE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5727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DD004-397A-980E-C179-F9B825D6D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BDE7A-C9BD-5D48-8ED9-FDF82A7FB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54283-3B57-036F-F7E5-7440DB725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F0BA2-5F33-A0ED-F607-756FFF371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A7E19-6197-C66B-8306-F294C21E8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531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0A67F-2255-BDD7-8A59-2118FE32A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F4723-D975-03E2-44E8-702199E72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B290E-EDF0-FA32-8161-B3B394D78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57736-164F-E5EE-675C-A1395E71A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7AFD4-CC0F-D913-3A93-8EC164471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4133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BB428-181F-BFCF-DA92-29995069B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01729-74D5-9433-CDFD-80218A5937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A5E06B-69F1-EADB-BB1F-62CC49C00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22311-E765-9BF3-8FC2-739EF31D6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9F365E-9401-08DE-D3A0-C6BC83599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48CD9-152A-EBD8-E221-A59FDA6D2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6254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6DA84-A405-DEDE-EA19-DCCA0926C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D0D1A-A68D-F8FA-432C-F87A52F35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B37FA5-083B-CBBD-4F35-7AEB939DC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484906-4322-6720-6959-0CE1F23527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CA1C4C-F47B-0BAE-085B-C1E99F07BE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42B9B-7E19-D371-AF0A-186730694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03848B-B261-DEB6-BD59-38888DEEF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206104-ECD0-28DA-19E8-BB91DF18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7812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176DB-4410-7DCC-AD51-8273A2B22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AF26A-640A-6217-7A3C-69A7D466E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221451-4B3C-E455-432C-DB73D8186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6006B-E5FE-AEBF-E534-5D0413208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8312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AAB999-75F0-0393-64BD-5629BE264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8F2CEA-D6F9-5458-EC7A-78F584863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C71D6-C3C0-D0E4-AB1A-6EC9C35FA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1286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37551-8117-0F02-0917-94FA11932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1FE65-537B-4FF0-1431-53208C90F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E10B7D-C6D8-36CB-7941-F7654D5DE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84519-A286-3C31-40A6-C84E19D8D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535EE-7C1C-48EF-6443-1332DA1BE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1B981-C8BD-5C93-3F1B-E3EB23353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7172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4D123-13C3-9EE5-FD39-128AAA989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F8C6E1-9D2E-9B5C-5E04-27DD6C8937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73B5C8-693E-CED5-5E09-7367C4B03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18B8B8-A322-D829-23F6-A2C77D33A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25D4F-B481-C386-8315-B4452FFC2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8B3BDF-E459-D9C0-2F7B-C51F031C1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7877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2CFC3-DD72-FEF3-0E01-5837CE221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37BEFA-5226-117B-AE48-BF37D9518F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91218-7C69-8DCC-959F-2AEBD9FE1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D6782-4812-5023-7D77-3EDF9DCC2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EE6C2-F748-15D4-B64F-EAFD75D1C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85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E333F4-1559-3508-32AC-D6792F1D33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B6504C-601D-55EA-12FF-0B2BA18865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D5D75-F368-364E-BDB5-EF5AFCEA8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17816-F9B0-36E6-989C-53A724F3E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C50D4-B7F9-700B-20CB-364B35185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1804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Quote on Cam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6EF71B-F60E-7B48-83E4-55A1FCF58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0" t="1868" r="1868" b="1620"/>
          <a:stretch/>
        </p:blipFill>
        <p:spPr>
          <a:xfrm>
            <a:off x="2" y="1"/>
            <a:ext cx="12191999" cy="6860776"/>
          </a:xfrm>
          <a:prstGeom prst="rect">
            <a:avLst/>
          </a:prstGeom>
        </p:spPr>
      </p:pic>
      <p:sp>
        <p:nvSpPr>
          <p:cNvPr id="4" name="Slide Number">
            <a:extLst>
              <a:ext uri="{FF2B5EF4-FFF2-40B4-BE49-F238E27FC236}">
                <a16:creationId xmlns:a16="http://schemas.microsoft.com/office/drawing/2014/main" id="{F1FDF40F-AA30-C342-848B-716B6756B99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590553" y="6356352"/>
            <a:ext cx="249423" cy="246217"/>
          </a:xfrm>
          <a:prstGeom prst="rect">
            <a:avLst/>
          </a:prstGeom>
        </p:spPr>
        <p:txBody>
          <a:bodyPr lIns="45718" tIns="45718" rIns="45718" bIns="45718" anchor="t"/>
          <a:lstStyle>
            <a:lvl1pPr algn="ctr" defTabSz="685748">
              <a:lnSpc>
                <a:spcPct val="100000"/>
              </a:lnSpc>
              <a:spcBef>
                <a:spcPts val="0"/>
              </a:spcBef>
              <a:defRPr sz="750" b="0" i="0">
                <a:solidFill>
                  <a:schemeClr val="bg1"/>
                </a:solidFill>
                <a:latin typeface="Arial" panose="020B0604020202020204" pitchFamily="34" charset="0"/>
                <a:ea typeface="Open Sans Regular"/>
                <a:cs typeface="Arial" panose="020B0604020202020204" pitchFamily="34" charset="0"/>
                <a:sym typeface="Open Sans Regular"/>
              </a:defRPr>
            </a:lvl1pPr>
          </a:lstStyle>
          <a:p>
            <a:fld id="{72DA58F3-7ABE-4823-8671-C5AB3367817B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38C8141-5A82-894D-AA12-C382770E5E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1507" y="2077279"/>
            <a:ext cx="9588988" cy="30105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250" b="0" i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Extrabold" panose="020B060603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“Click to add a quote here”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461086-B098-5A56-B1BB-C5AFF0ABC48D}"/>
              </a:ext>
            </a:extLst>
          </p:cNvPr>
          <p:cNvGrpSpPr/>
          <p:nvPr/>
        </p:nvGrpSpPr>
        <p:grpSpPr>
          <a:xfrm>
            <a:off x="191344" y="116632"/>
            <a:ext cx="3695217" cy="644279"/>
            <a:chOff x="191344" y="116632"/>
            <a:chExt cx="3695217" cy="64427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BE1A39C-3555-4F26-6768-2FDE7A7D4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86561" y="360257"/>
              <a:ext cx="3600000" cy="400654"/>
            </a:xfrm>
            <a:prstGeom prst="rect">
              <a:avLst/>
            </a:prstGeom>
          </p:spPr>
        </p:pic>
        <p:sp>
          <p:nvSpPr>
            <p:cNvPr id="10" name="Text Box 1">
              <a:extLst>
                <a:ext uri="{FF2B5EF4-FFF2-40B4-BE49-F238E27FC236}">
                  <a16:creationId xmlns:a16="http://schemas.microsoft.com/office/drawing/2014/main" id="{D79D3A15-557E-A135-7056-EF2918A3AA75}"/>
                </a:ext>
              </a:extLst>
            </p:cNvPr>
            <p:cNvSpPr txBox="1"/>
            <p:nvPr/>
          </p:nvSpPr>
          <p:spPr>
            <a:xfrm>
              <a:off x="191344" y="116632"/>
              <a:ext cx="3300437" cy="310349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85748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Calibri"/>
                </a:rPr>
                <a:t>Laboratory for Scientific Computing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6753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ext and medi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8">
            <a:extLst>
              <a:ext uri="{FF2B5EF4-FFF2-40B4-BE49-F238E27FC236}">
                <a16:creationId xmlns:a16="http://schemas.microsoft.com/office/drawing/2014/main" id="{B4B0D22C-051D-4147-AAAA-FD7CE0AE94C2}"/>
              </a:ext>
            </a:extLst>
          </p:cNvPr>
          <p:cNvSpPr/>
          <p:nvPr/>
        </p:nvSpPr>
        <p:spPr>
          <a:xfrm>
            <a:off x="-366504" y="-9012"/>
            <a:ext cx="12206479" cy="6858000"/>
          </a:xfrm>
          <a:prstGeom prst="rect">
            <a:avLst/>
          </a:prstGeom>
          <a:solidFill>
            <a:srgbClr val="F2F2F2">
              <a:alpha val="29851"/>
            </a:srgbClr>
          </a:solidFill>
          <a:ln w="12700">
            <a:miter lim="400000"/>
          </a:ln>
        </p:spPr>
        <p:txBody>
          <a:bodyPr lIns="34289" tIns="34289" rIns="34289" bIns="34289" anchor="ctr"/>
          <a:lstStyle/>
          <a:p>
            <a:pPr marL="0" marR="0" lvl="0" indent="0" algn="ctr" defTabSz="685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King"/>
                <a:ea typeface="King"/>
                <a:cs typeface="King"/>
                <a:sym typeface="King"/>
              </a:defRPr>
            </a:pPr>
            <a:endParaRPr kumimoji="0" sz="135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ing"/>
              <a:sym typeface="King"/>
            </a:endParaRP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1FDF40F-AA30-C342-848B-716B6756B99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590553" y="6356352"/>
            <a:ext cx="249423" cy="246217"/>
          </a:xfrm>
          <a:prstGeom prst="rect">
            <a:avLst/>
          </a:prstGeom>
        </p:spPr>
        <p:txBody>
          <a:bodyPr lIns="45718" tIns="45718" rIns="45718" bIns="45718" anchor="t"/>
          <a:lstStyle>
            <a:lvl1pPr algn="ctr" defTabSz="685748">
              <a:lnSpc>
                <a:spcPct val="100000"/>
              </a:lnSpc>
              <a:spcBef>
                <a:spcPts val="0"/>
              </a:spcBef>
              <a:defRPr sz="750" b="0" i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Open Sans Regular"/>
                <a:cs typeface="Arial" panose="020B0604020202020204" pitchFamily="34" charset="0"/>
                <a:sym typeface="Open Sans Regular"/>
              </a:defRPr>
            </a:lvl1pPr>
          </a:lstStyle>
          <a:p>
            <a:fld id="{72DA58F3-7ABE-4823-8671-C5AB3367817B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3190112-CEED-9340-B787-75A4C7E33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505" y="1212589"/>
            <a:ext cx="10936297" cy="4597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50" b="0" i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Your heading here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5A38A35-98AD-244B-BC56-964CBC1CCAC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6172200" y="2438931"/>
            <a:ext cx="5181600" cy="34226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50000"/>
              </a:lnSpc>
              <a:defRPr sz="1350" b="0" i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Open Sans Light" panose="020B0606030504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200" b="0" i="0">
                <a:solidFill>
                  <a:schemeClr val="tx1">
                    <a:lumMod val="50000"/>
                  </a:schemeClr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2pPr>
          </a:lstStyle>
          <a:p>
            <a:pPr lvl="0"/>
            <a:r>
              <a:rPr lang="en-GB" dirty="0"/>
              <a:t>Click to add your text here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BE56363-26EA-0E45-92A7-DC3D5187182E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17503" y="2438931"/>
            <a:ext cx="5181600" cy="34226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50000"/>
              </a:lnSpc>
              <a:defRPr sz="1350" b="0" i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Open Sans Light" panose="020B0606030504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200" b="0" i="0">
                <a:solidFill>
                  <a:schemeClr val="tx1">
                    <a:lumMod val="50000"/>
                  </a:schemeClr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2pPr>
          </a:lstStyle>
          <a:p>
            <a:pPr lvl="0"/>
            <a:r>
              <a:rPr lang="en-GB" dirty="0"/>
              <a:t>Click to add your text here</a:t>
            </a:r>
          </a:p>
        </p:txBody>
      </p:sp>
      <p:pic>
        <p:nvPicPr>
          <p:cNvPr id="11" name="UoC_BrandTexture_SingleColour_RGB_UoC_SingleColour_CB_Texture_CMYK.png">
            <a:extLst>
              <a:ext uri="{FF2B5EF4-FFF2-40B4-BE49-F238E27FC236}">
                <a16:creationId xmlns:a16="http://schemas.microsoft.com/office/drawing/2014/main" id="{29EF94AE-3313-FC4E-B5A9-4CAF3AD8C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669" t="7599" r="11393" b="85049"/>
          <a:stretch/>
        </p:blipFill>
        <p:spPr>
          <a:xfrm>
            <a:off x="0" y="-9013"/>
            <a:ext cx="12192000" cy="85567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A160D4D-5096-A1F4-9D53-0787DCD52149}"/>
              </a:ext>
            </a:extLst>
          </p:cNvPr>
          <p:cNvGrpSpPr/>
          <p:nvPr/>
        </p:nvGrpSpPr>
        <p:grpSpPr>
          <a:xfrm>
            <a:off x="191344" y="116632"/>
            <a:ext cx="3695217" cy="644279"/>
            <a:chOff x="191344" y="116632"/>
            <a:chExt cx="3695217" cy="644279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70DEE98-C849-78F9-388D-56620E03B9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86561" y="360257"/>
              <a:ext cx="3600000" cy="400654"/>
            </a:xfrm>
            <a:prstGeom prst="rect">
              <a:avLst/>
            </a:prstGeom>
          </p:spPr>
        </p:pic>
        <p:sp>
          <p:nvSpPr>
            <p:cNvPr id="13" name="Text Box 1">
              <a:extLst>
                <a:ext uri="{FF2B5EF4-FFF2-40B4-BE49-F238E27FC236}">
                  <a16:creationId xmlns:a16="http://schemas.microsoft.com/office/drawing/2014/main" id="{9E52DE24-BFF0-8348-2945-978021348D6E}"/>
                </a:ext>
              </a:extLst>
            </p:cNvPr>
            <p:cNvSpPr txBox="1"/>
            <p:nvPr/>
          </p:nvSpPr>
          <p:spPr>
            <a:xfrm>
              <a:off x="191344" y="116632"/>
              <a:ext cx="3300437" cy="310349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85748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Calibri"/>
                </a:rPr>
                <a:t>Laboratory for Scientific Computing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428200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44DAC2-C681-6B3A-B639-151DB377B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5ED96-5809-0B63-9264-FF8207CBE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B3C83-BFD9-BA2A-0350-15A308C002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39C97-1B4B-EC4A-D21A-09382ECE76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CB7C1-05E5-FFC1-E6D3-B48A31F72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9949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8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.png"/><Relationship Id="rId5" Type="http://schemas.openxmlformats.org/officeDocument/2006/relationships/image" Target="../media/image26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png"/><Relationship Id="rId5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1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3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6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4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0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6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3.pn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37675AC6-0941-7910-232D-81577CBD5D51}"/>
              </a:ext>
            </a:extLst>
          </p:cNvPr>
          <p:cNvSpPr txBox="1">
            <a:spLocks/>
          </p:cNvSpPr>
          <p:nvPr/>
        </p:nvSpPr>
        <p:spPr>
          <a:xfrm>
            <a:off x="1453907" y="2229679"/>
            <a:ext cx="9588988" cy="301053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50" b="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Extrabold" panose="020B06060305040202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400" b="1" i="0" dirty="0"/>
              <a:t>Mathematical Methods for Scientific Computing</a:t>
            </a:r>
          </a:p>
          <a:p>
            <a:r>
              <a:rPr lang="en-GB" sz="2400" dirty="0"/>
              <a:t>Matrices</a:t>
            </a:r>
          </a:p>
          <a:p>
            <a:r>
              <a:rPr lang="en-GB" sz="1000" dirty="0"/>
              <a:t> </a:t>
            </a:r>
          </a:p>
          <a:p>
            <a:r>
              <a:rPr lang="en-GB" sz="1600" i="0" dirty="0"/>
              <a:t>Stephen Millmore </a:t>
            </a:r>
          </a:p>
          <a:p>
            <a:r>
              <a:rPr lang="en-GB" sz="1600" i="0" dirty="0"/>
              <a:t>Laboratory for Scientific Computing,</a:t>
            </a:r>
          </a:p>
          <a:p>
            <a:r>
              <a:rPr lang="en-GB" sz="1600" i="0" dirty="0"/>
              <a:t>University of Cambridge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>
          <a:xfrm>
            <a:off x="417505" y="1920240"/>
            <a:ext cx="10936224" cy="3383280"/>
          </a:xfrm>
        </p:spPr>
        <p:txBody>
          <a:bodyPr wrap="square">
            <a:noAutofit/>
          </a:bodyPr>
          <a:lstStyle/>
          <a:p>
            <a:pPr>
              <a:spcAft>
                <a:spcPts val="1400"/>
              </a:spcAft>
            </a:pPr>
            <a:r>
              <a:rPr sz="1600" dirty="0"/>
              <a:t>1.  Properties of matrices</a:t>
            </a:r>
          </a:p>
          <a:p>
            <a:pPr>
              <a:spcAft>
                <a:spcPts val="1400"/>
              </a:spcAft>
            </a:pPr>
            <a:r>
              <a:rPr sz="1600" dirty="0"/>
              <a:t>2.  Elementary operations</a:t>
            </a:r>
          </a:p>
          <a:p>
            <a:pPr>
              <a:spcAft>
                <a:spcPts val="1400"/>
              </a:spcAft>
            </a:pPr>
            <a:r>
              <a:rPr sz="1600" dirty="0"/>
              <a:t>3.  The inverse</a:t>
            </a:r>
          </a:p>
          <a:p>
            <a:pPr>
              <a:spcAft>
                <a:spcPts val="1400"/>
              </a:spcAft>
            </a:pPr>
            <a:r>
              <a:rPr sz="1600" dirty="0"/>
              <a:t>4.  The determinant</a:t>
            </a:r>
          </a:p>
          <a:p>
            <a:pPr>
              <a:spcAft>
                <a:spcPts val="1400"/>
              </a:spcAft>
            </a:pPr>
            <a:r>
              <a:rPr sz="1600" dirty="0"/>
              <a:t>5.  Eigenvalues and eigenvectors</a:t>
            </a:r>
          </a:p>
          <a:p>
            <a:pPr>
              <a:spcAft>
                <a:spcPts val="1400"/>
              </a:spcAft>
            </a:pPr>
            <a:r>
              <a:rPr sz="1600" dirty="0"/>
              <a:t>6.  LU decomposition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Properties of matrices</a:t>
            </a:r>
          </a:p>
        </p:txBody>
      </p:sp>
      <p:pic>
        <p:nvPicPr>
          <p:cNvPr id="4" name="Picture 3" descr="The image depicts a technical diagram showcasing various elements such as instances, geometric transformations, vector fields, and data mapping processes, including summation, matrix operations, and system solutions.&#10;&#10;AI-generated content may be incorrect.">
            <a:extLst>
              <a:ext uri="{FF2B5EF4-FFF2-40B4-BE49-F238E27FC236}">
                <a16:creationId xmlns:a16="http://schemas.microsoft.com/office/drawing/2014/main" id="{63FF83A9-F3CA-7408-BC8F-1856C888D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273" y="2811842"/>
            <a:ext cx="6643254" cy="36235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5" y="1818989"/>
                <a:ext cx="10936224" cy="4447340"/>
              </a:xfrm>
            </p:spPr>
            <p:txBody>
              <a:bodyPr wrap="square">
                <a:normAutofit/>
              </a:bodyPr>
              <a:lstStyle/>
              <a:p>
                <a:r>
                  <a:rPr sz="1500" dirty="0"/>
                  <a:t>We briefly mentioned matrices when talking about index notation. Now we shall go into more details about their properties</a:t>
                </a:r>
                <a:r>
                  <a:rPr lang="en-GB" sz="1500" dirty="0"/>
                  <a:t> </a:t>
                </a:r>
                <a:r>
                  <a:rPr dirty="0"/>
                  <a:t> </a:t>
                </a:r>
              </a:p>
              <a:p>
                <a:r>
                  <a:rPr sz="1500" dirty="0"/>
                  <a:t>The key focus in this topic is matrices used for solving systems of equations, where it is more common to work with larger (</a:t>
                </a:r>
                <a14:m>
                  <m:oMath xmlns:m="http://schemas.openxmlformats.org/officeDocument/2006/math">
                    <m:r>
                      <a:rPr lang="en-GB" sz="15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sz="1500" i="1" dirty="0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GB" sz="15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1500" dirty="0"/>
                  <a:t>) systems than the three-dimensional systems we considered under vector calculus</a:t>
                </a:r>
                <a:r>
                  <a:rPr lang="en-GB" sz="1500" dirty="0"/>
                  <a:t> </a:t>
                </a:r>
                <a:r>
                  <a:rPr dirty="0"/>
                  <a:t> </a:t>
                </a:r>
              </a:p>
              <a:p>
                <a:r>
                  <a:rPr sz="1500" dirty="0"/>
                  <a:t>The fact that such matrices are encountered throughout scientific computing is probably not a surprise</a:t>
                </a:r>
                <a:r>
                  <a:rPr dirty="0"/>
                  <a:t> </a:t>
                </a:r>
              </a:p>
              <a:p>
                <a:r>
                  <a:rPr sz="1500" dirty="0"/>
                  <a:t>They are used in solving linear systems of equations (e.g. incompressible flow) or </a:t>
                </a:r>
                <a:r>
                  <a:rPr sz="1500" dirty="0" err="1"/>
                  <a:t>analysing</a:t>
                </a:r>
                <a:r>
                  <a:rPr sz="1500" dirty="0"/>
                  <a:t> the </a:t>
                </a:r>
                <a:r>
                  <a:rPr sz="1500" dirty="0" err="1"/>
                  <a:t>prope</a:t>
                </a:r>
                <a:r>
                  <a:rPr lang="en-GB" sz="1500" dirty="0"/>
                  <a:t>r</a:t>
                </a:r>
                <a:r>
                  <a:rPr sz="1500" dirty="0"/>
                  <a:t>ties of systems of partial differential equations</a:t>
                </a:r>
                <a:r>
                  <a:rPr dirty="0"/>
                  <a:t> </a:t>
                </a:r>
              </a:p>
              <a:p>
                <a:r>
                  <a:rPr sz="1500" dirty="0"/>
                  <a:t>We could argue that the only things we need to know about matrices are how to find eigenvalues (and eigenvectors) and how to compute the inverse</a:t>
                </a:r>
                <a:r>
                  <a:rPr dirty="0"/>
                  <a:t> </a:t>
                </a:r>
              </a:p>
              <a:p>
                <a:r>
                  <a:rPr sz="1500" dirty="0"/>
                  <a:t>In scientific computing, though, we may wish to do these things quickly, and that is not always simple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5" y="1818989"/>
                <a:ext cx="10936224" cy="4447340"/>
              </a:xfrm>
              <a:blipFill>
                <a:blip r:embed="rId3"/>
                <a:stretch>
                  <a:fillRect l="-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Matrices and vectors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1855694"/>
                <a:ext cx="10985603" cy="4005845"/>
              </a:xfrm>
            </p:spPr>
            <p:txBody>
              <a:bodyPr wrap="square">
                <a:normAutofit/>
              </a:bodyPr>
              <a:lstStyle/>
              <a:p>
                <a:r>
                  <a:rPr sz="1600" dirty="0"/>
                  <a:t>When understanding properties of matrices, or when converting a system of equations into matrix form, it can </a:t>
                </a:r>
                <a:r>
                  <a:rPr lang="en-GB" sz="1600" dirty="0"/>
                  <a:t>sometimes </a:t>
                </a:r>
                <a:r>
                  <a:rPr sz="1600" dirty="0"/>
                  <a:t>be convenient to think of matrices as a collection of vectors</a:t>
                </a:r>
                <a:r>
                  <a:rPr lang="en-GB" sz="1600" dirty="0"/>
                  <a:t> </a:t>
                </a:r>
                <a:r>
                  <a:rPr sz="1600" dirty="0"/>
                  <a:t> </a:t>
                </a:r>
              </a:p>
              <a:p>
                <a:r>
                  <a:rPr sz="1600" dirty="0"/>
                  <a:t>For example,</a:t>
                </a:r>
                <a:r>
                  <a:rPr lang="en-GB" sz="1600" dirty="0"/>
                  <a:t> </a:t>
                </a:r>
                <a:r>
                  <a:rPr sz="1600" dirty="0"/>
                  <a:t> </a:t>
                </a:r>
                <a:br>
                  <a:rPr lang="en-GB" sz="1600" dirty="0"/>
                </a:br>
                <a:br>
                  <a:rPr lang="en-GB" sz="1600" dirty="0"/>
                </a:br>
                <a:br>
                  <a:rPr lang="en-GB" sz="1600" dirty="0"/>
                </a:br>
                <a:r>
                  <a:rPr sz="16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1" i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1" i="0" dirty="0" smtClean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GB" sz="16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600" dirty="0"/>
                  <a:t> is a column vector </a:t>
                </a:r>
              </a:p>
              <a:p>
                <a:r>
                  <a:rPr sz="1600" dirty="0"/>
                  <a:t>Or,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1" i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1" i="0" dirty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GB" sz="16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600" dirty="0"/>
                  <a:t> is a row vector</a:t>
                </a: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1855694"/>
                <a:ext cx="10985603" cy="4005845"/>
              </a:xfrm>
              <a:blipFill>
                <a:blip r:embed="rId2"/>
                <a:stretch>
                  <a:fillRect l="-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A=\left(\mathbf{v}_1|\mathbf{v}_2|\mathbf{v}_3|\cdots|\mathbf{v}_M\right)"/>
              <p:cNvSpPr txBox="1"/>
              <p:nvPr/>
            </p:nvSpPr>
            <p:spPr>
              <a:xfrm>
                <a:off x="2307514" y="3116496"/>
                <a:ext cx="4571800" cy="53303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8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0"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  <m:sub>
                              <m:r>
                                <a:rPr lang="en-US" sz="28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800" b="1" i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0"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  <m:sub>
                              <m:r>
                                <a:rPr lang="en-US" sz="28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800" b="1" i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0"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  <m:sub>
                              <m:r>
                                <a:rPr lang="en-US" sz="2800" b="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800" b="0" i="0">
                              <a:latin typeface="Cambria Math" panose="02040503050406030204" pitchFamily="18" charset="0"/>
                            </a:rPr>
                            <m:t>|⋯|</m:t>
                          </m:r>
                          <m:sSub>
                            <m:sSubPr>
                              <m:ctrlPr>
                                <a:rPr lang="en-US" sz="2800" b="1" i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0"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" name="Equation 6" descr="A=\left(\mathbf{v}_1|\mathbf{v}_2|\mathbf{v}_3|\cdots|\mathbf{v}_M\right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514" y="3116496"/>
                <a:ext cx="4571800" cy="5330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quation 7" descr="B=\begin{pmatrix}\mathbf{w}_1\\ \mathbf{w}_2\\ \mathbf{w}_3\\ \vdots\\ \mathbf{w}_M\end{pmatrix}"/>
              <p:cNvSpPr txBox="1"/>
              <p:nvPr/>
            </p:nvSpPr>
            <p:spPr>
              <a:xfrm>
                <a:off x="2995082" y="4402536"/>
                <a:ext cx="2216999" cy="228423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b="1" i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0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  <m:sub>
                                    <m:r>
                                      <a:rPr lang="en-US" sz="2400" b="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b="1" i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0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  <m:sub>
                                    <m:r>
                                      <a:rPr lang="en-US" sz="2400" b="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b="1" i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0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  <m:sub>
                                    <m:r>
                                      <a:rPr lang="en-US" sz="2400" b="0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400" b="0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b="1" i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0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Equation 7" descr="B=\begin{pmatrix}\mathbf{w}_1\\ \mathbf{w}_2\\ \mathbf{w}_3\\ \vdots\\ \mathbf{w}_M\end{pmatrix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5082" y="4402536"/>
                <a:ext cx="2216999" cy="22842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9096CE7-AC2F-6922-ECC5-CD72663A8EFE}"/>
              </a:ext>
            </a:extLst>
          </p:cNvPr>
          <p:cNvSpPr txBox="1"/>
          <p:nvPr/>
        </p:nvSpPr>
        <p:spPr>
          <a:xfrm>
            <a:off x="7896114" y="3571539"/>
            <a:ext cx="2915322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Note – this is not true index notation here, since the vector remains a vector</a:t>
            </a:r>
          </a:p>
        </p:txBody>
      </p:sp>
    </p:spTree>
    <p:extLst>
      <p:ext uri="{BB962C8B-B14F-4D97-AF65-F5344CB8AC3E}">
        <p14:creationId xmlns:p14="http://schemas.microsoft.com/office/powerpoint/2010/main" val="2417881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7" grpId="0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dependency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5" y="2226833"/>
                <a:ext cx="11103937" cy="4113421"/>
              </a:xfrm>
            </p:spPr>
            <p:txBody>
              <a:bodyPr wrap="square">
                <a:normAutofit lnSpcReduction="10000"/>
              </a:bodyPr>
              <a:lstStyle/>
              <a:p>
                <a:r>
                  <a:rPr sz="1600" dirty="0"/>
                  <a:t>Many key matrix properties are related to the idea of linear dependency in the matrix rows or columns </a:t>
                </a:r>
              </a:p>
              <a:p>
                <a:r>
                  <a:rPr sz="1600" dirty="0"/>
                  <a:t>Rows are </a:t>
                </a:r>
                <a:r>
                  <a:rPr sz="1600" b="1" dirty="0"/>
                  <a:t>linearly dependent </a:t>
                </a:r>
                <a:r>
                  <a:rPr sz="1600" dirty="0"/>
                  <a:t>if one row of the matrix can be written as a linear combination of other rows </a:t>
                </a:r>
              </a:p>
              <a:p>
                <a:r>
                  <a:rPr sz="1600" dirty="0"/>
                  <a:t>Mathematically, we say that a matrix is linearly independent if</a:t>
                </a:r>
                <a:br>
                  <a:rPr lang="en-GB" sz="1600" dirty="0"/>
                </a:br>
                <a:br>
                  <a:rPr lang="en-GB" sz="1600" dirty="0"/>
                </a:br>
                <a:br>
                  <a:rPr lang="en-GB" sz="1600" dirty="0"/>
                </a:br>
                <a:r>
                  <a:rPr sz="1600" dirty="0"/>
                  <a:t>is satisfied only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0" dirty="0" err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600" dirty="0"/>
                  <a:t> for all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1600" dirty="0"/>
                  <a:t> </a:t>
                </a:r>
              </a:p>
              <a:p>
                <a:r>
                  <a:rPr sz="1600" dirty="0"/>
                  <a:t>Otherwise, if non-zero values exist which satisfy this relationship, we could write</a:t>
                </a:r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That is, we can write one row as a combination of the other rows (or, equivalently, one column as a combination of the others)</a:t>
                </a:r>
                <a:endParaRPr sz="1600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5" y="2226833"/>
                <a:ext cx="11103937" cy="4113421"/>
              </a:xfrm>
              <a:blipFill>
                <a:blip r:embed="rId2"/>
                <a:stretch>
                  <a:fillRect l="-220" b="-16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a_1\mathbf{v}_1+a_2\mathbf{v}_2+a_3\mathbf{v}_3+\cdots+a_M\mathbf{v}_M=\mathbf{0}"/>
              <p:cNvSpPr txBox="1"/>
              <p:nvPr/>
            </p:nvSpPr>
            <p:spPr>
              <a:xfrm>
                <a:off x="3535680" y="3721373"/>
                <a:ext cx="5120640" cy="29906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200" b="1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sz="22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200" b="1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sz="22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b="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b="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200" b="1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sz="2200" b="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200" b="0" i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sSub>
                        <m:sSubPr>
                          <m:ctrlPr>
                            <a:rPr lang="en-US" sz="2200" b="1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2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1" i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>
          <p:sp>
            <p:nvSpPr>
              <p:cNvPr id="6" name="Equation 6" descr="a_1\mathbf{v}_1+a_2\mathbf{v}_2+a_3\mathbf{v}_3+\cdots+a_M\mathbf{v}_M=\mathbf{0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5680" y="3721373"/>
                <a:ext cx="5120640" cy="299068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quation 7" descr="\mathbf{v}_1=\frac{1}{a_1}\left(a_2\mathbf{v}_2+a_3\mathbf{v}_3+\cdots+a_M\mathbf{v}_M\right)"/>
              <p:cNvSpPr txBox="1"/>
              <p:nvPr/>
            </p:nvSpPr>
            <p:spPr>
              <a:xfrm>
                <a:off x="3956573" y="5053878"/>
                <a:ext cx="4278854" cy="50547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1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1" i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  <m:sub>
                              <m: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1" i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  <m:sub>
                              <m: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1" i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7" name="Equation 7" descr="\mathbf{v}_1=\frac{1}{a_1}\left(a_2\mathbf{v}_2+a_3\mathbf{v}_3+\cdots+a_M\mathbf{v}_M\right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573" y="5053878"/>
                <a:ext cx="4278854" cy="505471"/>
              </a:xfrm>
              <a:prstGeom prst="rect">
                <a:avLst/>
              </a:prstGeom>
              <a:blipFill>
                <a:blip r:embed="rId4"/>
                <a:stretch>
                  <a:fillRect t="-4819" b="-132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1539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Familiar types of matrix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>
          <a:xfrm>
            <a:off x="417503" y="2017058"/>
            <a:ext cx="5639052" cy="4475181"/>
          </a:xfrm>
        </p:spPr>
        <p:txBody>
          <a:bodyPr wrap="square">
            <a:normAutofit/>
          </a:bodyPr>
          <a:lstStyle/>
          <a:p>
            <a:r>
              <a:rPr sz="1600" dirty="0"/>
              <a:t>Symmetric matrices </a:t>
            </a:r>
            <a:endParaRPr lang="en-GB" sz="1600" dirty="0"/>
          </a:p>
          <a:p>
            <a:endParaRPr lang="en-GB" sz="1600" dirty="0"/>
          </a:p>
          <a:p>
            <a:endParaRPr sz="1600" dirty="0"/>
          </a:p>
          <a:p>
            <a:r>
              <a:rPr sz="1600" dirty="0"/>
              <a:t>Antisymmetric matrices </a:t>
            </a:r>
          </a:p>
          <a:p>
            <a:endParaRPr lang="en-GB" sz="1600" dirty="0"/>
          </a:p>
          <a:p>
            <a:endParaRPr lang="en-GB" sz="1600" dirty="0"/>
          </a:p>
          <a:p>
            <a:r>
              <a:rPr sz="1600" dirty="0"/>
              <a:t>Diagonal matrices </a:t>
            </a:r>
          </a:p>
          <a:p>
            <a:endParaRPr lang="en-GB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A_{ij}=A_{ji}"/>
              <p:cNvSpPr txBox="1"/>
              <p:nvPr/>
            </p:nvSpPr>
            <p:spPr>
              <a:xfrm>
                <a:off x="1645346" y="2721597"/>
                <a:ext cx="2192974" cy="58887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3200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𝑗𝑖</m:t>
                          </m:r>
                        </m:sub>
                      </m:sSub>
                    </m:oMath>
                  </m:oMathPara>
                </a14:m>
                <a:endParaRPr lang="en-US" sz="3200"/>
              </a:p>
            </p:txBody>
          </p:sp>
        </mc:Choice>
        <mc:Fallback>
          <p:sp>
            <p:nvSpPr>
              <p:cNvPr id="6" name="Equation 6" descr="A_{ij}=A_{ji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346" y="2721597"/>
                <a:ext cx="2192974" cy="5888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quation 7" descr="A_{ij}=-A_{ji}"/>
              <p:cNvSpPr txBox="1"/>
              <p:nvPr/>
            </p:nvSpPr>
            <p:spPr>
              <a:xfrm>
                <a:off x="1645346" y="4088783"/>
                <a:ext cx="2606613" cy="58887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3200" b="0" i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𝑗𝑖</m:t>
                          </m:r>
                        </m:sub>
                      </m:sSub>
                    </m:oMath>
                  </m:oMathPara>
                </a14:m>
                <a:endParaRPr lang="en-US" sz="3200"/>
              </a:p>
            </p:txBody>
          </p:sp>
        </mc:Choice>
        <mc:Fallback>
          <p:sp>
            <p:nvSpPr>
              <p:cNvPr id="7" name="Equation 7" descr="A_{ij}=-A_{ji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346" y="4088783"/>
                <a:ext cx="2606613" cy="5888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Equation 8" descr="A_{ij}=0\text{ if }i\neq j"/>
              <p:cNvSpPr txBox="1"/>
              <p:nvPr/>
            </p:nvSpPr>
            <p:spPr>
              <a:xfrm>
                <a:off x="1712741" y="5645410"/>
                <a:ext cx="3465229" cy="58887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3200" b="0" i="0">
                          <a:latin typeface="Cambria Math" panose="02040503050406030204" pitchFamily="18" charset="0"/>
                        </a:rPr>
                        <m:t>=0 </m:t>
                      </m:r>
                      <m:r>
                        <m:rPr>
                          <m:sty m:val="p"/>
                        </m:rPr>
                        <a:rPr lang="en-US" sz="3200" b="0" i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sz="3200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3200" b="0" i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3200"/>
              </a:p>
            </p:txBody>
          </p:sp>
        </mc:Choice>
        <mc:Fallback>
          <p:sp>
            <p:nvSpPr>
              <p:cNvPr id="8" name="Equation 8" descr="A_{ij}=0\text{ if }i\neq j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2741" y="5645410"/>
                <a:ext cx="3465229" cy="5888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Equation 9" descr="B_{ij}=\begin{cases}b_{ij}&amp;i\le j\\0&amp;i&gt;j\end{cases}"/>
              <p:cNvSpPr txBox="1"/>
              <p:nvPr/>
            </p:nvSpPr>
            <p:spPr>
              <a:xfrm>
                <a:off x="7526276" y="3087497"/>
                <a:ext cx="3138813" cy="123551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8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b="0" i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b="0" i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9" name="Equation 9" descr="B_{ij}=\begin{cases}b_{ij}&amp;i\le j\\0&amp;i&gt;j\end{cases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6276" y="3087497"/>
                <a:ext cx="3138813" cy="12355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quation 10" descr="C_{ij}=\begin{cases}c_{ij}&amp;i\ge j\\0&amp;i&lt;j\end{cases}"/>
              <p:cNvSpPr txBox="1"/>
              <p:nvPr/>
            </p:nvSpPr>
            <p:spPr>
              <a:xfrm>
                <a:off x="7541750" y="5027654"/>
                <a:ext cx="3123339" cy="123551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8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b="0" i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b="0" i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0" name="Equation 10" descr="C_{ij}=\begin{cases}c_{ij}&amp;i\ge j\\0&amp;i&lt;j\end{cases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1750" y="5027654"/>
                <a:ext cx="3123339" cy="12355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D07F0614-6FEA-7D15-BBC4-8DD562715DF4}"/>
              </a:ext>
            </a:extLst>
          </p:cNvPr>
          <p:cNvSpPr txBox="1">
            <a:spLocks/>
          </p:cNvSpPr>
          <p:nvPr/>
        </p:nvSpPr>
        <p:spPr>
          <a:xfrm>
            <a:off x="6497367" y="2017057"/>
            <a:ext cx="5639052" cy="4475181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Open Sans Light" panose="020B0606030504020204" pitchFamily="34" charset="0"/>
                <a:cs typeface="Arial" panose="020B0604020202020204" pitchFamily="34" charset="0"/>
              </a:defRPr>
            </a:lvl1pPr>
            <a:lvl2pPr marL="3429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tx1">
                    <a:lumMod val="50000"/>
                  </a:schemeClr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600" dirty="0"/>
          </a:p>
          <a:p>
            <a:r>
              <a:rPr lang="en-GB" sz="1600" dirty="0"/>
              <a:t>Upper triangular matrices </a:t>
            </a:r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Lower triangular matrices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C7D97C-E7BF-333D-88A3-F26D705FEFE1}"/>
              </a:ext>
            </a:extLst>
          </p:cNvPr>
          <p:cNvSpPr txBox="1"/>
          <p:nvPr/>
        </p:nvSpPr>
        <p:spPr>
          <a:xfrm>
            <a:off x="8492268" y="1133745"/>
            <a:ext cx="3049793" cy="10772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Most of these properties require that the matrix is square – this is the most common type found in scientific computing</a:t>
            </a:r>
          </a:p>
        </p:txBody>
      </p:sp>
    </p:spTree>
    <p:extLst>
      <p:ext uri="{BB962C8B-B14F-4D97-AF65-F5344CB8AC3E}">
        <p14:creationId xmlns:p14="http://schemas.microsoft.com/office/powerpoint/2010/main" val="326628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7" grpId="0"/>
      <p:bldP spid="8" grpId="0"/>
      <p:bldP spid="9" grpId="0"/>
      <p:bldP spid="10" grpId="0"/>
      <p:bldP spid="3" grpId="0" build="p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Familiar square matrix properties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3" y="1914860"/>
                <a:ext cx="11319090" cy="4410635"/>
              </a:xfrm>
            </p:spPr>
            <p:txBody>
              <a:bodyPr wrap="square">
                <a:normAutofit/>
              </a:bodyPr>
              <a:lstStyle/>
              <a:p>
                <a:r>
                  <a:rPr sz="1600" dirty="0"/>
                  <a:t>Trace of a matrix: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en-GB" sz="16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 sz="1600" i="0" dirty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a:rPr lang="en-GB" sz="1600" i="0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sz="1600" dirty="0"/>
              </a:p>
              <a:p>
                <a:r>
                  <a:rPr sz="1600" dirty="0"/>
                  <a:t>Inverse,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⁻¹:</m:t>
                    </m:r>
                    <m:sSub>
                      <m:sSubPr>
                        <m:ctrlPr>
                          <a:rPr lang="en-GB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GB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GB" sz="1600" i="0" dirty="0">
                                <a:latin typeface="Cambria Math" panose="02040503050406030204" pitchFamily="18" charset="0"/>
                              </a:rPr>
                              <m:t>⁻¹</m:t>
                            </m:r>
                          </m:e>
                        </m:d>
                      </m:e>
                      <m:sub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GB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sz="1600" i="0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sz="1600" dirty="0"/>
              </a:p>
              <a:p>
                <a:r>
                  <a:rPr sz="1600" dirty="0"/>
                  <a:t>Determinant, </a:t>
                </a:r>
                <a:br>
                  <a:rPr lang="en-GB" sz="1600" dirty="0"/>
                </a:br>
                <a:br>
                  <a:rPr lang="en-GB" sz="1600" dirty="0"/>
                </a:br>
                <a:r>
                  <a:rPr sz="16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0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i="0" dirty="0" err="1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sz="1600" dirty="0"/>
                  <a:t> is the </a:t>
                </a:r>
                <a:r>
                  <a:rPr sz="1600" b="1" dirty="0"/>
                  <a:t>minor </a:t>
                </a:r>
                <a:r>
                  <a:rPr sz="1600" dirty="0"/>
                  <a:t>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1600" dirty="0"/>
                  <a:t> – the </a:t>
                </a:r>
                <a:r>
                  <a:rPr lang="en-GB" sz="1600" dirty="0"/>
                  <a:t>matrix</a:t>
                </a:r>
                <a:r>
                  <a:rPr sz="1600" dirty="0"/>
                  <a:t> with row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1600" dirty="0"/>
                  <a:t> and column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1600" dirty="0"/>
                  <a:t> removed</a:t>
                </a:r>
              </a:p>
              <a:p>
                <a:r>
                  <a:rPr sz="1600" dirty="0"/>
                  <a:t>It is hard</a:t>
                </a:r>
                <a:r>
                  <a:rPr lang="en-GB" sz="1600" dirty="0"/>
                  <a:t> (but not impossible)</a:t>
                </a:r>
                <a:r>
                  <a:rPr sz="1600" dirty="0"/>
                  <a:t>, and usually impractical, to write </a:t>
                </a:r>
                <a:r>
                  <a:rPr lang="en-GB" sz="1600" dirty="0"/>
                  <a:t>a single line expression for </a:t>
                </a:r>
                <a:r>
                  <a:rPr sz="1600" dirty="0"/>
                  <a:t>the determinant in index notation </a:t>
                </a:r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A</a:t>
                </a:r>
                <a:r>
                  <a:rPr sz="1600" dirty="0"/>
                  <a:t>n extension of the Levi-Civita symbol is used here</a:t>
                </a: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3" y="1914860"/>
                <a:ext cx="11319090" cy="4410635"/>
              </a:xfrm>
              <a:blipFill>
                <a:blip r:embed="rId2"/>
                <a:stretch>
                  <a:fillRect l="-2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\det(A)=\sum_k(-1)^{1+k}M_{1,k}A_{1k}"/>
              <p:cNvSpPr txBox="1"/>
              <p:nvPr/>
            </p:nvSpPr>
            <p:spPr>
              <a:xfrm>
                <a:off x="2362379" y="3156832"/>
                <a:ext cx="4577917" cy="35888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m:rPr>
                          <m:sty m:val="p"/>
                        </m:rPr>
                        <a:rPr lang="en-US" sz="2000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(−1</m:t>
                          </m:r>
                          <m:sSup>
                            <m:sSupPr>
                              <m:ctrlPr>
                                <a:rPr lang="en-US" sz="2000" b="0" i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2000" i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b>
                              <m: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" name="Equation 6" descr="\det(A)=\sum_k(-1)^{1+k}M_{1,k}A_{1k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379" y="3156832"/>
                <a:ext cx="4577917" cy="358880"/>
              </a:xfrm>
              <a:prstGeom prst="rect">
                <a:avLst/>
              </a:prstGeom>
              <a:blipFill>
                <a:blip r:embed="rId3"/>
                <a:stretch>
                  <a:fillRect t="-22034" b="-288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quation 7" descr="\det(A)=\epsilon_{i_1i_2i_3\ldots i_N}A_{1i_1}A_{2i_2}A_{3i_3}\ldots A_{Ni_N}"/>
              <p:cNvSpPr txBox="1"/>
              <p:nvPr/>
            </p:nvSpPr>
            <p:spPr>
              <a:xfrm>
                <a:off x="3590365" y="4929636"/>
                <a:ext cx="5120640" cy="35888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m:rPr>
                          <m:sty m:val="p"/>
                        </m:rPr>
                        <a:rPr lang="en-US" sz="2000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sub>
                      </m:sSub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2000" b="0" i="0">
                          <a:latin typeface="Cambria Math" panose="02040503050406030204" pitchFamily="18" charset="0"/>
                        </a:rPr>
                        <m:t>…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sub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7" name="Equation 7" descr="\det(A)=\epsilon_{i_1i_2i_3\ldots i_N}A_{1i_1}A_{2i_2}A_{3i_3}\ldots A_{Ni_N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0365" y="4929636"/>
                <a:ext cx="5120640" cy="358880"/>
              </a:xfrm>
              <a:prstGeom prst="rect">
                <a:avLst/>
              </a:prstGeom>
              <a:blipFill>
                <a:blip r:embed="rId4"/>
                <a:stretch>
                  <a:fillRect b="-203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32431A7-8095-6DED-9327-B34D56E18339}"/>
                  </a:ext>
                </a:extLst>
              </p:cNvPr>
              <p:cNvSpPr txBox="1"/>
              <p:nvPr/>
            </p:nvSpPr>
            <p:spPr>
              <a:xfrm>
                <a:off x="7196328" y="1014984"/>
                <a:ext cx="3401568" cy="74667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Note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GB" sz="1400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𝐀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GB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vector made from the first row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A</m:t>
                    </m:r>
                  </m:oMath>
                </a14:m>
                <a:r>
                  <a:rPr lang="en-GB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,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GB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an index notation representation of this vector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32431A7-8095-6DED-9327-B34D56E18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6328" y="1014984"/>
                <a:ext cx="3401568" cy="746679"/>
              </a:xfrm>
              <a:prstGeom prst="rect">
                <a:avLst/>
              </a:prstGeom>
              <a:blipFill>
                <a:blip r:embed="rId5"/>
                <a:stretch>
                  <a:fillRect l="-357" t="-806" r="-1071" b="-7258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1318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7" grpId="0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Elementary operations</a:t>
            </a:r>
          </a:p>
        </p:txBody>
      </p:sp>
      <p:pic>
        <p:nvPicPr>
          <p:cNvPr id="4" name="Picture 3" descr="The image depicts a complex diagram illustrating various mathematical and computational concepts, including geometric transformations, vector fields, and data mapping, with various symbols and notations representing different elements like input/output matrices and summation vectors.&#10;&#10;AI-generated content may be incorrect.">
            <a:extLst>
              <a:ext uri="{FF2B5EF4-FFF2-40B4-BE49-F238E27FC236}">
                <a16:creationId xmlns:a16="http://schemas.microsoft.com/office/drawing/2014/main" id="{70C04885-F18C-F408-F914-7DAE817C7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1854" y="2920701"/>
            <a:ext cx="6288292" cy="34299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Elementary row and column operations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1801906"/>
                <a:ext cx="10856511" cy="4981388"/>
              </a:xfrm>
            </p:spPr>
            <p:txBody>
              <a:bodyPr wrap="square">
                <a:normAutofit/>
              </a:bodyPr>
              <a:lstStyle/>
              <a:p>
                <a:r>
                  <a:rPr sz="1600" dirty="0"/>
                  <a:t>When working with matrices, we often need to move rows and/or columns about </a:t>
                </a:r>
              </a:p>
              <a:p>
                <a:r>
                  <a:rPr sz="1600" dirty="0"/>
                  <a:t>This might be when solving simultaneous equations, computing a determinant or inverting a matrix </a:t>
                </a:r>
              </a:p>
              <a:p>
                <a:r>
                  <a:rPr sz="1600" dirty="0"/>
                  <a:t>These are likely very familiar in the first application</a:t>
                </a:r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  <a:p>
                <a:endParaRPr sz="1600" dirty="0"/>
              </a:p>
              <a:p>
                <a:r>
                  <a:rPr sz="1600" dirty="0"/>
                  <a:t>When solving this system, it is likely you will use three operations:</a:t>
                </a:r>
              </a:p>
              <a:p>
                <a:pPr marL="1371600" lvl="2" indent="-457200">
                  <a:buFont typeface="+mj-lt"/>
                  <a:buAutoNum type="arabicPeriod"/>
                </a:pPr>
                <a:r>
                  <a:rPr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Multiplying a row by a scalar: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0" dirty="0" err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GB" sz="16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371600" lvl="2" indent="-457200">
                  <a:buFont typeface="+mj-lt"/>
                  <a:buAutoNum type="arabicPeriod"/>
                </a:pPr>
                <a:r>
                  <a:rPr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Adding a multiple of one row to another: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0" dirty="0" err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GB" sz="16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0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𝜇</m:t>
                    </m:r>
                    <m:sSub>
                      <m:sSubPr>
                        <m:ctrlPr>
                          <a:rPr lang="en-GB" sz="16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GB" sz="1600" dirty="0">
                  <a:latin typeface="Arial" panose="020B0604020202020204" pitchFamily="34" charset="0"/>
                </a:endParaRPr>
              </a:p>
              <a:p>
                <a:pPr marL="1371600" lvl="2" indent="-457200">
                  <a:buFont typeface="+mj-lt"/>
                  <a:buAutoNum type="arabicPeriod"/>
                </a:pPr>
                <a:r>
                  <a:rPr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Exchanging rows: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0" dirty="0" err="1">
                        <a:latin typeface="Cambria Math" panose="02040503050406030204" pitchFamily="18" charset="0"/>
                      </a:rPr>
                      <m:t>↔</m:t>
                    </m:r>
                    <m:sSub>
                      <m:sSubPr>
                        <m:ctrlPr>
                          <a:rPr lang="en-GB" sz="16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r>
                  <a:rPr sz="1600" dirty="0"/>
                  <a:t>These are </a:t>
                </a:r>
                <a:r>
                  <a:rPr sz="1600" b="1" dirty="0"/>
                  <a:t>elementary row operations </a:t>
                </a:r>
                <a:r>
                  <a:rPr sz="1600" dirty="0"/>
                  <a:t>or simply </a:t>
                </a:r>
                <a:r>
                  <a:rPr sz="1600" b="1" dirty="0"/>
                  <a:t>row operations</a:t>
                </a: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1801906"/>
                <a:ext cx="10856511" cy="4981388"/>
              </a:xfrm>
              <a:blipFill>
                <a:blip r:embed="rId3"/>
                <a:stretch>
                  <a:fillRect l="-2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ax+by+cz=j ; dx+ey+fz=k ; gx+hy+iz=l"/>
              <p:cNvSpPr txBox="1"/>
              <p:nvPr/>
            </p:nvSpPr>
            <p:spPr>
              <a:xfrm>
                <a:off x="2923776" y="3354860"/>
                <a:ext cx="1947048" cy="122338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00" i="1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𝑐𝑧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2000"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00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𝑒𝑦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𝑓𝑧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000"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00" i="1">
                          <a:latin typeface="Cambria Math" panose="02040503050406030204" pitchFamily="18" charset="0"/>
                        </a:rPr>
                        <m:t>𝑔𝑥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ℎ𝑦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𝑖𝑧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" name="Equation 6" descr="ax+by+cz=j ; dx+ey+fz=k ; gx+hy+iz=l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3776" y="3354860"/>
                <a:ext cx="1947048" cy="1223385"/>
              </a:xfrm>
              <a:prstGeom prst="rect">
                <a:avLst/>
              </a:prstGeom>
              <a:blipFill>
                <a:blip r:embed="rId4"/>
                <a:stretch>
                  <a:fillRect l="-4702" r="-2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quation 7" descr="\begin{pmatrix}a&amp;b&amp;c\\d&amp;e&amp;f\\g&amp;h&amp;i\end{pmatrix}\begin{pmatrix}x\\y\\z\end{pmatrix}=\begin{pmatrix}j\\k\\l\end{pmatrix}"/>
              <p:cNvSpPr txBox="1"/>
              <p:nvPr/>
            </p:nvSpPr>
            <p:spPr>
              <a:xfrm>
                <a:off x="6264536" y="3354860"/>
                <a:ext cx="3615765" cy="122293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Equation 7" descr="\begin{pmatrix}a&amp;b&amp;c\\d&amp;e&amp;f\\g&amp;h&amp;i\end{pmatrix}\begin{pmatrix}x\\y\\z\end{pmatrix}=\begin{pmatrix}j\\k\\l\end{pmatrix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4536" y="3354860"/>
                <a:ext cx="3615765" cy="12229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6074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9C970-8B1E-A5E6-1007-598C0D282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AEF98E-F06C-B7D5-1BF4-568E2E0721B9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Row operations</a:t>
            </a:r>
          </a:p>
        </p:txBody>
      </p:sp>
    </p:spTree>
    <p:extLst>
      <p:ext uri="{BB962C8B-B14F-4D97-AF65-F5344CB8AC3E}">
        <p14:creationId xmlns:p14="http://schemas.microsoft.com/office/powerpoint/2010/main" val="106923347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Elementary row (column) operation matrices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>
          <a:xfrm>
            <a:off x="417505" y="2091764"/>
            <a:ext cx="10728613" cy="2272614"/>
          </a:xfrm>
        </p:spPr>
        <p:txBody>
          <a:bodyPr wrap="square">
            <a:normAutofit/>
          </a:bodyPr>
          <a:lstStyle/>
          <a:p>
            <a:r>
              <a:rPr sz="1600" dirty="0"/>
              <a:t>Each of the elementary row (or column) operations can be considered as a matrix which multiplies our initial matrix, or equation, from the left (or right, for column operations)</a:t>
            </a:r>
          </a:p>
          <a:p>
            <a:endParaRPr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E_\lambda=\begin{pmatrix}1&amp;0&amp;0\\0&amp;\lambda&amp;0\\0&amp;0&amp;1\end{pmatrix}"/>
              <p:cNvSpPr txBox="1"/>
              <p:nvPr/>
            </p:nvSpPr>
            <p:spPr>
              <a:xfrm>
                <a:off x="855949" y="4337573"/>
                <a:ext cx="2012528" cy="105460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" name="Equation 6" descr="E_\lambda=\begin{pmatrix}1&amp;0&amp;0\\0&amp;\lambda&amp;0\\0&amp;0&amp;1\end{pmatrix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949" y="4337573"/>
                <a:ext cx="2012528" cy="10546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3">
                <a:extLst>
                  <a:ext uri="{FF2B5EF4-FFF2-40B4-BE49-F238E27FC236}">
                    <a16:creationId xmlns:a16="http://schemas.microsoft.com/office/drawing/2014/main" id="{671398AE-172F-0CD6-431F-D8105D09ED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0447" y="3588989"/>
                <a:ext cx="5181600" cy="3422608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350" b="0" i="0" kern="1200">
                    <a:solidFill>
                      <a:schemeClr val="tx1">
                        <a:lumMod val="50000"/>
                      </a:schemeClr>
                    </a:solidFill>
                    <a:latin typeface="Arial" panose="020B0604020202020204" pitchFamily="34" charset="0"/>
                    <a:ea typeface="Open Sans Light" panose="020B0606030504020204" pitchFamily="34" charset="0"/>
                    <a:cs typeface="Arial" panose="020B0604020202020204" pitchFamily="34" charset="0"/>
                  </a:defRPr>
                </a:lvl1pPr>
                <a:lvl2pPr marL="3429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b="0" i="0" kern="1200">
                    <a:solidFill>
                      <a:schemeClr val="tx1">
                        <a:lumMod val="50000"/>
                      </a:schemeClr>
                    </a:solidFill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₂→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₂:</m:t>
                    </m:r>
                  </m:oMath>
                </a14:m>
                <a:endParaRPr lang="en-GB" sz="1600" dirty="0"/>
              </a:p>
            </p:txBody>
          </p:sp>
        </mc:Choice>
        <mc:Fallback>
          <p:sp>
            <p:nvSpPr>
              <p:cNvPr id="3" name="Content Placeholder 3">
                <a:extLst>
                  <a:ext uri="{FF2B5EF4-FFF2-40B4-BE49-F238E27FC236}">
                    <a16:creationId xmlns:a16="http://schemas.microsoft.com/office/drawing/2014/main" id="{671398AE-172F-0CD6-431F-D8105D09ED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447" y="3588989"/>
                <a:ext cx="5181600" cy="3422608"/>
              </a:xfrm>
              <a:prstGeom prst="rect">
                <a:avLst/>
              </a:prstGeom>
              <a:blipFill>
                <a:blip r:embed="rId3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2603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17114-DE39-6C90-8A6E-39FEE5206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CD8C7B-8498-20DB-3862-1AB0F7BEA315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Row operations</a:t>
            </a:r>
          </a:p>
        </p:txBody>
      </p:sp>
    </p:spTree>
    <p:extLst>
      <p:ext uri="{BB962C8B-B14F-4D97-AF65-F5344CB8AC3E}">
        <p14:creationId xmlns:p14="http://schemas.microsoft.com/office/powerpoint/2010/main" val="425475207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8625C-8BAC-C293-D764-69C80A1E7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7FC9F-55DC-78E2-8FF3-4967FD4C1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Elementary row (column) operation matrices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AF0E0-B617-9DBF-37E8-19C6416EB1A7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17505" y="2091764"/>
            <a:ext cx="10728613" cy="2272614"/>
          </a:xfrm>
        </p:spPr>
        <p:txBody>
          <a:bodyPr wrap="square">
            <a:normAutofit/>
          </a:bodyPr>
          <a:lstStyle/>
          <a:p>
            <a:r>
              <a:rPr sz="1600" dirty="0"/>
              <a:t>Each of the elementary row (or column) operations can be considered as a matrix which multiplies our initial matrix, or equation, from the left (or right, for column operations)</a:t>
            </a:r>
          </a:p>
          <a:p>
            <a:endParaRPr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E_\lambda=\begin{pmatrix}1&amp;0&amp;0\\0&amp;\lambda&amp;0\\0&amp;0&amp;1\end{pmatrix}">
                <a:extLst>
                  <a:ext uri="{FF2B5EF4-FFF2-40B4-BE49-F238E27FC236}">
                    <a16:creationId xmlns:a16="http://schemas.microsoft.com/office/drawing/2014/main" id="{F2785C42-CE40-8992-9FF9-F04F622B3451}"/>
                  </a:ext>
                </a:extLst>
              </p:cNvPr>
              <p:cNvSpPr txBox="1"/>
              <p:nvPr/>
            </p:nvSpPr>
            <p:spPr>
              <a:xfrm>
                <a:off x="855949" y="4337573"/>
                <a:ext cx="2012528" cy="105460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" name="Equation 6" descr="E_\lambda=\begin{pmatrix}1&amp;0&amp;0\\0&amp;\lambda&amp;0\\0&amp;0&amp;1\end{pmatrix}">
                <a:extLst>
                  <a:ext uri="{FF2B5EF4-FFF2-40B4-BE49-F238E27FC236}">
                    <a16:creationId xmlns:a16="http://schemas.microsoft.com/office/drawing/2014/main" id="{F2785C42-CE40-8992-9FF9-F04F622B3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949" y="4337573"/>
                <a:ext cx="2012528" cy="10546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quation 7" descr="E_\mu=\begin{pmatrix}1&amp;0&amp;\mu\\0&amp;1&amp;0\\0&amp;0&amp;1\end{pmatrix}">
                <a:extLst>
                  <a:ext uri="{FF2B5EF4-FFF2-40B4-BE49-F238E27FC236}">
                    <a16:creationId xmlns:a16="http://schemas.microsoft.com/office/drawing/2014/main" id="{89C5FA45-F76E-A6F0-A83D-FA3DB8FF43AF}"/>
                  </a:ext>
                </a:extLst>
              </p:cNvPr>
              <p:cNvSpPr txBox="1"/>
              <p:nvPr/>
            </p:nvSpPr>
            <p:spPr>
              <a:xfrm>
                <a:off x="4711370" y="4337573"/>
                <a:ext cx="2021355" cy="105460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7" name="Equation 7" descr="E_\mu=\begin{pmatrix}1&amp;0&amp;\mu\\0&amp;1&amp;0\\0&amp;0&amp;1\end{pmatrix}">
                <a:extLst>
                  <a:ext uri="{FF2B5EF4-FFF2-40B4-BE49-F238E27FC236}">
                    <a16:creationId xmlns:a16="http://schemas.microsoft.com/office/drawing/2014/main" id="{89C5FA45-F76E-A6F0-A83D-FA3DB8FF43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370" y="4337573"/>
                <a:ext cx="2021355" cy="10546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3">
                <a:extLst>
                  <a:ext uri="{FF2B5EF4-FFF2-40B4-BE49-F238E27FC236}">
                    <a16:creationId xmlns:a16="http://schemas.microsoft.com/office/drawing/2014/main" id="{3FC5A372-574D-575E-8E8C-B53743BA769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0447" y="3588989"/>
                <a:ext cx="5181600" cy="3422608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350" b="0" i="0" kern="1200">
                    <a:solidFill>
                      <a:schemeClr val="tx1">
                        <a:lumMod val="50000"/>
                      </a:schemeClr>
                    </a:solidFill>
                    <a:latin typeface="Arial" panose="020B0604020202020204" pitchFamily="34" charset="0"/>
                    <a:ea typeface="Open Sans Light" panose="020B0606030504020204" pitchFamily="34" charset="0"/>
                    <a:cs typeface="Arial" panose="020B0604020202020204" pitchFamily="34" charset="0"/>
                  </a:defRPr>
                </a:lvl1pPr>
                <a:lvl2pPr marL="3429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b="0" i="0" kern="1200">
                    <a:solidFill>
                      <a:schemeClr val="tx1">
                        <a:lumMod val="50000"/>
                      </a:schemeClr>
                    </a:solidFill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₂→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₂:</m:t>
                    </m:r>
                  </m:oMath>
                </a14:m>
                <a:endParaRPr lang="en-GB" sz="1600" dirty="0"/>
              </a:p>
            </p:txBody>
          </p:sp>
        </mc:Choice>
        <mc:Fallback>
          <p:sp>
            <p:nvSpPr>
              <p:cNvPr id="3" name="Content Placeholder 3">
                <a:extLst>
                  <a:ext uri="{FF2B5EF4-FFF2-40B4-BE49-F238E27FC236}">
                    <a16:creationId xmlns:a16="http://schemas.microsoft.com/office/drawing/2014/main" id="{3FC5A372-574D-575E-8E8C-B53743BA7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447" y="3588989"/>
                <a:ext cx="5181600" cy="3422608"/>
              </a:xfrm>
              <a:prstGeom prst="rect">
                <a:avLst/>
              </a:prstGeom>
              <a:blipFill>
                <a:blip r:embed="rId4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3">
                <a:extLst>
                  <a:ext uri="{FF2B5EF4-FFF2-40B4-BE49-F238E27FC236}">
                    <a16:creationId xmlns:a16="http://schemas.microsoft.com/office/drawing/2014/main" id="{24B9A8DF-459E-CE6D-B583-C58889B81F0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41925" y="3566518"/>
                <a:ext cx="5181600" cy="3422608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350" b="0" i="0" kern="1200">
                    <a:solidFill>
                      <a:schemeClr val="tx1">
                        <a:lumMod val="50000"/>
                      </a:schemeClr>
                    </a:solidFill>
                    <a:latin typeface="Arial" panose="020B0604020202020204" pitchFamily="34" charset="0"/>
                    <a:ea typeface="Open Sans Light" panose="020B0606030504020204" pitchFamily="34" charset="0"/>
                    <a:cs typeface="Arial" panose="020B0604020202020204" pitchFamily="34" charset="0"/>
                  </a:defRPr>
                </a:lvl1pPr>
                <a:lvl2pPr marL="3429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b="0" i="0" kern="1200">
                    <a:solidFill>
                      <a:schemeClr val="tx1">
                        <a:lumMod val="50000"/>
                      </a:schemeClr>
                    </a:solidFill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1600" i="0" dirty="0" smtClean="0">
                        <a:latin typeface="Cambria Math" panose="02040503050406030204" pitchFamily="18" charset="0"/>
                      </a:rPr>
                      <m:t>₁→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1600" i="0" dirty="0" smtClean="0">
                        <a:latin typeface="Cambria Math" panose="02040503050406030204" pitchFamily="18" charset="0"/>
                      </a:rPr>
                      <m:t>₁+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1600" i="0" dirty="0" smtClean="0">
                        <a:latin typeface="Cambria Math" panose="02040503050406030204" pitchFamily="18" charset="0"/>
                      </a:rPr>
                      <m:t>₃:</m:t>
                    </m:r>
                  </m:oMath>
                </a14:m>
                <a:endParaRPr lang="en-GB" sz="1600" dirty="0"/>
              </a:p>
            </p:txBody>
          </p:sp>
        </mc:Choice>
        <mc:Fallback>
          <p:sp>
            <p:nvSpPr>
              <p:cNvPr id="10" name="Content Placeholder 3">
                <a:extLst>
                  <a:ext uri="{FF2B5EF4-FFF2-40B4-BE49-F238E27FC236}">
                    <a16:creationId xmlns:a16="http://schemas.microsoft.com/office/drawing/2014/main" id="{24B9A8DF-459E-CE6D-B583-C58889B81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925" y="3566518"/>
                <a:ext cx="5181600" cy="3422608"/>
              </a:xfrm>
              <a:prstGeom prst="rect">
                <a:avLst/>
              </a:prstGeom>
              <a:blipFill>
                <a:blip r:embed="rId5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6935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08A4E-0B7B-9BAA-0696-73FE1D576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774374-C773-7664-455A-14807C8AD7D3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Row operations</a:t>
            </a:r>
          </a:p>
        </p:txBody>
      </p:sp>
    </p:spTree>
    <p:extLst>
      <p:ext uri="{BB962C8B-B14F-4D97-AF65-F5344CB8AC3E}">
        <p14:creationId xmlns:p14="http://schemas.microsoft.com/office/powerpoint/2010/main" val="129929215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A0BFC-AABC-7DE1-888A-03BFBE115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0155B-84B8-553E-4642-EF8B01AC2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Elementary row (column) operation matrices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F71281-CEF7-8BA0-19E6-B43A34ED7C2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17505" y="2091764"/>
            <a:ext cx="10728613" cy="2272614"/>
          </a:xfrm>
        </p:spPr>
        <p:txBody>
          <a:bodyPr wrap="square">
            <a:normAutofit/>
          </a:bodyPr>
          <a:lstStyle/>
          <a:p>
            <a:r>
              <a:rPr sz="1600" dirty="0"/>
              <a:t>Each of the elementary row (or column) operations can be considered as a matrix which multiplies our initial matrix, or equation, from the left (or right, for column operations)</a:t>
            </a:r>
          </a:p>
          <a:p>
            <a:endParaRPr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E_\lambda=\begin{pmatrix}1&amp;0&amp;0\\0&amp;\lambda&amp;0\\0&amp;0&amp;1\end{pmatrix}">
                <a:extLst>
                  <a:ext uri="{FF2B5EF4-FFF2-40B4-BE49-F238E27FC236}">
                    <a16:creationId xmlns:a16="http://schemas.microsoft.com/office/drawing/2014/main" id="{991FA521-E2D0-8941-1770-AE3E6AA9F3F8}"/>
                  </a:ext>
                </a:extLst>
              </p:cNvPr>
              <p:cNvSpPr txBox="1"/>
              <p:nvPr/>
            </p:nvSpPr>
            <p:spPr>
              <a:xfrm>
                <a:off x="855949" y="4337573"/>
                <a:ext cx="2012528" cy="105460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" name="Equation 6" descr="E_\lambda=\begin{pmatrix}1&amp;0&amp;0\\0&amp;\lambda&amp;0\\0&amp;0&amp;1\end{pmatrix}">
                <a:extLst>
                  <a:ext uri="{FF2B5EF4-FFF2-40B4-BE49-F238E27FC236}">
                    <a16:creationId xmlns:a16="http://schemas.microsoft.com/office/drawing/2014/main" id="{991FA521-E2D0-8941-1770-AE3E6AA9F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949" y="4337573"/>
                <a:ext cx="2012528" cy="10546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quation 7" descr="E_\mu=\begin{pmatrix}1&amp;0&amp;\mu\\0&amp;1&amp;0\\0&amp;0&amp;1\end{pmatrix}">
                <a:extLst>
                  <a:ext uri="{FF2B5EF4-FFF2-40B4-BE49-F238E27FC236}">
                    <a16:creationId xmlns:a16="http://schemas.microsoft.com/office/drawing/2014/main" id="{3A4F3DC1-4C83-7A46-7846-F761D0C30F16}"/>
                  </a:ext>
                </a:extLst>
              </p:cNvPr>
              <p:cNvSpPr txBox="1"/>
              <p:nvPr/>
            </p:nvSpPr>
            <p:spPr>
              <a:xfrm>
                <a:off x="4711370" y="4337573"/>
                <a:ext cx="2021355" cy="105460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7" name="Equation 7" descr="E_\mu=\begin{pmatrix}1&amp;0&amp;\mu\\0&amp;1&amp;0\\0&amp;0&amp;1\end{pmatrix}">
                <a:extLst>
                  <a:ext uri="{FF2B5EF4-FFF2-40B4-BE49-F238E27FC236}">
                    <a16:creationId xmlns:a16="http://schemas.microsoft.com/office/drawing/2014/main" id="{3A4F3DC1-4C83-7A46-7846-F761D0C30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370" y="4337573"/>
                <a:ext cx="2021355" cy="10546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Equation 8" descr="E_\nu=\begin{pmatrix}1&amp;0&amp;0\\0&amp;0&amp;1\\0&amp;1&amp;0\end{pmatrix}">
                <a:extLst>
                  <a:ext uri="{FF2B5EF4-FFF2-40B4-BE49-F238E27FC236}">
                    <a16:creationId xmlns:a16="http://schemas.microsoft.com/office/drawing/2014/main" id="{3F74E19E-11A7-C310-4ABB-78AFD6588461}"/>
                  </a:ext>
                </a:extLst>
              </p:cNvPr>
              <p:cNvSpPr txBox="1"/>
              <p:nvPr/>
            </p:nvSpPr>
            <p:spPr>
              <a:xfrm>
                <a:off x="8249944" y="4364378"/>
                <a:ext cx="1985099" cy="105460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</m:sSub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" name="Equation 8" descr="E_\nu=\begin{pmatrix}1&amp;0&amp;0\\0&amp;0&amp;1\\0&amp;1&amp;0\end{pmatrix}">
                <a:extLst>
                  <a:ext uri="{FF2B5EF4-FFF2-40B4-BE49-F238E27FC236}">
                    <a16:creationId xmlns:a16="http://schemas.microsoft.com/office/drawing/2014/main" id="{3F74E19E-11A7-C310-4ABB-78AFD6588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9944" y="4364378"/>
                <a:ext cx="1985099" cy="10546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3">
                <a:extLst>
                  <a:ext uri="{FF2B5EF4-FFF2-40B4-BE49-F238E27FC236}">
                    <a16:creationId xmlns:a16="http://schemas.microsoft.com/office/drawing/2014/main" id="{CF368FE1-0C9D-A6A2-B953-3D37E1F7742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0447" y="3588989"/>
                <a:ext cx="5181600" cy="3422608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350" b="0" i="0" kern="1200">
                    <a:solidFill>
                      <a:schemeClr val="tx1">
                        <a:lumMod val="50000"/>
                      </a:schemeClr>
                    </a:solidFill>
                    <a:latin typeface="Arial" panose="020B0604020202020204" pitchFamily="34" charset="0"/>
                    <a:ea typeface="Open Sans Light" panose="020B0606030504020204" pitchFamily="34" charset="0"/>
                    <a:cs typeface="Arial" panose="020B0604020202020204" pitchFamily="34" charset="0"/>
                  </a:defRPr>
                </a:lvl1pPr>
                <a:lvl2pPr marL="3429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b="0" i="0" kern="1200">
                    <a:solidFill>
                      <a:schemeClr val="tx1">
                        <a:lumMod val="50000"/>
                      </a:schemeClr>
                    </a:solidFill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₂→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₂:</m:t>
                    </m:r>
                  </m:oMath>
                </a14:m>
                <a:endParaRPr lang="en-GB" sz="1600" dirty="0"/>
              </a:p>
            </p:txBody>
          </p:sp>
        </mc:Choice>
        <mc:Fallback>
          <p:sp>
            <p:nvSpPr>
              <p:cNvPr id="3" name="Content Placeholder 3">
                <a:extLst>
                  <a:ext uri="{FF2B5EF4-FFF2-40B4-BE49-F238E27FC236}">
                    <a16:creationId xmlns:a16="http://schemas.microsoft.com/office/drawing/2014/main" id="{CF368FE1-0C9D-A6A2-B953-3D37E1F77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447" y="3588989"/>
                <a:ext cx="5181600" cy="3422608"/>
              </a:xfrm>
              <a:prstGeom prst="rect">
                <a:avLst/>
              </a:prstGeom>
              <a:blipFill>
                <a:blip r:embed="rId5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3">
                <a:extLst>
                  <a:ext uri="{FF2B5EF4-FFF2-40B4-BE49-F238E27FC236}">
                    <a16:creationId xmlns:a16="http://schemas.microsoft.com/office/drawing/2014/main" id="{74813C6D-27B9-7EF7-726B-41CB7629BB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41925" y="3566518"/>
                <a:ext cx="5181600" cy="3422608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350" b="0" i="0" kern="1200">
                    <a:solidFill>
                      <a:schemeClr val="tx1">
                        <a:lumMod val="50000"/>
                      </a:schemeClr>
                    </a:solidFill>
                    <a:latin typeface="Arial" panose="020B0604020202020204" pitchFamily="34" charset="0"/>
                    <a:ea typeface="Open Sans Light" panose="020B0606030504020204" pitchFamily="34" charset="0"/>
                    <a:cs typeface="Arial" panose="020B0604020202020204" pitchFamily="34" charset="0"/>
                  </a:defRPr>
                </a:lvl1pPr>
                <a:lvl2pPr marL="3429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b="0" i="0" kern="1200">
                    <a:solidFill>
                      <a:schemeClr val="tx1">
                        <a:lumMod val="50000"/>
                      </a:schemeClr>
                    </a:solidFill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1600" i="0" dirty="0" smtClean="0">
                        <a:latin typeface="Cambria Math" panose="02040503050406030204" pitchFamily="18" charset="0"/>
                      </a:rPr>
                      <m:t>₁→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1600" i="0" dirty="0" smtClean="0">
                        <a:latin typeface="Cambria Math" panose="02040503050406030204" pitchFamily="18" charset="0"/>
                      </a:rPr>
                      <m:t>₁+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1600" i="0" dirty="0" smtClean="0">
                        <a:latin typeface="Cambria Math" panose="02040503050406030204" pitchFamily="18" charset="0"/>
                      </a:rPr>
                      <m:t>₃:</m:t>
                    </m:r>
                  </m:oMath>
                </a14:m>
                <a:endParaRPr lang="en-GB" sz="1600" dirty="0"/>
              </a:p>
            </p:txBody>
          </p:sp>
        </mc:Choice>
        <mc:Fallback>
          <p:sp>
            <p:nvSpPr>
              <p:cNvPr id="10" name="Content Placeholder 3">
                <a:extLst>
                  <a:ext uri="{FF2B5EF4-FFF2-40B4-BE49-F238E27FC236}">
                    <a16:creationId xmlns:a16="http://schemas.microsoft.com/office/drawing/2014/main" id="{74813C6D-27B9-7EF7-726B-41CB7629BB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925" y="3566518"/>
                <a:ext cx="5181600" cy="3422608"/>
              </a:xfrm>
              <a:prstGeom prst="rect">
                <a:avLst/>
              </a:prstGeom>
              <a:blipFill>
                <a:blip r:embed="rId6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3">
                <a:extLst>
                  <a:ext uri="{FF2B5EF4-FFF2-40B4-BE49-F238E27FC236}">
                    <a16:creationId xmlns:a16="http://schemas.microsoft.com/office/drawing/2014/main" id="{57F44A3A-1450-5BE5-082E-B1DBF02EB0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56015" y="3512730"/>
                <a:ext cx="5181600" cy="3422608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350" b="0" i="0" kern="1200">
                    <a:solidFill>
                      <a:schemeClr val="tx1">
                        <a:lumMod val="50000"/>
                      </a:schemeClr>
                    </a:solidFill>
                    <a:latin typeface="Arial" panose="020B0604020202020204" pitchFamily="34" charset="0"/>
                    <a:ea typeface="Open Sans Light" panose="020B0606030504020204" pitchFamily="34" charset="0"/>
                    <a:cs typeface="Arial" panose="020B0604020202020204" pitchFamily="34" charset="0"/>
                  </a:defRPr>
                </a:lvl1pPr>
                <a:lvl2pPr marL="3429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b="0" i="0" kern="1200">
                    <a:solidFill>
                      <a:schemeClr val="tx1">
                        <a:lumMod val="50000"/>
                      </a:schemeClr>
                    </a:solidFill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1600" i="0" dirty="0" smtClean="0">
                        <a:latin typeface="Cambria Math" panose="02040503050406030204" pitchFamily="18" charset="0"/>
                      </a:rPr>
                      <m:t>₂↔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1600" i="0" dirty="0" smtClean="0">
                        <a:latin typeface="Cambria Math" panose="02040503050406030204" pitchFamily="18" charset="0"/>
                      </a:rPr>
                      <m:t>₃:</m:t>
                    </m:r>
                  </m:oMath>
                </a14:m>
                <a:endParaRPr lang="en-GB" sz="1600" dirty="0"/>
              </a:p>
            </p:txBody>
          </p:sp>
        </mc:Choice>
        <mc:Fallback>
          <p:sp>
            <p:nvSpPr>
              <p:cNvPr id="12" name="Content Placeholder 3">
                <a:extLst>
                  <a:ext uri="{FF2B5EF4-FFF2-40B4-BE49-F238E27FC236}">
                    <a16:creationId xmlns:a16="http://schemas.microsoft.com/office/drawing/2014/main" id="{57F44A3A-1450-5BE5-082E-B1DBF02EB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6015" y="3512730"/>
                <a:ext cx="5181600" cy="3422608"/>
              </a:xfrm>
              <a:prstGeom prst="rect">
                <a:avLst/>
              </a:prstGeom>
              <a:blipFill>
                <a:blip r:embed="rId7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3824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A1492-CF9A-D489-5BD1-C941C874A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6FCD49-BCF5-855D-F866-44E6AE737107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Row operations</a:t>
            </a:r>
          </a:p>
        </p:txBody>
      </p:sp>
    </p:spTree>
    <p:extLst>
      <p:ext uri="{BB962C8B-B14F-4D97-AF65-F5344CB8AC3E}">
        <p14:creationId xmlns:p14="http://schemas.microsoft.com/office/powerpoint/2010/main" val="203213689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55E70-8B94-07E5-47E6-D4A2E62F8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ED3B1-E396-BA54-544B-0539D1481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Elementary row (column) operation matrices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CEE71CF-E14F-4381-EC01-55B8A0C4C4A9}"/>
                  </a:ext>
                </a:extLst>
              </p:cNvPr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5" y="2091764"/>
                <a:ext cx="10728613" cy="4610694"/>
              </a:xfrm>
            </p:spPr>
            <p:txBody>
              <a:bodyPr wrap="square">
                <a:normAutofit/>
              </a:bodyPr>
              <a:lstStyle/>
              <a:p>
                <a:r>
                  <a:rPr lang="en-GB" sz="1600" dirty="0"/>
                  <a:t>Each of the elementary row (or column) operations can be considered as a matrix which multiplies our initial matrix, or equation, from the left (or right, for column operations)</a:t>
                </a:r>
              </a:p>
              <a:p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To perform column operations, we simply reverse the order of the multiplication (e.g.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b="0" i="0" smtClean="0">
                        <a:latin typeface="Cambria Math" panose="02040503050406030204" pitchFamily="18" charset="0"/>
                      </a:rPr>
                      <m:t>A</m:t>
                    </m:r>
                    <m:sSub>
                      <m:sSubPr>
                        <m:ctrlPr>
                          <a:rPr lang="en-GB" sz="16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sub>
                    </m:sSub>
                  </m:oMath>
                </a14:m>
                <a:r>
                  <a:rPr lang="en-GB" sz="1600" dirty="0"/>
                  <a:t> instead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sub>
                    </m:sSub>
                    <m:r>
                      <m:rPr>
                        <m:sty m:val="p"/>
                      </m:rPr>
                      <a:rPr lang="en-GB" sz="1600" b="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GB" sz="1600" dirty="0"/>
                  <a:t>)</a:t>
                </a:r>
              </a:p>
              <a:p>
                <a:endParaRPr sz="1600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CEE71CF-E14F-4381-EC01-55B8A0C4C4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5" y="2091764"/>
                <a:ext cx="10728613" cy="4610694"/>
              </a:xfrm>
              <a:blipFill>
                <a:blip r:embed="rId2"/>
                <a:stretch>
                  <a:fillRect l="-2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E_\lambda=\begin{pmatrix}1&amp;0&amp;0\\0&amp;\lambda&amp;0\\0&amp;0&amp;1\end{pmatrix}">
                <a:extLst>
                  <a:ext uri="{FF2B5EF4-FFF2-40B4-BE49-F238E27FC236}">
                    <a16:creationId xmlns:a16="http://schemas.microsoft.com/office/drawing/2014/main" id="{47EE98B3-1225-0E42-80DB-B815C0BA2DB6}"/>
                  </a:ext>
                </a:extLst>
              </p:cNvPr>
              <p:cNvSpPr txBox="1"/>
              <p:nvPr/>
            </p:nvSpPr>
            <p:spPr>
              <a:xfrm>
                <a:off x="855949" y="4337573"/>
                <a:ext cx="2012528" cy="105460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" name="Equation 6" descr="E_\lambda=\begin{pmatrix}1&amp;0&amp;0\\0&amp;\lambda&amp;0\\0&amp;0&amp;1\end{pmatrix}">
                <a:extLst>
                  <a:ext uri="{FF2B5EF4-FFF2-40B4-BE49-F238E27FC236}">
                    <a16:creationId xmlns:a16="http://schemas.microsoft.com/office/drawing/2014/main" id="{47EE98B3-1225-0E42-80DB-B815C0BA2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949" y="4337573"/>
                <a:ext cx="2012528" cy="10546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quation 7" descr="E_\mu=\begin{pmatrix}1&amp;0&amp;\mu\\0&amp;1&amp;0\\0&amp;0&amp;1\end{pmatrix}">
                <a:extLst>
                  <a:ext uri="{FF2B5EF4-FFF2-40B4-BE49-F238E27FC236}">
                    <a16:creationId xmlns:a16="http://schemas.microsoft.com/office/drawing/2014/main" id="{13C0C8A2-D5FE-C7AB-B337-5BDE55A12F8D}"/>
                  </a:ext>
                </a:extLst>
              </p:cNvPr>
              <p:cNvSpPr txBox="1"/>
              <p:nvPr/>
            </p:nvSpPr>
            <p:spPr>
              <a:xfrm>
                <a:off x="4711370" y="4337573"/>
                <a:ext cx="2021355" cy="105460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7" name="Equation 7" descr="E_\mu=\begin{pmatrix}1&amp;0&amp;\mu\\0&amp;1&amp;0\\0&amp;0&amp;1\end{pmatrix}">
                <a:extLst>
                  <a:ext uri="{FF2B5EF4-FFF2-40B4-BE49-F238E27FC236}">
                    <a16:creationId xmlns:a16="http://schemas.microsoft.com/office/drawing/2014/main" id="{13C0C8A2-D5FE-C7AB-B337-5BDE55A12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370" y="4337573"/>
                <a:ext cx="2021355" cy="10546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Equation 8" descr="E_\nu=\begin{pmatrix}1&amp;0&amp;0\\0&amp;0&amp;1\\0&amp;1&amp;0\end{pmatrix}">
                <a:extLst>
                  <a:ext uri="{FF2B5EF4-FFF2-40B4-BE49-F238E27FC236}">
                    <a16:creationId xmlns:a16="http://schemas.microsoft.com/office/drawing/2014/main" id="{4E310E0B-D118-86A1-92C8-027EE718555D}"/>
                  </a:ext>
                </a:extLst>
              </p:cNvPr>
              <p:cNvSpPr txBox="1"/>
              <p:nvPr/>
            </p:nvSpPr>
            <p:spPr>
              <a:xfrm>
                <a:off x="8249944" y="4364378"/>
                <a:ext cx="1985099" cy="105460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</m:sSub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" name="Equation 8" descr="E_\nu=\begin{pmatrix}1&amp;0&amp;0\\0&amp;0&amp;1\\0&amp;1&amp;0\end{pmatrix}">
                <a:extLst>
                  <a:ext uri="{FF2B5EF4-FFF2-40B4-BE49-F238E27FC236}">
                    <a16:creationId xmlns:a16="http://schemas.microsoft.com/office/drawing/2014/main" id="{4E310E0B-D118-86A1-92C8-027EE7185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9944" y="4364378"/>
                <a:ext cx="1985099" cy="10546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3">
                <a:extLst>
                  <a:ext uri="{FF2B5EF4-FFF2-40B4-BE49-F238E27FC236}">
                    <a16:creationId xmlns:a16="http://schemas.microsoft.com/office/drawing/2014/main" id="{A064B334-4964-6835-ADAA-22A366D6B34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0447" y="3588989"/>
                <a:ext cx="5181600" cy="3422608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350" b="0" i="0" kern="1200">
                    <a:solidFill>
                      <a:schemeClr val="tx1">
                        <a:lumMod val="50000"/>
                      </a:schemeClr>
                    </a:solidFill>
                    <a:latin typeface="Arial" panose="020B0604020202020204" pitchFamily="34" charset="0"/>
                    <a:ea typeface="Open Sans Light" panose="020B0606030504020204" pitchFamily="34" charset="0"/>
                    <a:cs typeface="Arial" panose="020B0604020202020204" pitchFamily="34" charset="0"/>
                  </a:defRPr>
                </a:lvl1pPr>
                <a:lvl2pPr marL="3429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b="0" i="0" kern="1200">
                    <a:solidFill>
                      <a:schemeClr val="tx1">
                        <a:lumMod val="50000"/>
                      </a:schemeClr>
                    </a:solidFill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₂→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₂:</m:t>
                    </m:r>
                  </m:oMath>
                </a14:m>
                <a:endParaRPr lang="en-GB" sz="1600" dirty="0"/>
              </a:p>
            </p:txBody>
          </p:sp>
        </mc:Choice>
        <mc:Fallback>
          <p:sp>
            <p:nvSpPr>
              <p:cNvPr id="3" name="Content Placeholder 3">
                <a:extLst>
                  <a:ext uri="{FF2B5EF4-FFF2-40B4-BE49-F238E27FC236}">
                    <a16:creationId xmlns:a16="http://schemas.microsoft.com/office/drawing/2014/main" id="{A064B334-4964-6835-ADAA-22A366D6B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447" y="3588989"/>
                <a:ext cx="5181600" cy="3422608"/>
              </a:xfrm>
              <a:prstGeom prst="rect">
                <a:avLst/>
              </a:prstGeom>
              <a:blipFill>
                <a:blip r:embed="rId6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3">
                <a:extLst>
                  <a:ext uri="{FF2B5EF4-FFF2-40B4-BE49-F238E27FC236}">
                    <a16:creationId xmlns:a16="http://schemas.microsoft.com/office/drawing/2014/main" id="{B925145D-C86A-698E-09E1-92D666D51F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41925" y="3566518"/>
                <a:ext cx="5181600" cy="3422608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350" b="0" i="0" kern="1200">
                    <a:solidFill>
                      <a:schemeClr val="tx1">
                        <a:lumMod val="50000"/>
                      </a:schemeClr>
                    </a:solidFill>
                    <a:latin typeface="Arial" panose="020B0604020202020204" pitchFamily="34" charset="0"/>
                    <a:ea typeface="Open Sans Light" panose="020B0606030504020204" pitchFamily="34" charset="0"/>
                    <a:cs typeface="Arial" panose="020B0604020202020204" pitchFamily="34" charset="0"/>
                  </a:defRPr>
                </a:lvl1pPr>
                <a:lvl2pPr marL="3429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b="0" i="0" kern="1200">
                    <a:solidFill>
                      <a:schemeClr val="tx1">
                        <a:lumMod val="50000"/>
                      </a:schemeClr>
                    </a:solidFill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1600" i="0" dirty="0" smtClean="0">
                        <a:latin typeface="Cambria Math" panose="02040503050406030204" pitchFamily="18" charset="0"/>
                      </a:rPr>
                      <m:t>₁→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1600" i="0" dirty="0" smtClean="0">
                        <a:latin typeface="Cambria Math" panose="02040503050406030204" pitchFamily="18" charset="0"/>
                      </a:rPr>
                      <m:t>₁+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1600" i="0" dirty="0" smtClean="0">
                        <a:latin typeface="Cambria Math" panose="02040503050406030204" pitchFamily="18" charset="0"/>
                      </a:rPr>
                      <m:t>₃:</m:t>
                    </m:r>
                  </m:oMath>
                </a14:m>
                <a:endParaRPr lang="en-GB" sz="1600" dirty="0"/>
              </a:p>
            </p:txBody>
          </p:sp>
        </mc:Choice>
        <mc:Fallback>
          <p:sp>
            <p:nvSpPr>
              <p:cNvPr id="10" name="Content Placeholder 3">
                <a:extLst>
                  <a:ext uri="{FF2B5EF4-FFF2-40B4-BE49-F238E27FC236}">
                    <a16:creationId xmlns:a16="http://schemas.microsoft.com/office/drawing/2014/main" id="{B925145D-C86A-698E-09E1-92D666D51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925" y="3566518"/>
                <a:ext cx="5181600" cy="3422608"/>
              </a:xfrm>
              <a:prstGeom prst="rect">
                <a:avLst/>
              </a:prstGeom>
              <a:blipFill>
                <a:blip r:embed="rId7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3">
                <a:extLst>
                  <a:ext uri="{FF2B5EF4-FFF2-40B4-BE49-F238E27FC236}">
                    <a16:creationId xmlns:a16="http://schemas.microsoft.com/office/drawing/2014/main" id="{00071D79-08FF-9321-2BDD-D1D7B453F8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56015" y="3512730"/>
                <a:ext cx="5181600" cy="3422608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350" b="0" i="0" kern="1200">
                    <a:solidFill>
                      <a:schemeClr val="tx1">
                        <a:lumMod val="50000"/>
                      </a:schemeClr>
                    </a:solidFill>
                    <a:latin typeface="Arial" panose="020B0604020202020204" pitchFamily="34" charset="0"/>
                    <a:ea typeface="Open Sans Light" panose="020B0606030504020204" pitchFamily="34" charset="0"/>
                    <a:cs typeface="Arial" panose="020B0604020202020204" pitchFamily="34" charset="0"/>
                  </a:defRPr>
                </a:lvl1pPr>
                <a:lvl2pPr marL="3429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b="0" i="0" kern="1200">
                    <a:solidFill>
                      <a:schemeClr val="tx1">
                        <a:lumMod val="50000"/>
                      </a:schemeClr>
                    </a:solidFill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1600" i="0" dirty="0" smtClean="0">
                        <a:latin typeface="Cambria Math" panose="02040503050406030204" pitchFamily="18" charset="0"/>
                      </a:rPr>
                      <m:t>₂↔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1600" i="0" dirty="0" smtClean="0">
                        <a:latin typeface="Cambria Math" panose="02040503050406030204" pitchFamily="18" charset="0"/>
                      </a:rPr>
                      <m:t>₃:</m:t>
                    </m:r>
                  </m:oMath>
                </a14:m>
                <a:endParaRPr lang="en-GB" sz="1600" dirty="0"/>
              </a:p>
            </p:txBody>
          </p:sp>
        </mc:Choice>
        <mc:Fallback>
          <p:sp>
            <p:nvSpPr>
              <p:cNvPr id="12" name="Content Placeholder 3">
                <a:extLst>
                  <a:ext uri="{FF2B5EF4-FFF2-40B4-BE49-F238E27FC236}">
                    <a16:creationId xmlns:a16="http://schemas.microsoft.com/office/drawing/2014/main" id="{00071D79-08FF-9321-2BDD-D1D7B453F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6015" y="3512730"/>
                <a:ext cx="5181600" cy="3422608"/>
              </a:xfrm>
              <a:prstGeom prst="rect">
                <a:avLst/>
              </a:prstGeom>
              <a:blipFill>
                <a:blip r:embed="rId8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54010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2ADF3-CD7E-61DF-C160-AFA8D57C6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A81FDF-4BD1-A143-127D-1D555E3CA03C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Column operations</a:t>
            </a:r>
          </a:p>
        </p:txBody>
      </p:sp>
    </p:spTree>
    <p:extLst>
      <p:ext uri="{BB962C8B-B14F-4D97-AF65-F5344CB8AC3E}">
        <p14:creationId xmlns:p14="http://schemas.microsoft.com/office/powerpoint/2010/main" val="1501704750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Elementary matrix notation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2683435"/>
                <a:ext cx="10346121" cy="3178104"/>
              </a:xfrm>
            </p:spPr>
            <p:txBody>
              <a:bodyPr wrap="square">
                <a:normAutofit/>
              </a:bodyPr>
              <a:lstStyle/>
              <a:p>
                <a:r>
                  <a:rPr lang="en-GB" sz="1600" dirty="0"/>
                  <a:t>Typically, multiple elementary operations are done on a single matrix, each operation denoted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i="0" dirty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ar-AE" sz="1600" i="1" dirty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endParaRPr lang="ar-AE" sz="1600" dirty="0"/>
              </a:p>
              <a:p>
                <a:r>
                  <a:rPr lang="en-GB" sz="1600" dirty="0"/>
                  <a:t>This can be denoted</a:t>
                </a:r>
              </a:p>
              <a:p>
                <a:pPr marL="0" indent="0">
                  <a:buNone/>
                </a:pPr>
                <a:endParaRPr lang="en-GB" sz="1600" dirty="0"/>
              </a:p>
              <a:p>
                <a:r>
                  <a:rPr lang="en-GB" sz="1600" dirty="0"/>
                  <a:t>Note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GB" sz="1600" dirty="0"/>
                  <a:t>, the matrix formed by multiplying the elementary operation matrices, is not necessarily a unique combination of these operations</a:t>
                </a:r>
              </a:p>
              <a:p>
                <a:r>
                  <a:rPr lang="en-GB" sz="1600" dirty="0"/>
                  <a:t>Also note that the new 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GB" sz="1600" dirty="0"/>
                  <a:t> is related to the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b="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GB" sz="1600" dirty="0"/>
                  <a:t>, we shall see some of these relations soon</a:t>
                </a:r>
                <a:endParaRPr sz="1600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2683435"/>
                <a:ext cx="10346121" cy="3178104"/>
              </a:xfrm>
              <a:blipFill>
                <a:blip r:embed="rId2"/>
                <a:stretch>
                  <a:fillRect l="-2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A^{\prime}=E_nE_{n-1}\ldots E_2E_1A=EA"/>
              <p:cNvSpPr txBox="1"/>
              <p:nvPr/>
            </p:nvSpPr>
            <p:spPr>
              <a:xfrm>
                <a:off x="3179481" y="3671824"/>
                <a:ext cx="5029499" cy="42327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p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EA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" name="Equation 6" descr="A^{\prime}=E_nE_{n-1}\ldots E_2E_1A=E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9481" y="3671824"/>
                <a:ext cx="5029499" cy="423273"/>
              </a:xfrm>
              <a:prstGeom prst="rect">
                <a:avLst/>
              </a:prstGeom>
              <a:blipFill>
                <a:blip r:embed="rId3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3154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The inverse</a:t>
            </a:r>
          </a:p>
        </p:txBody>
      </p:sp>
      <p:pic>
        <p:nvPicPr>
          <p:cNvPr id="4" name="Picture 3" descr="The diagram appears to be a technical or scientific diagram, possibly a flowchart or a conceptual diagram, featuring various geometric shapes, lines, and symbols, including a hexagon, octagon, and other geometric figures, possibly representing different components or variables in a system or process.&#10;&#10;AI-generated content may be incorrect.">
            <a:extLst>
              <a:ext uri="{FF2B5EF4-FFF2-40B4-BE49-F238E27FC236}">
                <a16:creationId xmlns:a16="http://schemas.microsoft.com/office/drawing/2014/main" id="{3A029AAD-9594-DA9D-4E70-21C027D99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693" y="2954344"/>
            <a:ext cx="6352614" cy="346506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Properties of the inverse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2091765"/>
                <a:ext cx="10710685" cy="3769774"/>
              </a:xfrm>
            </p:spPr>
            <p:txBody>
              <a:bodyPr wrap="square">
                <a:normAutofit/>
              </a:bodyPr>
              <a:lstStyle/>
              <a:p>
                <a:r>
                  <a:rPr lang="en-GB" sz="1600" dirty="0"/>
                  <a:t>Commutativity: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AA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⁻¹=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⁻¹</m:t>
                    </m:r>
                    <m:r>
                      <m:rPr>
                        <m:sty m:val="p"/>
                      </m:rPr>
                      <a:rPr lang="en-GB" sz="1600" i="0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GB" sz="1600" dirty="0"/>
              </a:p>
              <a:p>
                <a:r>
                  <a:rPr lang="en-GB" sz="1600" dirty="0"/>
                  <a:t>Inverse of an inverse: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6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ar-AE" sz="1600" i="0" dirty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ar-AE" sz="1600" i="0" dirty="0">
                            <a:latin typeface="Cambria Math" panose="02040503050406030204" pitchFamily="18" charset="0"/>
                          </a:rPr>
                          <m:t>⁻¹</m:t>
                        </m:r>
                      </m:e>
                    </m:d>
                    <m:r>
                      <a:rPr lang="ar-AE" sz="1600" i="0" dirty="0">
                        <a:latin typeface="Cambria Math" panose="02040503050406030204" pitchFamily="18" charset="0"/>
                      </a:rPr>
                      <m:t>⁻¹=</m:t>
                    </m:r>
                    <m:r>
                      <m:rPr>
                        <m:sty m:val="p"/>
                      </m:rPr>
                      <a:rPr lang="ar-AE" sz="1600" i="0" dirty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ar-AE" sz="1600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2091765"/>
                <a:ext cx="10710685" cy="3769774"/>
              </a:xfrm>
              <a:blipFill>
                <a:blip r:embed="rId2"/>
                <a:stretch>
                  <a:fillRect l="-2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4258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064AD-D085-B445-AB09-37F0DD325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9BCAEB-20AE-D310-8588-A1D46776CB01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Inverse of an inverse</a:t>
            </a:r>
          </a:p>
        </p:txBody>
      </p:sp>
    </p:spTree>
    <p:extLst>
      <p:ext uri="{BB962C8B-B14F-4D97-AF65-F5344CB8AC3E}">
        <p14:creationId xmlns:p14="http://schemas.microsoft.com/office/powerpoint/2010/main" val="141583043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EE812-FA28-8320-DF51-79CA1FBA5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8F73D-9DC6-22CB-673A-A0ADEA4D8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Properties of the inverse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548085A-5188-4A1F-4E2E-A06A60B0A9EA}"/>
                  </a:ext>
                </a:extLst>
              </p:cNvPr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2091765"/>
                <a:ext cx="10710685" cy="3769774"/>
              </a:xfrm>
            </p:spPr>
            <p:txBody>
              <a:bodyPr wrap="square">
                <a:normAutofit/>
              </a:bodyPr>
              <a:lstStyle/>
              <a:p>
                <a:r>
                  <a:rPr lang="en-GB" sz="1600" dirty="0"/>
                  <a:t>Commutativity: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AA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⁻¹=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⁻¹</m:t>
                    </m:r>
                    <m:r>
                      <m:rPr>
                        <m:sty m:val="p"/>
                      </m:rPr>
                      <a:rPr lang="en-GB" sz="1600" i="0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GB" sz="1600" dirty="0"/>
              </a:p>
              <a:p>
                <a:r>
                  <a:rPr lang="en-GB" sz="1600" dirty="0"/>
                  <a:t>Inverse of an inverse: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6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ar-AE" sz="1600" i="0" dirty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ar-AE" sz="1600" i="0" dirty="0">
                            <a:latin typeface="Cambria Math" panose="02040503050406030204" pitchFamily="18" charset="0"/>
                          </a:rPr>
                          <m:t>⁻¹</m:t>
                        </m:r>
                      </m:e>
                    </m:d>
                    <m:r>
                      <a:rPr lang="ar-AE" sz="1600" i="0" dirty="0">
                        <a:latin typeface="Cambria Math" panose="02040503050406030204" pitchFamily="18" charset="0"/>
                      </a:rPr>
                      <m:t>⁻¹=</m:t>
                    </m:r>
                    <m:r>
                      <m:rPr>
                        <m:sty m:val="p"/>
                      </m:rPr>
                      <a:rPr lang="ar-AE" sz="1600" i="0" dirty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ar-AE" sz="1600" dirty="0"/>
              </a:p>
              <a:p>
                <a:r>
                  <a:rPr lang="en-GB" sz="1600" dirty="0"/>
                  <a:t>Scalar multiplication: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ar-AE" sz="1600" i="0" dirty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a:rPr lang="ar-AE" sz="1600" i="0" dirty="0">
                        <a:latin typeface="Cambria Math" panose="02040503050406030204" pitchFamily="18" charset="0"/>
                      </a:rPr>
                      <m:t>⁻¹=</m:t>
                    </m:r>
                    <m:f>
                      <m:fPr>
                        <m:ctrlPr>
                          <a:rPr lang="ar-AE" sz="16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k</m:t>
                        </m:r>
                      </m:den>
                    </m:f>
                    <m:r>
                      <m:rPr>
                        <m:sty m:val="p"/>
                      </m:rPr>
                      <a:rPr lang="ar-AE" sz="1600" i="0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ar-AE" sz="1600" i="0" dirty="0">
                        <a:latin typeface="Cambria Math" panose="02040503050406030204" pitchFamily="18" charset="0"/>
                      </a:rPr>
                      <m:t>⁻¹</m:t>
                    </m:r>
                  </m:oMath>
                </a14:m>
                <a:endParaRPr lang="ar-AE" sz="1600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548085A-5188-4A1F-4E2E-A06A60B0A9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2091765"/>
                <a:ext cx="10710685" cy="3769774"/>
              </a:xfrm>
              <a:blipFill>
                <a:blip r:embed="rId2"/>
                <a:stretch>
                  <a:fillRect l="-2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06797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68F3E-F9E4-537C-32D3-5C2463685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160B3-B6C1-8645-2036-42D5A1BFA46F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Scalar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1517790074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1D3EE-71D8-B829-EA3A-A6C672A0F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2533B-F1FB-F973-EB9B-88E388D70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Properties of the inverse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A95D141-798B-06A2-73D0-8F40E72B23CA}"/>
                  </a:ext>
                </a:extLst>
              </p:cNvPr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2091765"/>
                <a:ext cx="10710685" cy="3769774"/>
              </a:xfrm>
            </p:spPr>
            <p:txBody>
              <a:bodyPr wrap="square">
                <a:normAutofit/>
              </a:bodyPr>
              <a:lstStyle/>
              <a:p>
                <a:r>
                  <a:rPr lang="en-GB" sz="1600" dirty="0"/>
                  <a:t>Commutativity: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AA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⁻¹=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⁻¹</m:t>
                    </m:r>
                    <m:r>
                      <m:rPr>
                        <m:sty m:val="p"/>
                      </m:rPr>
                      <a:rPr lang="en-GB" sz="1600" i="0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GB" sz="1600" dirty="0"/>
              </a:p>
              <a:p>
                <a:r>
                  <a:rPr lang="en-GB" sz="1600" dirty="0"/>
                  <a:t>Inverse of an inverse: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6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ar-AE" sz="1600" i="0" dirty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ar-AE" sz="1600" i="0" dirty="0">
                            <a:latin typeface="Cambria Math" panose="02040503050406030204" pitchFamily="18" charset="0"/>
                          </a:rPr>
                          <m:t>⁻¹</m:t>
                        </m:r>
                      </m:e>
                    </m:d>
                    <m:r>
                      <a:rPr lang="ar-AE" sz="1600" i="0" dirty="0">
                        <a:latin typeface="Cambria Math" panose="02040503050406030204" pitchFamily="18" charset="0"/>
                      </a:rPr>
                      <m:t>⁻¹=</m:t>
                    </m:r>
                    <m:r>
                      <m:rPr>
                        <m:sty m:val="p"/>
                      </m:rPr>
                      <a:rPr lang="ar-AE" sz="1600" i="0" dirty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ar-AE" sz="1600" dirty="0"/>
              </a:p>
              <a:p>
                <a:r>
                  <a:rPr lang="en-GB" sz="1600" dirty="0"/>
                  <a:t>Scalar multiplication: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ar-AE" sz="1600" i="0" dirty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a:rPr lang="ar-AE" sz="1600" i="0" dirty="0">
                        <a:latin typeface="Cambria Math" panose="02040503050406030204" pitchFamily="18" charset="0"/>
                      </a:rPr>
                      <m:t>⁻¹=</m:t>
                    </m:r>
                    <m:f>
                      <m:fPr>
                        <m:ctrlPr>
                          <a:rPr lang="ar-AE" sz="16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k</m:t>
                        </m:r>
                      </m:den>
                    </m:f>
                    <m:r>
                      <m:rPr>
                        <m:sty m:val="p"/>
                      </m:rPr>
                      <a:rPr lang="ar-AE" sz="1600" i="0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ar-AE" sz="1600" i="0" dirty="0">
                        <a:latin typeface="Cambria Math" panose="02040503050406030204" pitchFamily="18" charset="0"/>
                      </a:rPr>
                      <m:t>⁻¹</m:t>
                    </m:r>
                  </m:oMath>
                </a14:m>
                <a:endParaRPr lang="ar-AE" sz="1600" dirty="0"/>
              </a:p>
              <a:p>
                <a:r>
                  <a:rPr lang="en-GB" sz="1600" dirty="0"/>
                  <a:t>Inverse of a product: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AB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)⁻¹ = </m:t>
                    </m:r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⁻¹</m:t>
                    </m:r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⁻¹</m:t>
                    </m:r>
                  </m:oMath>
                </a14:m>
                <a:r>
                  <a:rPr lang="en-GB" sz="1600" dirty="0"/>
                  <a:t> </a:t>
                </a:r>
              </a:p>
              <a:p>
                <a:r>
                  <a:rPr lang="en-GB" sz="1600" dirty="0"/>
                  <a:t>Which extends to: 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A95D141-798B-06A2-73D0-8F40E72B23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2091765"/>
                <a:ext cx="10710685" cy="3769774"/>
              </a:xfrm>
              <a:blipFill>
                <a:blip r:embed="rId2"/>
                <a:stretch>
                  <a:fillRect l="-2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(A_1A_2\ldots A_n)^{-1}=(A_n)^{-1}\ldots(A_2)^{-1}(A_1)^{-1}">
                <a:extLst>
                  <a:ext uri="{FF2B5EF4-FFF2-40B4-BE49-F238E27FC236}">
                    <a16:creationId xmlns:a16="http://schemas.microsoft.com/office/drawing/2014/main" id="{7DFBD036-B7C5-494A-06F8-2DF92542E5B0}"/>
                  </a:ext>
                </a:extLst>
              </p:cNvPr>
              <p:cNvSpPr txBox="1"/>
              <p:nvPr/>
            </p:nvSpPr>
            <p:spPr>
              <a:xfrm>
                <a:off x="2968812" y="4361437"/>
                <a:ext cx="5120640" cy="3392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sz="20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n-US" sz="2000" b="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20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n-US" sz="2000" b="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000" b="0" i="0">
                          <a:latin typeface="Cambria Math" panose="02040503050406030204" pitchFamily="18" charset="0"/>
                        </a:rPr>
                        <m:t>…(</m:t>
                      </m:r>
                      <m:sSub>
                        <m:sSubPr>
                          <m:ctrlPr>
                            <a:rPr lang="en-US" sz="20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000" b="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000" b="0" i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sz="2000" b="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" name="Equation 6" descr="(A_1A_2\ldots A_n)^{-1}=(A_n)^{-1}\ldots(A_2)^{-1}(A_1)^{-1}">
                <a:extLst>
                  <a:ext uri="{FF2B5EF4-FFF2-40B4-BE49-F238E27FC236}">
                    <a16:creationId xmlns:a16="http://schemas.microsoft.com/office/drawing/2014/main" id="{7DFBD036-B7C5-494A-06F8-2DF92542E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2" y="4361437"/>
                <a:ext cx="5120640" cy="339247"/>
              </a:xfrm>
              <a:prstGeom prst="rect">
                <a:avLst/>
              </a:prstGeom>
              <a:blipFill>
                <a:blip r:embed="rId3"/>
                <a:stretch>
                  <a:fillRect b="-267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66843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F86D0-5AC3-6C71-95BE-0A2CB114C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018849-BCEE-9357-4293-B7A0E59B5DAD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Inverse of a product</a:t>
            </a:r>
          </a:p>
        </p:txBody>
      </p:sp>
    </p:spTree>
    <p:extLst>
      <p:ext uri="{BB962C8B-B14F-4D97-AF65-F5344CB8AC3E}">
        <p14:creationId xmlns:p14="http://schemas.microsoft.com/office/powerpoint/2010/main" val="2312645805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CAF9D-B76B-6DB7-A316-5446D0FF6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E6A63-4066-3636-1AE8-643B8AE71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Properties of the inverse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0C25DCE-B680-85C3-FCB2-F321B425A60D}"/>
                  </a:ext>
                </a:extLst>
              </p:cNvPr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2091765"/>
                <a:ext cx="10710685" cy="3769774"/>
              </a:xfrm>
            </p:spPr>
            <p:txBody>
              <a:bodyPr wrap="square">
                <a:normAutofit/>
              </a:bodyPr>
              <a:lstStyle/>
              <a:p>
                <a:r>
                  <a:rPr lang="en-GB" sz="1600" dirty="0"/>
                  <a:t>Commutativity: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AA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⁻¹=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⁻¹</m:t>
                    </m:r>
                    <m:r>
                      <m:rPr>
                        <m:sty m:val="p"/>
                      </m:rPr>
                      <a:rPr lang="en-GB" sz="1600" i="0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GB" sz="1600" dirty="0"/>
              </a:p>
              <a:p>
                <a:r>
                  <a:rPr lang="en-GB" sz="1600" dirty="0"/>
                  <a:t>Inverse of an inverse: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6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ar-AE" sz="1600" i="0" dirty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ar-AE" sz="1600" i="0" dirty="0">
                            <a:latin typeface="Cambria Math" panose="02040503050406030204" pitchFamily="18" charset="0"/>
                          </a:rPr>
                          <m:t>⁻¹</m:t>
                        </m:r>
                      </m:e>
                    </m:d>
                    <m:r>
                      <a:rPr lang="ar-AE" sz="1600" i="0" dirty="0">
                        <a:latin typeface="Cambria Math" panose="02040503050406030204" pitchFamily="18" charset="0"/>
                      </a:rPr>
                      <m:t>⁻¹=</m:t>
                    </m:r>
                    <m:r>
                      <m:rPr>
                        <m:sty m:val="p"/>
                      </m:rPr>
                      <a:rPr lang="ar-AE" sz="1600" i="0" dirty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ar-AE" sz="1600" dirty="0"/>
              </a:p>
              <a:p>
                <a:r>
                  <a:rPr lang="en-GB" sz="1600" dirty="0"/>
                  <a:t>Scalar multiplication: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ar-AE" sz="1600" i="0" dirty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a:rPr lang="ar-AE" sz="1600" i="0" dirty="0">
                        <a:latin typeface="Cambria Math" panose="02040503050406030204" pitchFamily="18" charset="0"/>
                      </a:rPr>
                      <m:t>⁻¹=</m:t>
                    </m:r>
                    <m:f>
                      <m:fPr>
                        <m:ctrlPr>
                          <a:rPr lang="ar-AE" sz="16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k</m:t>
                        </m:r>
                      </m:den>
                    </m:f>
                    <m:r>
                      <m:rPr>
                        <m:sty m:val="p"/>
                      </m:rPr>
                      <a:rPr lang="ar-AE" sz="1600" i="0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ar-AE" sz="1600" i="0" dirty="0">
                        <a:latin typeface="Cambria Math" panose="02040503050406030204" pitchFamily="18" charset="0"/>
                      </a:rPr>
                      <m:t>⁻¹</m:t>
                    </m:r>
                  </m:oMath>
                </a14:m>
                <a:endParaRPr lang="ar-AE" sz="1600" dirty="0"/>
              </a:p>
              <a:p>
                <a:r>
                  <a:rPr lang="en-GB" sz="1600" dirty="0"/>
                  <a:t>Inverse of a product: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AB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)⁻¹ = </m:t>
                    </m:r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⁻¹</m:t>
                    </m:r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⁻¹</m:t>
                    </m:r>
                  </m:oMath>
                </a14:m>
                <a:r>
                  <a:rPr lang="en-GB" sz="1600" dirty="0"/>
                  <a:t> </a:t>
                </a:r>
              </a:p>
              <a:p>
                <a:r>
                  <a:rPr lang="en-GB" sz="1600" dirty="0"/>
                  <a:t>Which extends to: </a:t>
                </a:r>
              </a:p>
              <a:p>
                <a:r>
                  <a:rPr lang="en-GB" sz="1600" dirty="0"/>
                  <a:t>Not every matrix has an inverse, but the elementary matrices do</a:t>
                </a:r>
                <a:endParaRPr sz="1600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0C25DCE-B680-85C3-FCB2-F321B425A6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2091765"/>
                <a:ext cx="10710685" cy="3769774"/>
              </a:xfrm>
              <a:blipFill>
                <a:blip r:embed="rId2"/>
                <a:stretch>
                  <a:fillRect l="-2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(A_1A_2\ldots A_n)^{-1}=(A_n)^{-1}\ldots(A_2)^{-1}(A_1)^{-1}">
                <a:extLst>
                  <a:ext uri="{FF2B5EF4-FFF2-40B4-BE49-F238E27FC236}">
                    <a16:creationId xmlns:a16="http://schemas.microsoft.com/office/drawing/2014/main" id="{4EC4CF71-7F2F-8A78-7D9E-FFB9CB8A69A9}"/>
                  </a:ext>
                </a:extLst>
              </p:cNvPr>
              <p:cNvSpPr txBox="1"/>
              <p:nvPr/>
            </p:nvSpPr>
            <p:spPr>
              <a:xfrm>
                <a:off x="2968812" y="4361437"/>
                <a:ext cx="5120640" cy="3392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sz="20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n-US" sz="2000" b="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20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n-US" sz="2000" b="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000" b="0" i="0">
                          <a:latin typeface="Cambria Math" panose="02040503050406030204" pitchFamily="18" charset="0"/>
                        </a:rPr>
                        <m:t>…(</m:t>
                      </m:r>
                      <m:sSub>
                        <m:sSubPr>
                          <m:ctrlPr>
                            <a:rPr lang="en-US" sz="20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000" b="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000" b="0" i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sz="2000" b="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" name="Equation 6" descr="(A_1A_2\ldots A_n)^{-1}=(A_n)^{-1}\ldots(A_2)^{-1}(A_1)^{-1}">
                <a:extLst>
                  <a:ext uri="{FF2B5EF4-FFF2-40B4-BE49-F238E27FC236}">
                    <a16:creationId xmlns:a16="http://schemas.microsoft.com/office/drawing/2014/main" id="{4EC4CF71-7F2F-8A78-7D9E-FFB9CB8A6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2" y="4361437"/>
                <a:ext cx="5120640" cy="339247"/>
              </a:xfrm>
              <a:prstGeom prst="rect">
                <a:avLst/>
              </a:prstGeom>
              <a:blipFill>
                <a:blip r:embed="rId3"/>
                <a:stretch>
                  <a:fillRect b="-267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82388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Inverse of the elementary matrices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1900518"/>
                <a:ext cx="11338215" cy="3961021"/>
              </a:xfrm>
            </p:spPr>
            <p:txBody>
              <a:bodyPr wrap="square">
                <a:normAutofit lnSpcReduction="10000"/>
              </a:bodyPr>
              <a:lstStyle/>
              <a:p>
                <a:r>
                  <a:rPr lang="en-GB" sz="1600" dirty="0"/>
                  <a:t>In order to show further properties of the inverse, and matrices in general, it is important to show that elementary matrices are invertible</a:t>
                </a:r>
              </a:p>
              <a:p>
                <a:r>
                  <a:rPr lang="en-GB" sz="1600" dirty="0"/>
                  <a:t>This is probably not too surprising – it is equivalent to row (or column) operations being reversible, i.e. we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₁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₂</m:t>
                    </m:r>
                  </m:oMath>
                </a14:m>
                <a:r>
                  <a:rPr lang="en-GB" sz="1600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1600" dirty="0"/>
                  <a:t> reverses the operation done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Multiplication of a row by a scalar is reversed by division of a row by the same scalar</a:t>
                </a:r>
              </a:p>
              <a:p>
                <a:r>
                  <a:rPr lang="en-GB" sz="1600" dirty="0"/>
                  <a:t>Adding a multiple of a row is reversed by subtracting the same multiple</a:t>
                </a:r>
              </a:p>
              <a:p>
                <a:r>
                  <a:rPr lang="en-GB" sz="1600" dirty="0"/>
                  <a:t>Switching two rows is reversed by simply switching them again </a:t>
                </a:r>
              </a:p>
              <a:p>
                <a:r>
                  <a:rPr lang="en-GB" sz="1600" dirty="0"/>
                  <a:t>Because all these operations are possible, we must have</a:t>
                </a:r>
                <a:endParaRPr sz="1600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1900518"/>
                <a:ext cx="11338215" cy="3961021"/>
              </a:xfrm>
              <a:blipFill>
                <a:blip r:embed="rId2"/>
                <a:stretch>
                  <a:fillRect l="-215" b="-1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E_2E_1A=A"/>
              <p:cNvSpPr txBox="1"/>
              <p:nvPr/>
            </p:nvSpPr>
            <p:spPr>
              <a:xfrm>
                <a:off x="5689600" y="3718054"/>
                <a:ext cx="1733177" cy="32594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" name="Equation 6" descr="E_2E_1A=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600" y="3718054"/>
                <a:ext cx="1733177" cy="325948"/>
              </a:xfrm>
              <a:prstGeom prst="rect">
                <a:avLst/>
              </a:prstGeom>
              <a:blipFill>
                <a:blip r:embed="rId3"/>
                <a:stretch>
                  <a:fillRect b="-226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quation 7" descr="E_2=(E_1)^{-1}"/>
              <p:cNvSpPr txBox="1"/>
              <p:nvPr/>
            </p:nvSpPr>
            <p:spPr>
              <a:xfrm>
                <a:off x="6370917" y="5499532"/>
                <a:ext cx="3200698" cy="72401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600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36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600" b="0" i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36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600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36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sz="3600" b="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3600" b="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7" name="Equation 7" descr="E_2=(E_1)^{-1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0917" y="5499532"/>
                <a:ext cx="3200698" cy="7240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0554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DEFA5-1BD6-27E1-B751-C7D0FFC20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F7D011-095B-32D7-42EC-91AF9653A59B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Inverse of elementary matrices</a:t>
            </a:r>
          </a:p>
        </p:txBody>
      </p:sp>
    </p:spTree>
    <p:extLst>
      <p:ext uri="{BB962C8B-B14F-4D97-AF65-F5344CB8AC3E}">
        <p14:creationId xmlns:p14="http://schemas.microsoft.com/office/powerpoint/2010/main" val="3986979878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Non-invertible matrices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1990165"/>
                <a:ext cx="11164897" cy="3871374"/>
              </a:xfrm>
            </p:spPr>
            <p:txBody>
              <a:bodyPr wrap="square">
                <a:normAutofit/>
              </a:bodyPr>
              <a:lstStyle/>
              <a:p>
                <a:r>
                  <a:rPr sz="1600" dirty="0"/>
                  <a:t>If we consider </a:t>
                </a:r>
                <a:r>
                  <a:rPr lang="en-GB" sz="1600" dirty="0"/>
                  <a:t>the simultaneous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GB" sz="1600" b="1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GB" sz="1600" b="1" i="0" dirty="0" smtClean="0"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r>
                  <a:rPr sz="1600" dirty="0"/>
                  <a:t>, we can write</a:t>
                </a:r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This implies that there is a unique</a:t>
                </a:r>
                <a:r>
                  <a:rPr sz="1600" dirty="0"/>
                  <a:t> solution for </a:t>
                </a:r>
                <a14:m>
                  <m:oMath xmlns:m="http://schemas.openxmlformats.org/officeDocument/2006/math">
                    <m:r>
                      <a:rPr lang="en-GB" sz="1600" b="1" i="0" dirty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endParaRPr sz="1600" b="1" dirty="0"/>
              </a:p>
              <a:p>
                <a:r>
                  <a:rPr sz="1600" dirty="0"/>
                  <a:t>We know this isn't true for all simultaneous equations</a:t>
                </a:r>
                <a:r>
                  <a:rPr lang="en-GB" sz="1600" dirty="0"/>
                  <a:t>,</a:t>
                </a:r>
                <a:r>
                  <a:rPr sz="1600" dirty="0"/>
                  <a:t> </a:t>
                </a:r>
                <a:r>
                  <a:rPr lang="en-GB" sz="1600" dirty="0"/>
                  <a:t>some cannot be solved, whilst others have infinite solutions</a:t>
                </a: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1990165"/>
                <a:ext cx="11164897" cy="3871374"/>
              </a:xfrm>
              <a:blipFill>
                <a:blip r:embed="rId2"/>
                <a:stretch>
                  <a:fillRect l="-2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A^{-1}A\mathbf{x}=\mathbf{x}=A^{-1}\mathbf{b}"/>
              <p:cNvSpPr txBox="1"/>
              <p:nvPr/>
            </p:nvSpPr>
            <p:spPr>
              <a:xfrm>
                <a:off x="3783105" y="2507628"/>
                <a:ext cx="4127051" cy="44972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p>
                          <m:r>
                            <a:rPr lang="en-US" sz="2800" b="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800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800" b="1" i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8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800" b="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p>
                          <m:r>
                            <a:rPr lang="en-US" sz="2800" b="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800" b="1" i="0">
                          <a:latin typeface="Cambria Math" panose="02040503050406030204" pitchFamily="18" charset="0"/>
                        </a:rPr>
                        <m:t>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" name="Equation 6" descr="A^{-1}A\mathbf{x}=\mathbf{x}=A^{-1}\mathbf{b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105" y="2507628"/>
                <a:ext cx="4127051" cy="4497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3150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31837-2081-B0F5-3B7F-7D7127991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36D0F1-FE26-E0B6-7692-58EAFE54D23D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Underdetermined system</a:t>
            </a:r>
          </a:p>
        </p:txBody>
      </p:sp>
    </p:spTree>
    <p:extLst>
      <p:ext uri="{BB962C8B-B14F-4D97-AF65-F5344CB8AC3E}">
        <p14:creationId xmlns:p14="http://schemas.microsoft.com/office/powerpoint/2010/main" val="1979127102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C9F58-4A7B-F32E-CBF4-7699A86BE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A75F0-77FB-6A6D-7762-4DEBE2BB7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Non-invertible matrices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E51E7FF-0141-9D5A-1022-D111747BF051}"/>
                  </a:ext>
                </a:extLst>
              </p:cNvPr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1990165"/>
                <a:ext cx="11164897" cy="3871374"/>
              </a:xfrm>
            </p:spPr>
            <p:txBody>
              <a:bodyPr wrap="square">
                <a:normAutofit/>
              </a:bodyPr>
              <a:lstStyle/>
              <a:p>
                <a:r>
                  <a:rPr sz="1600" dirty="0"/>
                  <a:t>If we consider </a:t>
                </a:r>
                <a:r>
                  <a:rPr lang="en-GB" sz="1600" dirty="0"/>
                  <a:t>the simultaneous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GB" sz="1600" b="1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GB" sz="1600" b="1" i="0" dirty="0" smtClean="0"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r>
                  <a:rPr sz="1600" dirty="0"/>
                  <a:t>, we can write</a:t>
                </a:r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This implies that there is a unique</a:t>
                </a:r>
                <a:r>
                  <a:rPr sz="1600" dirty="0"/>
                  <a:t> solution for </a:t>
                </a:r>
                <a14:m>
                  <m:oMath xmlns:m="http://schemas.openxmlformats.org/officeDocument/2006/math">
                    <m:r>
                      <a:rPr lang="en-GB" sz="1600" b="1" i="0" dirty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endParaRPr sz="1600" b="1" dirty="0"/>
              </a:p>
              <a:p>
                <a:r>
                  <a:rPr sz="1600" dirty="0"/>
                  <a:t>We know this isn't true for all simultaneous equations</a:t>
                </a:r>
                <a:r>
                  <a:rPr lang="en-GB" sz="1600" dirty="0"/>
                  <a:t>,</a:t>
                </a:r>
                <a:r>
                  <a:rPr sz="1600" dirty="0"/>
                  <a:t> </a:t>
                </a:r>
                <a:r>
                  <a:rPr lang="en-GB" sz="1600" dirty="0"/>
                  <a:t>some cannot be solved, whilst others have infinite solutions</a:t>
                </a:r>
              </a:p>
              <a:p>
                <a:r>
                  <a:rPr lang="en-GB" sz="1600" dirty="0"/>
                  <a:t>I</a:t>
                </a:r>
                <a:r>
                  <a:rPr sz="1600" dirty="0"/>
                  <a:t>n that case,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⁻¹</m:t>
                    </m:r>
                  </m:oMath>
                </a14:m>
                <a:r>
                  <a:rPr sz="1600" dirty="0"/>
                  <a:t> does not exist</a:t>
                </a:r>
              </a:p>
              <a:p>
                <a:r>
                  <a:rPr sz="1600" dirty="0"/>
                  <a:t>A system</a:t>
                </a:r>
                <a:r>
                  <a:rPr lang="en-GB" sz="1600" dirty="0"/>
                  <a:t> of simultaneous equations</a:t>
                </a:r>
                <a:r>
                  <a:rPr sz="1600" dirty="0"/>
                  <a:t> does</a:t>
                </a:r>
                <a:r>
                  <a:rPr lang="en-GB" sz="1600" dirty="0"/>
                  <a:t> not </a:t>
                </a:r>
                <a:r>
                  <a:rPr sz="1600" dirty="0"/>
                  <a:t>give a unique solution when one </a:t>
                </a:r>
                <a:r>
                  <a:rPr lang="en-GB" sz="1600" dirty="0"/>
                  <a:t>of the </a:t>
                </a:r>
                <a:r>
                  <a:rPr sz="1600" dirty="0"/>
                  <a:t>equation</a:t>
                </a:r>
                <a:r>
                  <a:rPr lang="en-GB" sz="1600" dirty="0"/>
                  <a:t>s can be written as </a:t>
                </a:r>
                <a:r>
                  <a:rPr sz="1600" dirty="0"/>
                  <a:t>a combination of the others – when there is </a:t>
                </a:r>
                <a:r>
                  <a:rPr lang="en-GB" sz="1600" dirty="0"/>
                  <a:t>a </a:t>
                </a:r>
                <a:r>
                  <a:rPr sz="1600" b="1" dirty="0"/>
                  <a:t>linear dependency</a:t>
                </a:r>
                <a:r>
                  <a:rPr lang="en-GB" sz="1600" b="1" dirty="0"/>
                  <a:t> </a:t>
                </a:r>
                <a:r>
                  <a:rPr lang="en-GB" sz="1600" dirty="0"/>
                  <a:t>between the equations</a:t>
                </a:r>
                <a:endParaRPr sz="1600" dirty="0"/>
              </a:p>
              <a:p>
                <a:r>
                  <a:rPr sz="1600" dirty="0"/>
                  <a:t>We can show that linearly dependent matrices do not have an inverse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E51E7FF-0141-9D5A-1022-D111747BF0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1990165"/>
                <a:ext cx="11164897" cy="3871374"/>
              </a:xfrm>
              <a:blipFill>
                <a:blip r:embed="rId2"/>
                <a:stretch>
                  <a:fillRect l="-2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A^{-1}A\mathbf{x}=\mathbf{x}=A^{-1}\mathbf{b}">
                <a:extLst>
                  <a:ext uri="{FF2B5EF4-FFF2-40B4-BE49-F238E27FC236}">
                    <a16:creationId xmlns:a16="http://schemas.microsoft.com/office/drawing/2014/main" id="{E304EDC3-0811-4861-ADA4-F3AD7AF6F378}"/>
                  </a:ext>
                </a:extLst>
              </p:cNvPr>
              <p:cNvSpPr txBox="1"/>
              <p:nvPr/>
            </p:nvSpPr>
            <p:spPr>
              <a:xfrm>
                <a:off x="3783105" y="2507628"/>
                <a:ext cx="4127051" cy="44972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p>
                          <m:r>
                            <a:rPr lang="en-US" sz="2800" b="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800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800" b="1" i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8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800" b="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p>
                          <m:r>
                            <a:rPr lang="en-US" sz="2800" b="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800" b="1" i="0">
                          <a:latin typeface="Cambria Math" panose="02040503050406030204" pitchFamily="18" charset="0"/>
                        </a:rPr>
                        <m:t>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" name="Equation 6" descr="A^{-1}A\mathbf{x}=\mathbf{x}=A^{-1}\mathbf{b}">
                <a:extLst>
                  <a:ext uri="{FF2B5EF4-FFF2-40B4-BE49-F238E27FC236}">
                    <a16:creationId xmlns:a16="http://schemas.microsoft.com/office/drawing/2014/main" id="{E304EDC3-0811-4861-ADA4-F3AD7AF6F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105" y="2507628"/>
                <a:ext cx="4127051" cy="4497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125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93148-3C5A-6380-0CD1-026539253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150FCE-C94F-71FB-196D-A118EB0B7D0E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Non-invertible matrices</a:t>
            </a:r>
          </a:p>
        </p:txBody>
      </p:sp>
    </p:spTree>
    <p:extLst>
      <p:ext uri="{BB962C8B-B14F-4D97-AF65-F5344CB8AC3E}">
        <p14:creationId xmlns:p14="http://schemas.microsoft.com/office/powerpoint/2010/main" val="3883268875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58B45-FE37-7438-A70A-F9F1F96EB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2132EE-3BE5-A5C4-C10F-D49A7C7EEA09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Non-invertible matrices</a:t>
            </a:r>
          </a:p>
        </p:txBody>
      </p:sp>
    </p:spTree>
    <p:extLst>
      <p:ext uri="{BB962C8B-B14F-4D97-AF65-F5344CB8AC3E}">
        <p14:creationId xmlns:p14="http://schemas.microsoft.com/office/powerpoint/2010/main" val="1668064743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41587-B973-921D-13C5-216B865D8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DE2EA4-9270-8EE2-1CBF-D2C9B1479016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Non-invertible matrices</a:t>
            </a:r>
          </a:p>
        </p:txBody>
      </p:sp>
    </p:spTree>
    <p:extLst>
      <p:ext uri="{BB962C8B-B14F-4D97-AF65-F5344CB8AC3E}">
        <p14:creationId xmlns:p14="http://schemas.microsoft.com/office/powerpoint/2010/main" val="2003746263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28DB6-A75E-49A8-0BC3-3130BEEDB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CF6BA8-51A3-ECF1-C7D0-28140F1FF7D2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Non-invertible matrices</a:t>
            </a:r>
          </a:p>
        </p:txBody>
      </p:sp>
    </p:spTree>
    <p:extLst>
      <p:ext uri="{BB962C8B-B14F-4D97-AF65-F5344CB8AC3E}">
        <p14:creationId xmlns:p14="http://schemas.microsoft.com/office/powerpoint/2010/main" val="1028435507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Invertible matrices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1954306"/>
                <a:ext cx="10875337" cy="3907233"/>
              </a:xfrm>
            </p:spPr>
            <p:txBody>
              <a:bodyPr wrap="square">
                <a:normAutofit/>
              </a:bodyPr>
              <a:lstStyle/>
              <a:p>
                <a:r>
                  <a:rPr sz="1600" dirty="0"/>
                  <a:t>The converse to the previous slide is also true – linearly independent matrices have an inverse</a:t>
                </a:r>
              </a:p>
              <a:p>
                <a:r>
                  <a:rPr sz="1600" dirty="0"/>
                  <a:t>We can show that for a linearly independent matrix, a series of row operations exist such that </a:t>
                </a:r>
              </a:p>
              <a:p>
                <a:endParaRPr lang="en-GB" sz="1600" dirty="0"/>
              </a:p>
              <a:p>
                <a:r>
                  <a:rPr sz="1600" dirty="0"/>
                  <a:t>This is done by first putting our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1600" dirty="0"/>
                  <a:t> in </a:t>
                </a:r>
                <a:r>
                  <a:rPr sz="1600" b="1" dirty="0"/>
                  <a:t>row echelon form</a:t>
                </a:r>
                <a:r>
                  <a:rPr sz="1600" dirty="0"/>
                  <a:t>, and when we do this, we know that all diagonal entries must be non-zero </a:t>
                </a:r>
              </a:p>
              <a:p>
                <a:r>
                  <a:rPr sz="1600" dirty="0"/>
                  <a:t>In doing so, we find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⁻¹=</m:t>
                    </m:r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sz="1600" dirty="0"/>
              </a:p>
              <a:p>
                <a:r>
                  <a:rPr sz="1600" dirty="0"/>
                  <a:t>This then also gives us a technique to find the inverse</a:t>
                </a: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1954306"/>
                <a:ext cx="10875337" cy="3907233"/>
              </a:xfrm>
              <a:blipFill>
                <a:blip r:embed="rId2"/>
                <a:stretch>
                  <a:fillRect l="-2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EA=I"/>
              <p:cNvSpPr txBox="1"/>
              <p:nvPr/>
            </p:nvSpPr>
            <p:spPr>
              <a:xfrm>
                <a:off x="5255558" y="2963530"/>
                <a:ext cx="1680883" cy="5146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3200" i="0">
                          <a:latin typeface="Cambria Math" panose="02040503050406030204" pitchFamily="18" charset="0"/>
                        </a:rPr>
                        <m:t>EA</m:t>
                      </m:r>
                      <m:r>
                        <a:rPr lang="en-US" sz="32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6" name="Equation 6" descr="EA=I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558" y="2963530"/>
                <a:ext cx="1680883" cy="514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71288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F6C06-12DD-AAB9-A2B4-5BCBFB1C8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E597B7-308E-1C7B-D2DF-DE0B33A33D5D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Invertible matrices</a:t>
            </a:r>
          </a:p>
        </p:txBody>
      </p:sp>
    </p:spTree>
    <p:extLst>
      <p:ext uri="{BB962C8B-B14F-4D97-AF65-F5344CB8AC3E}">
        <p14:creationId xmlns:p14="http://schemas.microsoft.com/office/powerpoint/2010/main" val="3563338001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2E36E-6C6A-5AF9-2095-0250C4C83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692B8D-A858-E167-3670-71674D780012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Invertible matrices</a:t>
            </a:r>
          </a:p>
        </p:txBody>
      </p:sp>
    </p:spTree>
    <p:extLst>
      <p:ext uri="{BB962C8B-B14F-4D97-AF65-F5344CB8AC3E}">
        <p14:creationId xmlns:p14="http://schemas.microsoft.com/office/powerpoint/2010/main" val="3449605176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FECF6-71C8-74F1-B153-7813FC557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39B269-8D97-CD9F-29CB-FA5FF5BBE10A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Invertible matrices</a:t>
            </a:r>
          </a:p>
        </p:txBody>
      </p:sp>
    </p:spTree>
    <p:extLst>
      <p:ext uri="{BB962C8B-B14F-4D97-AF65-F5344CB8AC3E}">
        <p14:creationId xmlns:p14="http://schemas.microsoft.com/office/powerpoint/2010/main" val="3429555301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04C81-AFD1-1EA6-6A0F-F8717D22D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03A371-05C6-6AE8-A398-0E295A305EEA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Invertible matrices</a:t>
            </a:r>
          </a:p>
        </p:txBody>
      </p:sp>
    </p:spTree>
    <p:extLst>
      <p:ext uri="{BB962C8B-B14F-4D97-AF65-F5344CB8AC3E}">
        <p14:creationId xmlns:p14="http://schemas.microsoft.com/office/powerpoint/2010/main" val="1284030698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The determinant</a:t>
            </a:r>
          </a:p>
        </p:txBody>
      </p:sp>
      <p:pic>
        <p:nvPicPr>
          <p:cNvPr id="4" name="Picture 3" descr="The image depicts a geometric transformation process, illustrating a matrix transformation that includes scaling, singular matrix structure, and the application of Cramer's Rule for solving systems of equations, leading to a final solution.&#10;&#10;AI-generated content may be incorrect.">
            <a:extLst>
              <a:ext uri="{FF2B5EF4-FFF2-40B4-BE49-F238E27FC236}">
                <a16:creationId xmlns:a16="http://schemas.microsoft.com/office/drawing/2014/main" id="{F25EC9E8-260A-DE07-D1E2-C5260665E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383" y="2856399"/>
            <a:ext cx="6189233" cy="337594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Determinants of diagonal matrices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>
          <a:xfrm>
            <a:off x="420624" y="1996141"/>
            <a:ext cx="11155800" cy="4211021"/>
          </a:xfrm>
        </p:spPr>
        <p:txBody>
          <a:bodyPr wrap="square">
            <a:normAutofit/>
          </a:bodyPr>
          <a:lstStyle/>
          <a:p>
            <a:r>
              <a:rPr lang="en-GB" sz="1500" dirty="0"/>
              <a:t>The determinant itself is not too tricky to calculate, at least when we have a matrix that is just numbers (and we don’t make typos)</a:t>
            </a:r>
          </a:p>
          <a:p>
            <a:r>
              <a:rPr lang="en-GB" sz="1500" dirty="0"/>
              <a:t>Scientific computing, however, often requires determinants of algebraic matrices, and additionally, may need to simplify the algebraic expression such that we understand physical or mathematical properties of our system</a:t>
            </a:r>
          </a:p>
          <a:p>
            <a:r>
              <a:rPr lang="en-GB" sz="1500" dirty="0"/>
              <a:t>If we are lucky enough to have a </a:t>
            </a:r>
            <a:r>
              <a:rPr sz="1500" dirty="0"/>
              <a:t>diagonal matrix, or an upper or lower triangular matrix, </a:t>
            </a:r>
            <a:r>
              <a:rPr lang="en-GB" sz="1500" dirty="0"/>
              <a:t>then the determinant </a:t>
            </a:r>
            <a:r>
              <a:rPr sz="1500" dirty="0"/>
              <a:t>is straightforward to compute – simply multiply the diagonal entries together</a:t>
            </a:r>
            <a:r>
              <a:rPr lang="en-GB" sz="1500" dirty="0"/>
              <a:t>, and generally easier to simplify</a:t>
            </a:r>
            <a:endParaRPr dirty="0"/>
          </a:p>
          <a:p>
            <a:r>
              <a:rPr sz="1500" dirty="0"/>
              <a:t>We know we can convert a matrix to row echelon form, and from that, the determinant is now easy to compute</a:t>
            </a:r>
            <a:r>
              <a:rPr lang="en-GB" sz="1500" dirty="0"/>
              <a:t>, but in using a series of row operations, we might not recover the determinant of the original matrix</a:t>
            </a:r>
            <a:endParaRPr dirty="0"/>
          </a:p>
          <a:p>
            <a:r>
              <a:rPr sz="1500" dirty="0"/>
              <a:t>All we need to know is what effect the elementary operations we used to obtain row echelon form have on the determinant</a:t>
            </a:r>
            <a:r>
              <a:rPr dirty="0"/>
              <a:t> </a:t>
            </a:r>
          </a:p>
          <a:p>
            <a:r>
              <a:rPr sz="1500" dirty="0"/>
              <a:t>Fortunately, this is easy to work 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Effect of elementary operations on determinants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>
          <a:xfrm>
            <a:off x="417503" y="1753496"/>
            <a:ext cx="11464318" cy="4108043"/>
          </a:xfrm>
        </p:spPr>
        <p:txBody>
          <a:bodyPr wrap="square">
            <a:normAutofit/>
          </a:bodyPr>
          <a:lstStyle/>
          <a:p>
            <a:r>
              <a:rPr sz="1600" dirty="0"/>
              <a:t>Multiplying a row by a scalar multiplies the determinant by the same scalar</a:t>
            </a:r>
            <a:r>
              <a:rPr lang="en-GB" sz="1600" dirty="0"/>
              <a:t> </a:t>
            </a:r>
            <a:r>
              <a:rPr sz="1600" dirty="0"/>
              <a:t> </a:t>
            </a:r>
            <a:endParaRPr lang="en-GB" sz="1600" dirty="0"/>
          </a:p>
          <a:p>
            <a:endParaRPr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A^{\prime}=E_\lambda A\implies\det(A^{\prime})=\lambda\,\det(A)"/>
              <p:cNvSpPr txBox="1"/>
              <p:nvPr/>
            </p:nvSpPr>
            <p:spPr>
              <a:xfrm>
                <a:off x="4461734" y="2304135"/>
                <a:ext cx="5120640" cy="4045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p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GB" sz="2400" b="0" i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⟹</m:t>
                      </m:r>
                      <m:r>
                        <a:rPr lang="en-GB" sz="2400" b="0" i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sz="2400" b="0" i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p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 </m:t>
                      </m:r>
                      <m:func>
                        <m:funcPr>
                          <m:ctrlPr>
                            <a:rPr lang="en-US" sz="2400" b="0" i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US" sz="2400" i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" name="Equation 6" descr="A^{\prime}=E_\lambda A\implies\det(A^{\prime})=\lambda\,\det(A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734" y="2304135"/>
                <a:ext cx="5120640" cy="404524"/>
              </a:xfrm>
              <a:prstGeom prst="rect">
                <a:avLst/>
              </a:prstGeom>
              <a:blipFill>
                <a:blip r:embed="rId2"/>
                <a:stretch>
                  <a:fillRect b="-272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77835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FE579-8DB5-A0FD-FC1D-00603751F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B70954-3868-095D-AA0B-78E15DEAFBD3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Determinant row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2532913409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D7146-728A-85C0-A449-39CA21E65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E05CA-85EF-5CAA-B391-3CEC389EB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Effect of elementary operations on determinants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9DC339-7A68-2649-8845-2E20DF25D934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17503" y="1753496"/>
            <a:ext cx="11464318" cy="4108043"/>
          </a:xfrm>
        </p:spPr>
        <p:txBody>
          <a:bodyPr wrap="square">
            <a:normAutofit/>
          </a:bodyPr>
          <a:lstStyle/>
          <a:p>
            <a:r>
              <a:rPr sz="1600" dirty="0"/>
              <a:t>Multiplying a row by a scalar multiplies the determinant by the same scalar</a:t>
            </a:r>
            <a:r>
              <a:rPr lang="en-GB" sz="1600" dirty="0"/>
              <a:t> </a:t>
            </a:r>
            <a:r>
              <a:rPr sz="1600" dirty="0"/>
              <a:t> </a:t>
            </a:r>
            <a:endParaRPr lang="en-GB" sz="1600" dirty="0"/>
          </a:p>
          <a:p>
            <a:endParaRPr sz="1600" dirty="0"/>
          </a:p>
          <a:p>
            <a:r>
              <a:rPr sz="1600" dirty="0"/>
              <a:t>Adding a multiple of one row to another doesn't change the determinant </a:t>
            </a:r>
            <a:endParaRPr lang="en-GB" sz="1600" dirty="0"/>
          </a:p>
          <a:p>
            <a:endParaRPr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A^{\prime}=E_\lambda A\implies\det(A^{\prime})=\lambda\,\det(A)">
                <a:extLst>
                  <a:ext uri="{FF2B5EF4-FFF2-40B4-BE49-F238E27FC236}">
                    <a16:creationId xmlns:a16="http://schemas.microsoft.com/office/drawing/2014/main" id="{1EE56C36-B4CD-E164-1D7A-F8FD84574A21}"/>
                  </a:ext>
                </a:extLst>
              </p:cNvPr>
              <p:cNvSpPr txBox="1"/>
              <p:nvPr/>
            </p:nvSpPr>
            <p:spPr>
              <a:xfrm>
                <a:off x="4461734" y="2304135"/>
                <a:ext cx="5120640" cy="4045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p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GB" sz="2400" b="0" i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⟹</m:t>
                      </m:r>
                      <m:r>
                        <a:rPr lang="en-GB" sz="2400" b="0" i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sz="2400" b="0" i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p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 </m:t>
                      </m:r>
                      <m:func>
                        <m:funcPr>
                          <m:ctrlPr>
                            <a:rPr lang="en-US" sz="2400" b="0" i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US" sz="2400" i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" name="Equation 6" descr="A^{\prime}=E_\lambda A\implies\det(A^{\prime})=\lambda\,\det(A)">
                <a:extLst>
                  <a:ext uri="{FF2B5EF4-FFF2-40B4-BE49-F238E27FC236}">
                    <a16:creationId xmlns:a16="http://schemas.microsoft.com/office/drawing/2014/main" id="{1EE56C36-B4CD-E164-1D7A-F8FD84574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734" y="2304135"/>
                <a:ext cx="5120640" cy="404524"/>
              </a:xfrm>
              <a:prstGeom prst="rect">
                <a:avLst/>
              </a:prstGeom>
              <a:blipFill>
                <a:blip r:embed="rId2"/>
                <a:stretch>
                  <a:fillRect b="-272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quation 7" descr="B^{\prime}=E_\mu B\implies\det(B^{\prime})=\det(B)">
                <a:extLst>
                  <a:ext uri="{FF2B5EF4-FFF2-40B4-BE49-F238E27FC236}">
                    <a16:creationId xmlns:a16="http://schemas.microsoft.com/office/drawing/2014/main" id="{8D36A3B5-886E-DD68-8ED4-79B1B572641B}"/>
                  </a:ext>
                </a:extLst>
              </p:cNvPr>
              <p:cNvSpPr txBox="1"/>
              <p:nvPr/>
            </p:nvSpPr>
            <p:spPr>
              <a:xfrm>
                <a:off x="4354158" y="3327814"/>
                <a:ext cx="5120640" cy="4338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p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⟹</m:t>
                      </m:r>
                      <m:r>
                        <m:rPr>
                          <m:sty m:val="p"/>
                        </m:rPr>
                        <a:rPr lang="en-US" sz="2400" b="0" i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p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2400" b="0" i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Equation 7" descr="B^{\prime}=E_\mu B\implies\det(B^{\prime})=\det(B)">
                <a:extLst>
                  <a:ext uri="{FF2B5EF4-FFF2-40B4-BE49-F238E27FC236}">
                    <a16:creationId xmlns:a16="http://schemas.microsoft.com/office/drawing/2014/main" id="{8D36A3B5-886E-DD68-8ED4-79B1B5726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158" y="3327814"/>
                <a:ext cx="5120640" cy="433829"/>
              </a:xfrm>
              <a:prstGeom prst="rect">
                <a:avLst/>
              </a:prstGeom>
              <a:blipFill>
                <a:blip r:embed="rId3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27640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4E38E-ACB6-2A18-063B-BCF9300DA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E13E2C-896B-9D80-EC27-1BE54BEEC607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Determinant row multiple</a:t>
            </a:r>
          </a:p>
        </p:txBody>
      </p:sp>
    </p:spTree>
    <p:extLst>
      <p:ext uri="{BB962C8B-B14F-4D97-AF65-F5344CB8AC3E}">
        <p14:creationId xmlns:p14="http://schemas.microsoft.com/office/powerpoint/2010/main" val="386500763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955B7-5715-1BF0-EFD9-81E37105F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046CCA-689B-9238-E155-0972611085D3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Determinant row multiple</a:t>
            </a:r>
          </a:p>
        </p:txBody>
      </p:sp>
    </p:spTree>
    <p:extLst>
      <p:ext uri="{BB962C8B-B14F-4D97-AF65-F5344CB8AC3E}">
        <p14:creationId xmlns:p14="http://schemas.microsoft.com/office/powerpoint/2010/main" val="630573547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28C5F-BFF9-4245-AE45-FF2F451FD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90F74-F831-93F4-ABB3-096B47C8B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Effect of elementary operations on determinants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BF0A85-96BC-1708-7EB9-498C8EE6DB4D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17503" y="1753496"/>
            <a:ext cx="11464318" cy="4108043"/>
          </a:xfrm>
        </p:spPr>
        <p:txBody>
          <a:bodyPr wrap="square">
            <a:normAutofit/>
          </a:bodyPr>
          <a:lstStyle/>
          <a:p>
            <a:r>
              <a:rPr sz="1600" dirty="0"/>
              <a:t>Multiplying a row by a scalar multiplies the determinant by the same scalar</a:t>
            </a:r>
            <a:r>
              <a:rPr lang="en-GB" sz="1600" dirty="0"/>
              <a:t> </a:t>
            </a:r>
            <a:r>
              <a:rPr sz="1600" dirty="0"/>
              <a:t> </a:t>
            </a:r>
            <a:endParaRPr lang="en-GB" sz="1600" dirty="0"/>
          </a:p>
          <a:p>
            <a:endParaRPr sz="1600" dirty="0"/>
          </a:p>
          <a:p>
            <a:r>
              <a:rPr sz="1600" dirty="0"/>
              <a:t>Adding a multiple of one row to another doesn't change the determinant </a:t>
            </a:r>
            <a:endParaRPr lang="en-GB" sz="1600" dirty="0"/>
          </a:p>
          <a:p>
            <a:endParaRPr sz="1600" dirty="0"/>
          </a:p>
          <a:p>
            <a:r>
              <a:rPr sz="1600" dirty="0"/>
              <a:t>Switching two rows switches the sign of the determinant </a:t>
            </a:r>
            <a:endParaRPr lang="en-GB" sz="1600" dirty="0"/>
          </a:p>
          <a:p>
            <a:endParaRPr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A^{\prime}=E_\lambda A\implies\det(A^{\prime})=\lambda\,\det(A)">
                <a:extLst>
                  <a:ext uri="{FF2B5EF4-FFF2-40B4-BE49-F238E27FC236}">
                    <a16:creationId xmlns:a16="http://schemas.microsoft.com/office/drawing/2014/main" id="{BA3A82B6-BD1F-F630-9D3F-58977C62D8B9}"/>
                  </a:ext>
                </a:extLst>
              </p:cNvPr>
              <p:cNvSpPr txBox="1"/>
              <p:nvPr/>
            </p:nvSpPr>
            <p:spPr>
              <a:xfrm>
                <a:off x="4461734" y="2304135"/>
                <a:ext cx="5120640" cy="4045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p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GB" sz="2400" b="0" i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⟹</m:t>
                      </m:r>
                      <m:r>
                        <a:rPr lang="en-GB" sz="2400" b="0" i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sz="2400" b="0" i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p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 </m:t>
                      </m:r>
                      <m:func>
                        <m:funcPr>
                          <m:ctrlPr>
                            <a:rPr lang="en-US" sz="2400" b="0" i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US" sz="2400" i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" name="Equation 6" descr="A^{\prime}=E_\lambda A\implies\det(A^{\prime})=\lambda\,\det(A)">
                <a:extLst>
                  <a:ext uri="{FF2B5EF4-FFF2-40B4-BE49-F238E27FC236}">
                    <a16:creationId xmlns:a16="http://schemas.microsoft.com/office/drawing/2014/main" id="{BA3A82B6-BD1F-F630-9D3F-58977C62D8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734" y="2304135"/>
                <a:ext cx="5120640" cy="404524"/>
              </a:xfrm>
              <a:prstGeom prst="rect">
                <a:avLst/>
              </a:prstGeom>
              <a:blipFill>
                <a:blip r:embed="rId2"/>
                <a:stretch>
                  <a:fillRect b="-272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quation 7" descr="B^{\prime}=E_\mu B\implies\det(B^{\prime})=\det(B)">
                <a:extLst>
                  <a:ext uri="{FF2B5EF4-FFF2-40B4-BE49-F238E27FC236}">
                    <a16:creationId xmlns:a16="http://schemas.microsoft.com/office/drawing/2014/main" id="{5E167BA2-E439-62CA-A56A-0BF6394D67D7}"/>
                  </a:ext>
                </a:extLst>
              </p:cNvPr>
              <p:cNvSpPr txBox="1"/>
              <p:nvPr/>
            </p:nvSpPr>
            <p:spPr>
              <a:xfrm>
                <a:off x="4354158" y="3327814"/>
                <a:ext cx="5120640" cy="4338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p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⟹</m:t>
                      </m:r>
                      <m:r>
                        <m:rPr>
                          <m:sty m:val="p"/>
                        </m:rPr>
                        <a:rPr lang="en-US" sz="2400" b="0" i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p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2400" b="0" i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Equation 7" descr="B^{\prime}=E_\mu B\implies\det(B^{\prime})=\det(B)">
                <a:extLst>
                  <a:ext uri="{FF2B5EF4-FFF2-40B4-BE49-F238E27FC236}">
                    <a16:creationId xmlns:a16="http://schemas.microsoft.com/office/drawing/2014/main" id="{5E167BA2-E439-62CA-A56A-0BF6394D6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158" y="3327814"/>
                <a:ext cx="5120640" cy="433829"/>
              </a:xfrm>
              <a:prstGeom prst="rect">
                <a:avLst/>
              </a:prstGeom>
              <a:blipFill>
                <a:blip r:embed="rId3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Equation 8" descr="C^{\prime}=E_\nu A\implies\det(C^{\prime})=-\det(C)">
                <a:extLst>
                  <a:ext uri="{FF2B5EF4-FFF2-40B4-BE49-F238E27FC236}">
                    <a16:creationId xmlns:a16="http://schemas.microsoft.com/office/drawing/2014/main" id="{8D11A54C-9511-4F64-1431-73AD7CD2DD34}"/>
                  </a:ext>
                </a:extLst>
              </p:cNvPr>
              <p:cNvSpPr txBox="1"/>
              <p:nvPr/>
            </p:nvSpPr>
            <p:spPr>
              <a:xfrm>
                <a:off x="4354158" y="4313998"/>
                <a:ext cx="5120640" cy="39665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p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⟹</m:t>
                      </m:r>
                      <m:r>
                        <m:rPr>
                          <m:sty m:val="p"/>
                        </m:rPr>
                        <a:rPr lang="en-US" sz="2400" b="0" i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p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0">
                          <a:latin typeface="Cambria Math" panose="02040503050406030204" pitchFamily="18" charset="0"/>
                        </a:rPr>
                        <m:t>)=−</m:t>
                      </m:r>
                      <m:r>
                        <m:rPr>
                          <m:sty m:val="p"/>
                        </m:rPr>
                        <a:rPr lang="en-US" sz="2400" b="0" i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8" name="Equation 8" descr="C^{\prime}=E_\nu A\implies\det(C^{\prime})=-\det(C)">
                <a:extLst>
                  <a:ext uri="{FF2B5EF4-FFF2-40B4-BE49-F238E27FC236}">
                    <a16:creationId xmlns:a16="http://schemas.microsoft.com/office/drawing/2014/main" id="{8D11A54C-9511-4F64-1431-73AD7CD2D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158" y="4313998"/>
                <a:ext cx="5120640" cy="396651"/>
              </a:xfrm>
              <a:prstGeom prst="rect">
                <a:avLst/>
              </a:prstGeom>
              <a:blipFill>
                <a:blip r:embed="rId4"/>
                <a:stretch>
                  <a:fillRect b="-2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20287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D4FCB-B8E9-660F-B501-D629FF412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38EFA2-0DBD-D873-C279-CD7F05CE108F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Determinant row switch</a:t>
            </a:r>
          </a:p>
        </p:txBody>
      </p:sp>
    </p:spTree>
    <p:extLst>
      <p:ext uri="{BB962C8B-B14F-4D97-AF65-F5344CB8AC3E}">
        <p14:creationId xmlns:p14="http://schemas.microsoft.com/office/powerpoint/2010/main" val="1702526973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9C884-569F-0A37-6451-C9041EBA9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D82EB-CD48-220B-0DE3-B1B48B92E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Effect of elementary operations on determinants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AF52252-3E26-0B3D-7CC8-151A6B9B944A}"/>
                  </a:ext>
                </a:extLst>
              </p:cNvPr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3" y="1753496"/>
                <a:ext cx="11464318" cy="4108043"/>
              </a:xfrm>
            </p:spPr>
            <p:txBody>
              <a:bodyPr wrap="square">
                <a:normAutofit/>
              </a:bodyPr>
              <a:lstStyle/>
              <a:p>
                <a:r>
                  <a:rPr sz="1600" dirty="0"/>
                  <a:t>Multiplying a row by a scalar multiplies the determinant by the same scalar</a:t>
                </a:r>
                <a:r>
                  <a:rPr lang="en-GB" sz="1600" dirty="0"/>
                  <a:t> </a:t>
                </a:r>
                <a:r>
                  <a:rPr sz="1600" dirty="0"/>
                  <a:t> </a:t>
                </a:r>
                <a:endParaRPr lang="en-GB" sz="1600" dirty="0"/>
              </a:p>
              <a:p>
                <a:endParaRPr sz="1600" dirty="0"/>
              </a:p>
              <a:p>
                <a:r>
                  <a:rPr sz="1600" dirty="0"/>
                  <a:t>Adding a multiple of one row to another doesn't change the determinant </a:t>
                </a:r>
                <a:endParaRPr lang="en-GB" sz="1600" dirty="0"/>
              </a:p>
              <a:p>
                <a:endParaRPr sz="1600" dirty="0"/>
              </a:p>
              <a:p>
                <a:r>
                  <a:rPr sz="1600" dirty="0"/>
                  <a:t>Switching two rows switches the sign of the determinant </a:t>
                </a:r>
                <a:endParaRPr lang="en-GB" sz="1600" dirty="0"/>
              </a:p>
              <a:p>
                <a:endParaRPr sz="1600" dirty="0"/>
              </a:p>
              <a:p>
                <a:r>
                  <a:rPr sz="1600" dirty="0"/>
                  <a:t>This means multiple elementary operations either multiply the determinant by a scalar (including </a:t>
                </a:r>
                <a:r>
                  <a:rPr lang="en-GB" sz="1600" dirty="0"/>
                  <a:t>-</a:t>
                </a:r>
                <a:r>
                  <a:rPr sz="1600" dirty="0"/>
                  <a:t>1) or leave it unchanged </a:t>
                </a:r>
              </a:p>
              <a:p>
                <a:r>
                  <a:rPr sz="1600" dirty="0"/>
                  <a:t>For an arbitrary number of operations,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sz="1600" dirty="0"/>
                  <a:t>, we have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AF52252-3E26-0B3D-7CC8-151A6B9B94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3" y="1753496"/>
                <a:ext cx="11464318" cy="4108043"/>
              </a:xfrm>
              <a:blipFill>
                <a:blip r:embed="rId2"/>
                <a:stretch>
                  <a:fillRect l="-2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A^{\prime}=E_\lambda A\implies\det(A^{\prime})=\lambda\,\det(A)">
                <a:extLst>
                  <a:ext uri="{FF2B5EF4-FFF2-40B4-BE49-F238E27FC236}">
                    <a16:creationId xmlns:a16="http://schemas.microsoft.com/office/drawing/2014/main" id="{E93B5054-9B9E-18CF-E7C0-195C17FEA42C}"/>
                  </a:ext>
                </a:extLst>
              </p:cNvPr>
              <p:cNvSpPr txBox="1"/>
              <p:nvPr/>
            </p:nvSpPr>
            <p:spPr>
              <a:xfrm>
                <a:off x="4461734" y="2304135"/>
                <a:ext cx="5120640" cy="4045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p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GB" sz="2400" b="0" i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⟹</m:t>
                      </m:r>
                      <m:r>
                        <a:rPr lang="en-GB" sz="2400" b="0" i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sz="2400" b="0" i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p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 </m:t>
                      </m:r>
                      <m:func>
                        <m:funcPr>
                          <m:ctrlPr>
                            <a:rPr lang="en-US" sz="2400" b="0" i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US" sz="2400" i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" name="Equation 6" descr="A^{\prime}=E_\lambda A\implies\det(A^{\prime})=\lambda\,\det(A)">
                <a:extLst>
                  <a:ext uri="{FF2B5EF4-FFF2-40B4-BE49-F238E27FC236}">
                    <a16:creationId xmlns:a16="http://schemas.microsoft.com/office/drawing/2014/main" id="{E93B5054-9B9E-18CF-E7C0-195C17FEA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734" y="2304135"/>
                <a:ext cx="5120640" cy="404524"/>
              </a:xfrm>
              <a:prstGeom prst="rect">
                <a:avLst/>
              </a:prstGeom>
              <a:blipFill>
                <a:blip r:embed="rId3"/>
                <a:stretch>
                  <a:fillRect b="-272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quation 7" descr="B^{\prime}=E_\mu B\implies\det(B^{\prime})=\det(B)">
                <a:extLst>
                  <a:ext uri="{FF2B5EF4-FFF2-40B4-BE49-F238E27FC236}">
                    <a16:creationId xmlns:a16="http://schemas.microsoft.com/office/drawing/2014/main" id="{64A81384-3530-C817-8711-8967426AF1BE}"/>
                  </a:ext>
                </a:extLst>
              </p:cNvPr>
              <p:cNvSpPr txBox="1"/>
              <p:nvPr/>
            </p:nvSpPr>
            <p:spPr>
              <a:xfrm>
                <a:off x="4354158" y="3327814"/>
                <a:ext cx="5120640" cy="4338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p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⟹</m:t>
                      </m:r>
                      <m:r>
                        <m:rPr>
                          <m:sty m:val="p"/>
                        </m:rPr>
                        <a:rPr lang="en-US" sz="2400" b="0" i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p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2400" b="0" i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Equation 7" descr="B^{\prime}=E_\mu B\implies\det(B^{\prime})=\det(B)">
                <a:extLst>
                  <a:ext uri="{FF2B5EF4-FFF2-40B4-BE49-F238E27FC236}">
                    <a16:creationId xmlns:a16="http://schemas.microsoft.com/office/drawing/2014/main" id="{64A81384-3530-C817-8711-8967426AF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158" y="3327814"/>
                <a:ext cx="5120640" cy="433829"/>
              </a:xfrm>
              <a:prstGeom prst="rect">
                <a:avLst/>
              </a:prstGeom>
              <a:blipFill>
                <a:blip r:embed="rId4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Equation 8" descr="C^{\prime}=E_\nu A\implies\det(C^{\prime})=-\det(C)">
                <a:extLst>
                  <a:ext uri="{FF2B5EF4-FFF2-40B4-BE49-F238E27FC236}">
                    <a16:creationId xmlns:a16="http://schemas.microsoft.com/office/drawing/2014/main" id="{A6212A39-3394-6279-3DB9-B95D13692E40}"/>
                  </a:ext>
                </a:extLst>
              </p:cNvPr>
              <p:cNvSpPr txBox="1"/>
              <p:nvPr/>
            </p:nvSpPr>
            <p:spPr>
              <a:xfrm>
                <a:off x="4354158" y="4313998"/>
                <a:ext cx="5120640" cy="39665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p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⟹</m:t>
                      </m:r>
                      <m:r>
                        <m:rPr>
                          <m:sty m:val="p"/>
                        </m:rPr>
                        <a:rPr lang="en-US" sz="2400" b="0" i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p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0">
                          <a:latin typeface="Cambria Math" panose="02040503050406030204" pitchFamily="18" charset="0"/>
                        </a:rPr>
                        <m:t>)=−</m:t>
                      </m:r>
                      <m:r>
                        <m:rPr>
                          <m:sty m:val="p"/>
                        </m:rPr>
                        <a:rPr lang="en-US" sz="2400" b="0" i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8" name="Equation 8" descr="C^{\prime}=E_\nu A\implies\det(C^{\prime})=-\det(C)">
                <a:extLst>
                  <a:ext uri="{FF2B5EF4-FFF2-40B4-BE49-F238E27FC236}">
                    <a16:creationId xmlns:a16="http://schemas.microsoft.com/office/drawing/2014/main" id="{A6212A39-3394-6279-3DB9-B95D13692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158" y="4313998"/>
                <a:ext cx="5120640" cy="396651"/>
              </a:xfrm>
              <a:prstGeom prst="rect">
                <a:avLst/>
              </a:prstGeom>
              <a:blipFill>
                <a:blip r:embed="rId5"/>
                <a:stretch>
                  <a:fillRect b="-2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Equation 9" descr="A^{\prime}=EA\implies\det(A^{\prime})=\alpha\,\det(A)">
                <a:extLst>
                  <a:ext uri="{FF2B5EF4-FFF2-40B4-BE49-F238E27FC236}">
                    <a16:creationId xmlns:a16="http://schemas.microsoft.com/office/drawing/2014/main" id="{2306ACD0-ECC4-C5EC-B65B-595F126EEBDB}"/>
                  </a:ext>
                </a:extLst>
              </p:cNvPr>
              <p:cNvSpPr txBox="1"/>
              <p:nvPr/>
            </p:nvSpPr>
            <p:spPr>
              <a:xfrm>
                <a:off x="4461734" y="5654145"/>
                <a:ext cx="5120640" cy="41478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p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EA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⟹</m:t>
                      </m:r>
                      <m:r>
                        <m:rPr>
                          <m:sty m:val="p"/>
                        </m:rPr>
                        <a:rPr lang="en-US" sz="2400" b="0" i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p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2400" b="0" i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Equation 9" descr="A^{\prime}=EA\implies\det(A^{\prime})=\alpha\,\det(A)">
                <a:extLst>
                  <a:ext uri="{FF2B5EF4-FFF2-40B4-BE49-F238E27FC236}">
                    <a16:creationId xmlns:a16="http://schemas.microsoft.com/office/drawing/2014/main" id="{2306ACD0-ECC4-C5EC-B65B-595F126EE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734" y="5654145"/>
                <a:ext cx="5120640" cy="414787"/>
              </a:xfrm>
              <a:prstGeom prst="rect">
                <a:avLst/>
              </a:prstGeom>
              <a:blipFill>
                <a:blip r:embed="rId6"/>
                <a:stretch>
                  <a:fillRect b="-235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1716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Determinants and linear dependency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1914860"/>
                <a:ext cx="11313711" cy="4367605"/>
              </a:xfrm>
            </p:spPr>
            <p:txBody>
              <a:bodyPr wrap="square">
                <a:normAutofit/>
              </a:bodyPr>
              <a:lstStyle/>
              <a:p>
                <a:r>
                  <a:rPr sz="1600" dirty="0"/>
                  <a:t>If a matrix has a row which is entirely zeroes, it is easy to see (and show) that the determinant is zero </a:t>
                </a:r>
              </a:p>
              <a:p>
                <a:r>
                  <a:rPr sz="1600" dirty="0"/>
                  <a:t>For a linearly dependent matrix, we can perform elementary operations,</a:t>
                </a:r>
                <a:br>
                  <a:rPr lang="en-GB" sz="1600" dirty="0"/>
                </a:br>
                <a:br>
                  <a:rPr lang="en-GB" sz="1600" dirty="0"/>
                </a:br>
                <a:br>
                  <a:rPr lang="en-GB" sz="1600" dirty="0"/>
                </a:br>
                <a:r>
                  <a:rPr sz="1600" dirty="0"/>
                  <a:t>such that A' contains a row of zeroes </a:t>
                </a:r>
              </a:p>
              <a:p>
                <a:r>
                  <a:rPr sz="1600" dirty="0"/>
                  <a:t>Therefore </a:t>
                </a:r>
                <a:br>
                  <a:rPr lang="en-GB" sz="1600" dirty="0"/>
                </a:br>
                <a:endParaRPr sz="1600" dirty="0"/>
              </a:p>
              <a:p>
                <a:r>
                  <a:rPr sz="1600" dirty="0"/>
                  <a:t>This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1" dirty="0" smtClean="0">
                        <a:latin typeface="Cambria Math" panose="02040503050406030204" pitchFamily="18" charset="0"/>
                      </a:rPr>
                      <m:t>det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en-GB" sz="1600" dirty="0"/>
                  <a:t> </a:t>
                </a:r>
                <a:r>
                  <a:rPr sz="1600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1600" dirty="0"/>
                  <a:t> has linearly dependent rows or columns </a:t>
                </a:r>
              </a:p>
              <a:p>
                <a:r>
                  <a:rPr sz="1600" dirty="0"/>
                  <a:t>The converse also holds – a linearly independent matrix,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1600" dirty="0"/>
                  <a:t>,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1" dirty="0" smtClean="0">
                        <a:latin typeface="Cambria Math" panose="02040503050406030204" pitchFamily="18" charset="0"/>
                      </a:rPr>
                      <m:t>det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)≠0</m:t>
                    </m:r>
                  </m:oMath>
                </a14:m>
                <a:r>
                  <a:rPr sz="1600" dirty="0"/>
                  <a:t> </a:t>
                </a:r>
              </a:p>
              <a:p>
                <a:r>
                  <a:rPr sz="1600" dirty="0"/>
                  <a:t>As a result, the determinant is a quick method to check for linear dependency</a:t>
                </a: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1914860"/>
                <a:ext cx="11313711" cy="4367605"/>
              </a:xfrm>
              <a:blipFill>
                <a:blip r:embed="rId2"/>
                <a:stretch>
                  <a:fillRect l="-216" b="-11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A^{\prime}=EA"/>
              <p:cNvSpPr txBox="1"/>
              <p:nvPr/>
            </p:nvSpPr>
            <p:spPr>
              <a:xfrm>
                <a:off x="4362225" y="2891488"/>
                <a:ext cx="1906793" cy="44600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p>
                          <m:r>
                            <a:rPr lang="en-US" sz="2800" b="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8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latin typeface="Cambria Math" panose="02040503050406030204" pitchFamily="18" charset="0"/>
                        </a:rPr>
                        <m:t>EA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" name="Equation 6" descr="A^{\prime}=E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225" y="2891488"/>
                <a:ext cx="1906793" cy="4460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quation 7" descr="\det(A^{\prime})=0\quad\text{and}\quad\det(A^{\prime})=\alpha\,\det(A)"/>
              <p:cNvSpPr txBox="1"/>
              <p:nvPr/>
            </p:nvSpPr>
            <p:spPr>
              <a:xfrm>
                <a:off x="2573765" y="4221687"/>
                <a:ext cx="6532205" cy="44600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b="0" i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p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0">
                          <a:latin typeface="Cambria Math" panose="02040503050406030204" pitchFamily="18" charset="0"/>
                        </a:rPr>
                        <m:t>)=0 </m:t>
                      </m:r>
                      <m:r>
                        <m:rPr>
                          <m:sty m:val="p"/>
                        </m:rPr>
                        <a:rPr lang="en-US" sz="2400" b="0" i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sty m:val="p"/>
                        </m:rPr>
                        <a:rPr lang="en-US" sz="2400" b="0" i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p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2400" b="0" i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Equation 7" descr="\det(A^{\prime})=0\quad\text{and}\quad\det(A^{\prime})=\alpha\,\det(A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3765" y="4221687"/>
                <a:ext cx="6532205" cy="4460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5806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0B5C0-9A55-77CC-606E-042E807B7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1DD176-AD7C-75EF-518F-793D011E5B0F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Determinants and linear dependency</a:t>
            </a:r>
          </a:p>
        </p:txBody>
      </p:sp>
    </p:spTree>
    <p:extLst>
      <p:ext uri="{BB962C8B-B14F-4D97-AF65-F5344CB8AC3E}">
        <p14:creationId xmlns:p14="http://schemas.microsoft.com/office/powerpoint/2010/main" val="2497934297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Determinant of a product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3" y="1941754"/>
                <a:ext cx="11146968" cy="4286923"/>
              </a:xfrm>
            </p:spPr>
            <p:txBody>
              <a:bodyPr wrap="square">
                <a:normAutofit fontScale="92500" lnSpcReduction="20000"/>
              </a:bodyPr>
              <a:lstStyle/>
              <a:p>
                <a:r>
                  <a:rPr sz="1600" dirty="0"/>
                  <a:t>The determinant of a matrix product obeys </a:t>
                </a:r>
                <a:endParaRPr lang="en-GB" sz="1600" dirty="0"/>
              </a:p>
              <a:p>
                <a:endParaRPr sz="1600" dirty="0"/>
              </a:p>
              <a:p>
                <a:r>
                  <a:rPr sz="1600" dirty="0"/>
                  <a:t>Although </a:t>
                </a:r>
                <a:r>
                  <a:rPr lang="en-GB" sz="1600" dirty="0"/>
                  <a:t>this appears to be </a:t>
                </a:r>
                <a:r>
                  <a:rPr sz="1600" dirty="0"/>
                  <a:t>a simple expression, it is not </a:t>
                </a:r>
                <a:r>
                  <a:rPr lang="en-GB" sz="1600" dirty="0"/>
                  <a:t>a quick proof</a:t>
                </a:r>
              </a:p>
              <a:p>
                <a:r>
                  <a:rPr lang="en-GB" sz="1600" dirty="0"/>
                  <a:t>W</a:t>
                </a:r>
                <a:r>
                  <a:rPr sz="1600" dirty="0"/>
                  <a:t>e consider the cases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1600" dirty="0"/>
                  <a:t> being linearly dependent and independent separately </a:t>
                </a:r>
              </a:p>
              <a:p>
                <a:r>
                  <a:rPr sz="1600" b="1" dirty="0"/>
                  <a:t>Linear dependency</a:t>
                </a:r>
                <a:r>
                  <a:rPr sz="1600" dirty="0"/>
                  <a:t>: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1" dirty="0" smtClean="0">
                        <a:latin typeface="Cambria Math" panose="02040503050406030204" pitchFamily="18" charset="0"/>
                      </a:rPr>
                      <m:t>det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)≠0</m:t>
                    </m:r>
                  </m:oMath>
                </a14:m>
                <a:r>
                  <a:rPr sz="1600" dirty="0"/>
                  <a:t> would imply that (AB)⁻¹ exists, we should have </a:t>
                </a:r>
                <a:br>
                  <a:rPr lang="en-GB" sz="1600" dirty="0"/>
                </a:br>
                <a:br>
                  <a:rPr lang="en-GB" sz="1600" dirty="0"/>
                </a:br>
                <a:br>
                  <a:rPr lang="en-GB" sz="1600" dirty="0"/>
                </a:br>
                <a:r>
                  <a:rPr sz="1600" dirty="0"/>
                  <a:t>but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⁻¹</m:t>
                    </m:r>
                  </m:oMath>
                </a14:m>
                <a:r>
                  <a:rPr sz="1600" dirty="0"/>
                  <a:t> doesn't exist, this is a contradiction </a:t>
                </a:r>
              </a:p>
              <a:p>
                <a:r>
                  <a:rPr sz="1600" b="1" dirty="0"/>
                  <a:t>Linear independence</a:t>
                </a:r>
                <a:r>
                  <a:rPr sz="1600" dirty="0"/>
                  <a:t>: in this case, we know we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GB" sz="160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1600" dirty="0"/>
                  <a:t>, so</a:t>
                </a:r>
                <a:br>
                  <a:rPr lang="en-GB" sz="1600" dirty="0"/>
                </a:br>
                <a:r>
                  <a:rPr sz="1600" dirty="0"/>
                  <a:t> </a:t>
                </a:r>
              </a:p>
              <a:p>
                <a:r>
                  <a:rPr sz="1600" dirty="0"/>
                  <a:t>By choosing the case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1600" dirty="0"/>
                  <a:t>, we see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sz="1600" i="1" dirty="0" smtClean="0">
                        <a:latin typeface="Cambria Math" panose="02040503050406030204" pitchFamily="18" charset="0"/>
                      </a:rPr>
                      <m:t>det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1600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3" y="1941754"/>
                <a:ext cx="11146968" cy="4286923"/>
              </a:xfrm>
              <a:blipFill>
                <a:blip r:embed="rId2"/>
                <a:stretch>
                  <a:fillRect l="-1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\det(AB)=\det(A)\,\det(B)"/>
              <p:cNvSpPr txBox="1"/>
              <p:nvPr/>
            </p:nvSpPr>
            <p:spPr>
              <a:xfrm>
                <a:off x="4999616" y="2129483"/>
                <a:ext cx="5120640" cy="52807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b="0" i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sz="2800" b="0" i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m:rPr>
                          <m:sty m:val="p"/>
                        </m:rPr>
                        <a:rPr lang="en-US" sz="2800" i="0">
                          <a:latin typeface="Cambria Math" panose="02040503050406030204" pitchFamily="18" charset="0"/>
                        </a:rPr>
                        <m:t>AB</m:t>
                      </m:r>
                      <m:r>
                        <a:rPr lang="en-US" sz="2800" b="0" i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2800" b="0" i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sz="2800" b="0" i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b="0" i="0">
                          <a:latin typeface="Cambria Math" panose="02040503050406030204" pitchFamily="18" charset="0"/>
                        </a:rPr>
                        <m:t>) </m:t>
                      </m:r>
                      <m:r>
                        <m:rPr>
                          <m:sty m:val="p"/>
                        </m:rPr>
                        <a:rPr lang="en-US" sz="2800" b="0" i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sz="2800" b="0" i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800" b="0" i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" name="Equation 6" descr="\det(AB)=\det(A)\,\det(B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616" y="2129483"/>
                <a:ext cx="5120640" cy="5280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quation 7" descr="(AB)(AB)^{-1}=ABB^{-1}A^{-1}=I"/>
              <p:cNvSpPr txBox="1"/>
              <p:nvPr/>
            </p:nvSpPr>
            <p:spPr>
              <a:xfrm>
                <a:off x="3859306" y="4108770"/>
                <a:ext cx="5120640" cy="460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b="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AB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)(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AB</m:t>
                      </m:r>
                      <m:sSup>
                        <m:sSupPr>
                          <m:ctrlPr>
                            <a:rPr lang="en-US" sz="2400" b="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4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AB</m:t>
                      </m:r>
                      <m:sSup>
                        <m:sSupPr>
                          <m:ctrlPr>
                            <a:rPr lang="en-US" sz="2400" i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p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p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4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Equation 7" descr="(AB)(AB)^{-1}=ABB^{-1}A^{-1}=I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9306" y="4108770"/>
                <a:ext cx="5120640" cy="460999"/>
              </a:xfrm>
              <a:prstGeom prst="rect">
                <a:avLst/>
              </a:prstGeom>
              <a:blipFill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Equation 8" descr="\det(AB)=\det(EB)=\alpha\,\det(B)"/>
              <p:cNvSpPr txBox="1"/>
              <p:nvPr/>
            </p:nvSpPr>
            <p:spPr>
              <a:xfrm>
                <a:off x="4192793" y="5318826"/>
                <a:ext cx="5120640" cy="43098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b="0" i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AB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2400" b="0" i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EB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2400" b="0" i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8" name="Equation 8" descr="\det(AB)=\det(EB)=\alpha\,\det(B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2793" y="5318826"/>
                <a:ext cx="5120640" cy="430986"/>
              </a:xfrm>
              <a:prstGeom prst="rect">
                <a:avLst/>
              </a:prstGeom>
              <a:blipFill>
                <a:blip r:embed="rId5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29944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5622E-9BE2-AA48-C4C0-C74072384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09A3D7-9446-3DE3-8930-3299B5908F7C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Determinant product</a:t>
            </a:r>
          </a:p>
        </p:txBody>
      </p:sp>
    </p:spTree>
    <p:extLst>
      <p:ext uri="{BB962C8B-B14F-4D97-AF65-F5344CB8AC3E}">
        <p14:creationId xmlns:p14="http://schemas.microsoft.com/office/powerpoint/2010/main" val="1005706634"/>
      </p:ext>
    </p:extLst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0C397-EBEF-E539-40FC-3AF446B42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E9F934-611D-4559-C993-EBEF91A5F6D7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Determinant product</a:t>
            </a:r>
          </a:p>
        </p:txBody>
      </p:sp>
    </p:spTree>
    <p:extLst>
      <p:ext uri="{BB962C8B-B14F-4D97-AF65-F5344CB8AC3E}">
        <p14:creationId xmlns:p14="http://schemas.microsoft.com/office/powerpoint/2010/main" val="1438255474"/>
      </p:ext>
    </p:extLst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301506" y="2088037"/>
            <a:ext cx="9588988" cy="3010537"/>
          </a:xfrm>
        </p:spPr>
        <p:txBody>
          <a:bodyPr/>
          <a:lstStyle/>
          <a:p>
            <a:r>
              <a:t>Eigenvalues and eigenvectors</a:t>
            </a:r>
          </a:p>
        </p:txBody>
      </p:sp>
      <p:pic>
        <p:nvPicPr>
          <p:cNvPr id="4" name="Picture 3" descr="The image depicts a complex flow diagram illustrating various geometric transformations, including matrix transformations, vector flows, and control points, ultimately leading to a final state with ordered, amplified flow and minimal chaos.&#10;&#10;AI-generated content may be incorrect.">
            <a:extLst>
              <a:ext uri="{FF2B5EF4-FFF2-40B4-BE49-F238E27FC236}">
                <a16:creationId xmlns:a16="http://schemas.microsoft.com/office/drawing/2014/main" id="{7BC09FDC-9731-159D-CC58-D8AE9682C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895" y="2904565"/>
            <a:ext cx="6436210" cy="351066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Matrices as coordinate transformations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1930998"/>
                <a:ext cx="11077043" cy="4362226"/>
              </a:xfrm>
            </p:spPr>
            <p:txBody>
              <a:bodyPr wrap="square">
                <a:normAutofit lnSpcReduction="10000"/>
              </a:bodyPr>
              <a:lstStyle/>
              <a:p>
                <a:r>
                  <a:rPr lang="en-GB" sz="1600" dirty="0"/>
                  <a:t>A related concept to eigenvalues and eigenvectors is the fact that a vector multiplied by a matrix is a linear map of that vector to a new coordinate system</a:t>
                </a:r>
              </a:p>
              <a:p>
                <a:r>
                  <a:rPr lang="en-GB" sz="1600" dirty="0"/>
                  <a:t>We often don't need to consider this explicitly, but sometimes it is </a:t>
                </a:r>
                <a:r>
                  <a:rPr lang="en-GB" sz="1600" dirty="0" err="1"/>
                  <a:t>usefu</a:t>
                </a:r>
                <a:r>
                  <a:rPr lang="en-GB" sz="1600" dirty="0"/>
                  <a:t>l </a:t>
                </a:r>
              </a:p>
              <a:p>
                <a:r>
                  <a:rPr lang="en-GB" sz="1600" dirty="0"/>
                  <a:t>For example, if we have </a:t>
                </a:r>
                <a14:m>
                  <m:oMath xmlns:m="http://schemas.openxmlformats.org/officeDocument/2006/math">
                    <m:r>
                      <a:rPr lang="en-GB" sz="1600" b="1" i="0" dirty="0" smtClean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′=</m:t>
                    </m:r>
                    <m:sSub>
                      <m:sSubPr>
                        <m:ctrlPr>
                          <a:rPr lang="ar-AE" sz="1600" i="0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 sz="1600" i="0" dirty="0" err="1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ar-AE" sz="1600" i="1" dirty="0" err="1">
                            <a:latin typeface="Cambria Math" panose="02040503050406030204" pitchFamily="18" charset="0"/>
                          </a:rPr>
                          <m:t>𝜈</m:t>
                        </m:r>
                      </m:sub>
                    </m:sSub>
                    <m:r>
                      <a:rPr lang="ar-AE" sz="1600" b="1" i="0" dirty="0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GB" sz="1600" dirty="0"/>
                  <a:t>, with, </a:t>
                </a:r>
                <a:br>
                  <a:rPr lang="en-GB" sz="1600" dirty="0"/>
                </a:br>
                <a:br>
                  <a:rPr lang="en-GB" sz="1600" dirty="0"/>
                </a:br>
                <a:br>
                  <a:rPr lang="en-GB" sz="1600" dirty="0"/>
                </a:br>
                <a:r>
                  <a:rPr lang="en-GB" sz="1600" dirty="0"/>
                  <a:t>we change the handedness of the coordinate system </a:t>
                </a:r>
              </a:p>
              <a:p>
                <a:r>
                  <a:rPr lang="en-GB" sz="1600" dirty="0"/>
                  <a:t>And for </a:t>
                </a:r>
                <a14:m>
                  <m:oMath xmlns:m="http://schemas.openxmlformats.org/officeDocument/2006/math">
                    <m:r>
                      <a:rPr lang="en-GB" sz="1600" b="1" dirty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′=</m:t>
                    </m:r>
                    <m:r>
                      <m:rPr>
                        <m:sty m:val="p"/>
                      </m:rPr>
                      <a:rPr lang="en-GB" sz="1600" b="0" i="0" dirty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ar-AE" sz="1600" b="1" dirty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ar-AE" sz="16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600" dirty="0"/>
                  <a:t>with</a:t>
                </a:r>
                <a:br>
                  <a:rPr lang="en-GB" sz="1600" dirty="0"/>
                </a:br>
                <a:br>
                  <a:rPr lang="en-GB" sz="1600" dirty="0"/>
                </a:br>
                <a:br>
                  <a:rPr lang="en-GB" sz="1600" dirty="0"/>
                </a:br>
                <a:r>
                  <a:rPr lang="en-GB" sz="1600" dirty="0"/>
                  <a:t>we rotate our coordinate system (around the z-axis)</a:t>
                </a:r>
                <a:endParaRPr sz="1600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1930998"/>
                <a:ext cx="11077043" cy="4362226"/>
              </a:xfrm>
              <a:blipFill>
                <a:blip r:embed="rId2"/>
                <a:stretch>
                  <a:fillRect l="-220" r="-3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E_\nu=\begin{pmatrix}0&amp;1&amp;0\\1&amp;0&amp;0\\0&amp;0&amp;1\end{pmatrix}"/>
              <p:cNvSpPr txBox="1"/>
              <p:nvPr/>
            </p:nvSpPr>
            <p:spPr>
              <a:xfrm>
                <a:off x="4502076" y="3244483"/>
                <a:ext cx="1982443" cy="10531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</m:sSub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" name="Equation 6" descr="E_\nu=\begin{pmatrix}0&amp;1&amp;0\\1&amp;0&amp;0\\0&amp;0&amp;1\end{pmatrix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2076" y="3244483"/>
                <a:ext cx="1982443" cy="10531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quation 7" descr="R=\begin{pmatrix}\cos\theta&amp;-\sin\theta&amp;0\\\sin\theta&amp;\cos\theta&amp;0\\0&amp;0&amp;1\end{pmatrix}"/>
              <p:cNvSpPr txBox="1"/>
              <p:nvPr/>
            </p:nvSpPr>
            <p:spPr>
              <a:xfrm>
                <a:off x="3091724" y="4734416"/>
                <a:ext cx="2864299" cy="99951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000" i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7" name="Equation 7" descr="R=\begin{pmatrix}\cos\theta&amp;-\sin\theta&amp;0\\\sin\theta&amp;\cos\theta&amp;0\\0&amp;0&amp;1\end{pmatrix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1724" y="4734416"/>
                <a:ext cx="2864299" cy="9995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857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7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1CC4A-9DED-F51F-F910-F20468208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013B8E-F4EE-3E30-0380-8AED66DB75D3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Matrices as coordinate systems</a:t>
            </a:r>
          </a:p>
        </p:txBody>
      </p:sp>
    </p:spTree>
    <p:extLst>
      <p:ext uri="{BB962C8B-B14F-4D97-AF65-F5344CB8AC3E}">
        <p14:creationId xmlns:p14="http://schemas.microsoft.com/office/powerpoint/2010/main" val="881906336"/>
      </p:ext>
    </p:extLst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B48EE-67B3-EE2F-A7DA-AC1907447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196527-07C6-58A9-05FD-E3603B786157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Rotation matrix</a:t>
            </a:r>
          </a:p>
        </p:txBody>
      </p:sp>
    </p:spTree>
    <p:extLst>
      <p:ext uri="{BB962C8B-B14F-4D97-AF65-F5344CB8AC3E}">
        <p14:creationId xmlns:p14="http://schemas.microsoft.com/office/powerpoint/2010/main" val="4015290762"/>
      </p:ext>
    </p:extLst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Eigenvalues and eigenvectors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1877209"/>
                <a:ext cx="11179241" cy="4658062"/>
              </a:xfrm>
            </p:spPr>
            <p:txBody>
              <a:bodyPr wrap="square">
                <a:normAutofit/>
              </a:bodyPr>
              <a:lstStyle/>
              <a:p>
                <a:r>
                  <a:rPr sz="1600" dirty="0"/>
                  <a:t>Sometimes, multiplication of a vector by a matrix will not change the vector, or will simply scale it</a:t>
                </a:r>
                <a:r>
                  <a:rPr lang="en-GB" sz="1600" dirty="0"/>
                  <a:t> (but not change its direction)</a:t>
                </a:r>
              </a:p>
              <a:p>
                <a:endParaRPr lang="en-GB" sz="1600" dirty="0"/>
              </a:p>
              <a:p>
                <a:r>
                  <a:rPr sz="1600" dirty="0"/>
                  <a:t>This can be very useful for making absolute statements about a system</a:t>
                </a:r>
                <a:endParaRPr lang="en-GB" sz="1600" dirty="0"/>
              </a:p>
              <a:p>
                <a:r>
                  <a:rPr lang="en-GB" sz="1600" dirty="0"/>
                  <a:t>A</a:t>
                </a:r>
                <a:r>
                  <a:rPr sz="1600" dirty="0" err="1"/>
                  <a:t>nd</a:t>
                </a:r>
                <a:r>
                  <a:rPr sz="1600" dirty="0"/>
                  <a:t> this is behind the definition of eigenvalues and eigenvectors </a:t>
                </a:r>
              </a:p>
              <a:p>
                <a:endParaRPr lang="en-GB" sz="1600" dirty="0"/>
              </a:p>
              <a:p>
                <a:r>
                  <a:rPr sz="1600" dirty="0"/>
                  <a:t>Or we could have </a:t>
                </a:r>
                <a:br>
                  <a:rPr lang="en-GB" sz="1600" dirty="0"/>
                </a:br>
                <a:br>
                  <a:rPr lang="en-GB" sz="1600" dirty="0"/>
                </a:br>
                <a:r>
                  <a:rPr sz="1600" dirty="0"/>
                  <a:t>which are the </a:t>
                </a:r>
                <a:r>
                  <a:rPr sz="1600" b="1" dirty="0"/>
                  <a:t>left eigenvectors </a:t>
                </a:r>
                <a:r>
                  <a:rPr sz="1600" dirty="0"/>
                  <a:t>of the system </a:t>
                </a:r>
                <a:endParaRPr lang="en-GB" sz="1600" dirty="0"/>
              </a:p>
              <a:p>
                <a14:m>
                  <m:oMath xmlns:m="http://schemas.openxmlformats.org/officeDocument/2006/math">
                    <m:r>
                      <a:rPr lang="en-GB" sz="1600" b="1" i="0" dirty="0" smtClean="0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sz="1600" dirty="0"/>
                  <a:t> in the expression above is a </a:t>
                </a:r>
                <a:r>
                  <a:rPr sz="1600" b="1" dirty="0"/>
                  <a:t>right eigenvector</a:t>
                </a:r>
                <a:r>
                  <a:rPr sz="1600" dirty="0"/>
                  <a:t>, or often, simply an eigenvector</a:t>
                </a: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1877209"/>
                <a:ext cx="11179241" cy="4658062"/>
              </a:xfrm>
              <a:blipFill>
                <a:blip r:embed="rId2"/>
                <a:stretch>
                  <a:fillRect l="-2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quation 7" descr="A\mathbf{v}=\lambda\mathbf{v}"/>
              <p:cNvSpPr txBox="1"/>
              <p:nvPr/>
            </p:nvSpPr>
            <p:spPr>
              <a:xfrm>
                <a:off x="6626709" y="3853458"/>
                <a:ext cx="2726741" cy="5642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3600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3600" b="1" i="0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sz="36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1" i="0">
                          <a:latin typeface="Cambria Math" panose="02040503050406030204" pitchFamily="18" charset="0"/>
                        </a:rPr>
                        <m:t>𝐯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7" name="Equation 7" descr="A\mathbf{v}=\lambda\mathbf{v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6709" y="3853458"/>
                <a:ext cx="2726741" cy="5642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Equation 8" descr="\mathbf{w}^TA=\lambda\mathbf{w}^T"/>
              <p:cNvSpPr txBox="1"/>
              <p:nvPr/>
            </p:nvSpPr>
            <p:spPr>
              <a:xfrm>
                <a:off x="4139004" y="4836539"/>
                <a:ext cx="3170817" cy="54262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3200" b="1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0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3200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32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sz="3200" b="1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0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8" name="Equation 8" descr="\mathbf{w}^TA=\lambda\mathbf{w}^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004" y="4836539"/>
                <a:ext cx="3170817" cy="5426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88C0C4-DE2F-DAB8-74D8-6FF5A655D2EA}"/>
                  </a:ext>
                </a:extLst>
              </p:cNvPr>
              <p:cNvSpPr txBox="1"/>
              <p:nvPr/>
            </p:nvSpPr>
            <p:spPr>
              <a:xfrm>
                <a:off x="3439757" y="2428467"/>
                <a:ext cx="4192794" cy="7348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88C0C4-DE2F-DAB8-74D8-6FF5A655D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9757" y="2428467"/>
                <a:ext cx="4192794" cy="7348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7663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" grpId="0"/>
      <p:bldP spid="8" grpId="0"/>
      <p:bldP spid="10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FFC3A-89AC-9772-9A0C-F0F59048A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A9C146-69D4-0CD1-74E8-6ABECCB8B4B6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Relationship between eigenvectors</a:t>
            </a:r>
          </a:p>
        </p:txBody>
      </p:sp>
    </p:spTree>
    <p:extLst>
      <p:ext uri="{BB962C8B-B14F-4D97-AF65-F5344CB8AC3E}">
        <p14:creationId xmlns:p14="http://schemas.microsoft.com/office/powerpoint/2010/main" val="3742434289"/>
      </p:ext>
    </p:extLst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eigenvalues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2409713"/>
                <a:ext cx="11141589" cy="3451826"/>
              </a:xfrm>
            </p:spPr>
            <p:txBody>
              <a:bodyPr wrap="square">
                <a:normAutofit/>
              </a:bodyPr>
              <a:lstStyle/>
              <a:p>
                <a:r>
                  <a:rPr sz="1600" dirty="0"/>
                  <a:t>We want to find non-zero solutions to</a:t>
                </a:r>
                <a:endParaRPr lang="en-GB" sz="1600" dirty="0"/>
              </a:p>
              <a:p>
                <a:endParaRPr sz="1600" dirty="0"/>
              </a:p>
              <a:p>
                <a:r>
                  <a:rPr sz="1600" dirty="0"/>
                  <a:t>The zero vector, </a:t>
                </a:r>
                <a14:m>
                  <m:oMath xmlns:m="http://schemas.openxmlformats.org/officeDocument/2006/math">
                    <m:r>
                      <a:rPr lang="en-GB" sz="1600" b="1" i="1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sz="1600" dirty="0"/>
                  <a:t>, is always trivially a solution – this is not an eigenvector</a:t>
                </a:r>
              </a:p>
              <a:p>
                <a:r>
                  <a:rPr sz="1600" dirty="0"/>
                  <a:t>The only way we can obtain non-zero solutions is 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 sz="1600" i="0" dirty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GB" sz="1600" i="0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</m:oMath>
                </a14:m>
                <a:r>
                  <a:rPr sz="1600" dirty="0"/>
                  <a:t> is a linearly dependent matrix</a:t>
                </a:r>
                <a:endParaRPr lang="en-GB" sz="1600" dirty="0"/>
              </a:p>
              <a:p>
                <a:r>
                  <a:rPr lang="en-GB" sz="1600" dirty="0"/>
                  <a:t>T</a:t>
                </a:r>
                <a:r>
                  <a:rPr sz="1600" dirty="0"/>
                  <a:t>his gives us an easy way to find the eigenvalues</a:t>
                </a:r>
              </a:p>
              <a:p>
                <a:r>
                  <a:rPr sz="1600" dirty="0"/>
                  <a:t>We get a polynomial in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600" dirty="0"/>
                  <a:t> which is satisfied by the eigenvalues – this also tells us</a:t>
                </a: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2409713"/>
                <a:ext cx="11141589" cy="3451826"/>
              </a:xfrm>
              <a:blipFill>
                <a:blip r:embed="rId2"/>
                <a:stretch>
                  <a:fillRect l="-2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(A-\lambda I)\mathbf{v}=\mathbf{0}"/>
              <p:cNvSpPr txBox="1"/>
              <p:nvPr/>
            </p:nvSpPr>
            <p:spPr>
              <a:xfrm>
                <a:off x="4437977" y="2734332"/>
                <a:ext cx="2568388" cy="52076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800" b="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800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8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800" b="0" i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800" b="1" i="0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sz="28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" name="Equation 6" descr="(A-\lambda I)\mathbf{v}=\mathbf{0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7977" y="2734332"/>
                <a:ext cx="2568388" cy="5207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quation 7" descr="\det(A-\lambda I)=0"/>
              <p:cNvSpPr txBox="1"/>
              <p:nvPr/>
            </p:nvSpPr>
            <p:spPr>
              <a:xfrm>
                <a:off x="5507915" y="4484902"/>
                <a:ext cx="2536115" cy="41140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b="0" i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Equation 7" descr="\det(A-\lambda I)=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7915" y="4484902"/>
                <a:ext cx="2536115" cy="411406"/>
              </a:xfrm>
              <a:prstGeom prst="rect">
                <a:avLst/>
              </a:prstGeom>
              <a:blipFill>
                <a:blip r:embed="rId4"/>
                <a:stretch>
                  <a:fillRect b="-253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Equation 8" descr="\det(A)=\lambda_1\lambda_2\lambda_3\cdots\lambda_N"/>
              <p:cNvSpPr txBox="1"/>
              <p:nvPr/>
            </p:nvSpPr>
            <p:spPr>
              <a:xfrm>
                <a:off x="4214756" y="5420892"/>
                <a:ext cx="3762487" cy="42554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b="0" i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0"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8" name="Equation 8" descr="\det(A)=\lambda_1\lambda_2\lambda_3\cdots\lambda_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4756" y="5420892"/>
                <a:ext cx="3762487" cy="425549"/>
              </a:xfrm>
              <a:prstGeom prst="rect">
                <a:avLst/>
              </a:prstGeom>
              <a:blipFill>
                <a:blip r:embed="rId5"/>
                <a:stretch>
                  <a:fillRect b="-228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Equation 9" descr="A\mathbf{v}=\lambda\mathbf{v}"/>
              <p:cNvSpPr txBox="1"/>
              <p:nvPr/>
            </p:nvSpPr>
            <p:spPr>
              <a:xfrm>
                <a:off x="5338034" y="1627329"/>
                <a:ext cx="1668331" cy="50444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800" b="1" i="0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sz="28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800" b="1" i="0">
                          <a:latin typeface="Cambria Math" panose="02040503050406030204" pitchFamily="18" charset="0"/>
                        </a:rPr>
                        <m:t>𝐯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9" name="Equation 9" descr="A\mathbf{v}=\lambda\mathbf{v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8034" y="1627329"/>
                <a:ext cx="1668331" cy="50444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1900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7" grpId="0"/>
      <p:bldP spid="8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D3E32-F38F-0AFA-0433-F914EFE56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7B804F-318D-445A-7D9E-5FDEA1043CCF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Characteristic polynomial</a:t>
            </a:r>
          </a:p>
        </p:txBody>
      </p:sp>
    </p:spTree>
    <p:extLst>
      <p:ext uri="{BB962C8B-B14F-4D97-AF65-F5344CB8AC3E}">
        <p14:creationId xmlns:p14="http://schemas.microsoft.com/office/powerpoint/2010/main" val="3810757647"/>
      </p:ext>
    </p:extLst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eigenvectors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3" y="1920240"/>
                <a:ext cx="10936296" cy="4453666"/>
              </a:xfrm>
            </p:spPr>
            <p:txBody>
              <a:bodyPr wrap="square">
                <a:normAutofit fontScale="92500" lnSpcReduction="20000"/>
              </a:bodyPr>
              <a:lstStyle/>
              <a:p>
                <a:r>
                  <a:rPr sz="1600" dirty="0"/>
                  <a:t>Once you have your eigenvalues, finding the eigenvectors is a matter of solving a simultaneous equation </a:t>
                </a:r>
                <a:endParaRPr lang="en-GB" sz="1600" dirty="0"/>
              </a:p>
              <a:p>
                <a:endParaRPr lang="en-GB" sz="1600" dirty="0"/>
              </a:p>
              <a:p>
                <a:endParaRPr sz="1600" dirty="0"/>
              </a:p>
              <a:p>
                <a:r>
                  <a:rPr sz="1600" dirty="0"/>
                  <a:t>This matrix has eigenvalues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₁=1</m:t>
                    </m:r>
                  </m:oMath>
                </a14:m>
                <a:r>
                  <a:rPr sz="1600" dirty="0"/>
                  <a:t>,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₂=−3</m:t>
                    </m:r>
                  </m:oMath>
                </a14:m>
                <a:r>
                  <a:rPr sz="1600" dirty="0"/>
                  <a:t>,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₃=7</m:t>
                    </m:r>
                  </m:oMath>
                </a14:m>
                <a:r>
                  <a:rPr sz="1600" dirty="0"/>
                  <a:t> </a:t>
                </a:r>
              </a:p>
              <a:p>
                <a:r>
                  <a:rPr sz="1600" dirty="0"/>
                  <a:t>Therefore one eigenvector is obtained by solving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 sz="1600" i="0" dirty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GB" sz="1600" i="0" dirty="0">
                            <a:latin typeface="Cambria Math" panose="02040503050406030204" pitchFamily="18" charset="0"/>
                          </a:rPr>
                          <m:t>−7</m:t>
                        </m:r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GB" sz="1600" b="1" i="0" dirty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600" dirty="0"/>
                  <a:t>, </a:t>
                </a:r>
                <a:endParaRPr lang="en-GB" sz="1600" dirty="0"/>
              </a:p>
              <a:p>
                <a:endParaRPr lang="en-GB" sz="1600" dirty="0"/>
              </a:p>
              <a:p>
                <a:endParaRPr sz="1600" dirty="0"/>
              </a:p>
              <a:p>
                <a:r>
                  <a:rPr sz="1600" dirty="0"/>
                  <a:t>We know that there is not a unique solution to this equation, and what we find is</a:t>
                </a:r>
                <a:br>
                  <a:rPr lang="en-GB" sz="1600" dirty="0"/>
                </a:br>
                <a:br>
                  <a:rPr lang="en-GB" sz="1600" dirty="0"/>
                </a:br>
                <a:br>
                  <a:rPr lang="en-GB" sz="1600" dirty="0"/>
                </a:br>
                <a:r>
                  <a:rPr sz="1600" dirty="0"/>
                  <a:t>for any constant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1600" dirty="0"/>
                  <a:t> – it is common to choose a such that </a:t>
                </a:r>
                <a14:m>
                  <m:oMath xmlns:m="http://schemas.openxmlformats.org/officeDocument/2006/math">
                    <m:r>
                      <a:rPr lang="en-GB" sz="1600" b="1" i="0" dirty="0" smtClean="0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sz="1600" dirty="0"/>
                  <a:t> is </a:t>
                </a:r>
                <a:r>
                  <a:rPr sz="1600" dirty="0" err="1"/>
                  <a:t>normalised</a:t>
                </a:r>
                <a:endParaRPr sz="1600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3" y="1920240"/>
                <a:ext cx="10936296" cy="4453666"/>
              </a:xfrm>
              <a:blipFill>
                <a:blip r:embed="rId2"/>
                <a:stretch>
                  <a:fillRect l="-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A=\begin{pmatrix}0&amp;-4&amp;-3\\-3&amp;1&amp;3\\-2&amp;1&amp;4\end{pmatrix}"/>
              <p:cNvSpPr txBox="1"/>
              <p:nvPr/>
            </p:nvSpPr>
            <p:spPr>
              <a:xfrm>
                <a:off x="3511321" y="2366682"/>
                <a:ext cx="2316169" cy="93860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000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" name="Equation 6" descr="A=\begin{pmatrix}0&amp;-4&amp;-3\\-3&amp;1&amp;3\\-2&amp;1&amp;4\end{pmatrix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1321" y="2366682"/>
                <a:ext cx="2316169" cy="938605"/>
              </a:xfrm>
              <a:prstGeom prst="rect">
                <a:avLst/>
              </a:prstGeom>
              <a:blipFill>
                <a:blip r:embed="rId3"/>
                <a:stretch>
                  <a:fillRect l="-10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quation 7" descr="\begin{pmatrix}-7&amp;-4&amp;-3\\-3&amp;-6&amp;3\\-2&amp;1&amp;-3\end{pmatrix}\begin{pmatrix}x\\y\\z\end{pmatrix}=\mathbf{0}"/>
              <p:cNvSpPr txBox="1"/>
              <p:nvPr/>
            </p:nvSpPr>
            <p:spPr>
              <a:xfrm>
                <a:off x="6661471" y="3748502"/>
                <a:ext cx="3044819" cy="105460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−7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7" name="Equation 7" descr="\begin{pmatrix}-7&amp;-4&amp;-3\\-3&amp;-6&amp;3\\-2&amp;1&amp;-3\end{pmatrix}\begin{pmatrix}x\\y\\z\end{pmatrix}=\mathbf{0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1471" y="3748502"/>
                <a:ext cx="3044819" cy="10546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Equation 8" descr="\mathbf{v}_3=a\begin{pmatrix}1\\-1\\-1\end{pmatrix}"/>
              <p:cNvSpPr txBox="1"/>
              <p:nvPr/>
            </p:nvSpPr>
            <p:spPr>
              <a:xfrm>
                <a:off x="6854265" y="5104503"/>
                <a:ext cx="1535029" cy="95734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1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8" name="Equation 8" descr="\mathbf{v}_3=a\begin{pmatrix}1\\-1\\-1\end{pmatrix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4265" y="5104503"/>
                <a:ext cx="1535029" cy="9573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6564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7" grpId="0"/>
      <p:bldP spid="8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1CF2D-92D1-DEA4-FF9F-E5B57D15F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4B29AB-644B-1B51-73F2-5A9483368546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Unique eigenvalues</a:t>
            </a:r>
          </a:p>
        </p:txBody>
      </p:sp>
    </p:spTree>
    <p:extLst>
      <p:ext uri="{BB962C8B-B14F-4D97-AF65-F5344CB8AC3E}">
        <p14:creationId xmlns:p14="http://schemas.microsoft.com/office/powerpoint/2010/main" val="1523345492"/>
      </p:ext>
    </p:extLst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74B76-38EA-BE23-7610-67C7BB73A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90D54E-BE39-2D38-649E-6E9B6E2D53BE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Unique eigenvalues</a:t>
            </a:r>
          </a:p>
        </p:txBody>
      </p:sp>
    </p:spTree>
    <p:extLst>
      <p:ext uri="{BB962C8B-B14F-4D97-AF65-F5344CB8AC3E}">
        <p14:creationId xmlns:p14="http://schemas.microsoft.com/office/powerpoint/2010/main" val="2526293817"/>
      </p:ext>
    </p:extLst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eigenvalues – other possibilities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>
          <a:xfrm>
            <a:off x="420624" y="2043953"/>
            <a:ext cx="10971724" cy="3808207"/>
          </a:xfrm>
        </p:spPr>
        <p:txBody>
          <a:bodyPr wrap="square">
            <a:normAutofit/>
          </a:bodyPr>
          <a:lstStyle/>
          <a:p>
            <a:r>
              <a:rPr sz="1600" dirty="0"/>
              <a:t>Our first example considered three unique real eigenvalues </a:t>
            </a:r>
          </a:p>
          <a:p>
            <a:r>
              <a:rPr sz="1600" dirty="0"/>
              <a:t>There is no need for them to be either of these – complex eigenvalues are common, and result in complex eigenvectors, and repeated eigenvalues are common too (see next slide) </a:t>
            </a:r>
          </a:p>
          <a:p>
            <a:r>
              <a:rPr sz="1600" dirty="0"/>
              <a:t>The eigenvalues of diagonal</a:t>
            </a:r>
            <a:r>
              <a:rPr lang="en-GB" sz="1600" dirty="0"/>
              <a:t> and triangular</a:t>
            </a:r>
            <a:r>
              <a:rPr sz="1600" dirty="0"/>
              <a:t> matrices are particularly easy – they are the diagonal entries </a:t>
            </a:r>
          </a:p>
          <a:p>
            <a:r>
              <a:rPr sz="1600" dirty="0"/>
              <a:t>Elementary row operations do not change the eigenvalues of a matrix – this means you can sometimes manipulate a matrix to make finding the eigenvalues easier </a:t>
            </a:r>
          </a:p>
          <a:p>
            <a:r>
              <a:rPr sz="1600" dirty="0"/>
              <a:t>Linearly dependent matrices always have at least one eigenvalue of zero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178CA-A1A9-FE7A-17AE-4DAB7A505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C7DE8C-CD45-B490-DA52-C94936BD632B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Unique eigenvalues, diagonal matrices</a:t>
            </a:r>
          </a:p>
        </p:txBody>
      </p:sp>
    </p:spTree>
    <p:extLst>
      <p:ext uri="{BB962C8B-B14F-4D97-AF65-F5344CB8AC3E}">
        <p14:creationId xmlns:p14="http://schemas.microsoft.com/office/powerpoint/2010/main" val="796082043"/>
      </p:ext>
    </p:extLst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3EE20-45D7-5AC9-CA04-95A5B6BAB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1169BA-5D67-2A47-39CC-29DB0DA56AF3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Triangular matrices and linear dependent</a:t>
            </a:r>
          </a:p>
        </p:txBody>
      </p:sp>
    </p:spTree>
    <p:extLst>
      <p:ext uri="{BB962C8B-B14F-4D97-AF65-F5344CB8AC3E}">
        <p14:creationId xmlns:p14="http://schemas.microsoft.com/office/powerpoint/2010/main" val="2987175567"/>
      </p:ext>
    </p:extLst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eigenvectors – repeated eigenvalues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1882588"/>
                <a:ext cx="10791965" cy="3978951"/>
              </a:xfrm>
            </p:spPr>
            <p:txBody>
              <a:bodyPr wrap="square">
                <a:normAutofit/>
              </a:bodyPr>
              <a:lstStyle/>
              <a:p>
                <a:r>
                  <a:rPr sz="1600" dirty="0"/>
                  <a:t>We might find we have as many eigenvectors as we have unique eigenvalues</a:t>
                </a:r>
                <a:endParaRPr lang="en-GB" sz="1600" dirty="0"/>
              </a:p>
              <a:p>
                <a:endParaRPr lang="en-GB" sz="1600" dirty="0"/>
              </a:p>
              <a:p>
                <a:endParaRPr sz="1600" dirty="0"/>
              </a:p>
              <a:p>
                <a:r>
                  <a:rPr sz="1600" dirty="0"/>
                  <a:t>This matrix has eigenvalues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₁=4</m:t>
                    </m:r>
                  </m:oMath>
                </a14:m>
                <a:r>
                  <a:rPr sz="1600" dirty="0"/>
                  <a:t>,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₂,₃=5</m:t>
                    </m:r>
                  </m:oMath>
                </a14:m>
                <a:endParaRPr sz="1600" dirty="0"/>
              </a:p>
              <a:p>
                <a:r>
                  <a:rPr sz="1600" dirty="0"/>
                  <a:t>Here we find two eigenvectors,</a:t>
                </a: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1882588"/>
                <a:ext cx="10791965" cy="3978951"/>
              </a:xfrm>
              <a:blipFill>
                <a:blip r:embed="rId2"/>
                <a:stretch>
                  <a:fillRect l="-2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A=\begin{pmatrix}5&amp;-2&amp;0\\0&amp;4&amp;0\\3&amp;-5&amp;5\end{pmatrix}"/>
              <p:cNvSpPr txBox="1"/>
              <p:nvPr/>
            </p:nvSpPr>
            <p:spPr>
              <a:xfrm>
                <a:off x="4690335" y="2401391"/>
                <a:ext cx="2021014" cy="102760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000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" name="Equation 6" descr="A=\begin{pmatrix}5&amp;-2&amp;0\\0&amp;4&amp;0\\3&amp;-5&amp;5\end{pmatrix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335" y="2401391"/>
                <a:ext cx="2021014" cy="10276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quation 7" descr="\lambda_1:\;\hat{\mathbf{v}}_1=\frac{1}{\sqrt{6}}\begin{pmatrix}2\\1\\-1\end{pmatrix}\qquad\lambda_2:\;\hat{\mathbf{v}}_2=\begin{pmatrix}0\\0\\1\end{pmatrix}"/>
              <p:cNvSpPr txBox="1"/>
              <p:nvPr/>
            </p:nvSpPr>
            <p:spPr>
              <a:xfrm>
                <a:off x="3535680" y="4399671"/>
                <a:ext cx="5120640" cy="11713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0">
                          <a:latin typeface="Cambria Math" panose="02040503050406030204" pitchFamily="18" charset="0"/>
                        </a:rPr>
                        <m:t>: 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b="1" i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</m:acc>
                        </m:e>
                        <m:sub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b="0" i="0">
                          <a:latin typeface="Cambria Math" panose="02040503050406030204" pitchFamily="18" charset="0"/>
                        </a:rPr>
                        <m:t>  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0">
                          <a:latin typeface="Cambria Math" panose="02040503050406030204" pitchFamily="18" charset="0"/>
                        </a:rPr>
                        <m:t>: 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b="1" i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</m:acc>
                        </m:e>
                        <m:sub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7" name="Equation 7" descr="\lambda_1:\;\hat{\mathbf{v}}_1=\frac{1}{\sqrt{6}}\begin{pmatrix}2\\1\\-1\end{pmatrix}\qquad\lambda_2:\;\hat{\mathbf{v}}_2=\begin{pmatrix}0\\0\\1\end{pmatrix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5680" y="4399671"/>
                <a:ext cx="5120640" cy="11713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9604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7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FA44E-1633-0086-4A1D-79B2FD88D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5268BC-1409-1AB3-FAA5-DA991AA2E6EA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Repeated eigenvalues</a:t>
            </a:r>
          </a:p>
        </p:txBody>
      </p:sp>
    </p:spTree>
    <p:extLst>
      <p:ext uri="{BB962C8B-B14F-4D97-AF65-F5344CB8AC3E}">
        <p14:creationId xmlns:p14="http://schemas.microsoft.com/office/powerpoint/2010/main" val="1828364575"/>
      </p:ext>
    </p:extLst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5B488-5D60-5BBE-E782-DB03BA979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35B31C-9566-5A20-DAD6-5584A0638C39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Repeated eigenvalues</a:t>
            </a:r>
          </a:p>
        </p:txBody>
      </p:sp>
    </p:spTree>
    <p:extLst>
      <p:ext uri="{BB962C8B-B14F-4D97-AF65-F5344CB8AC3E}">
        <p14:creationId xmlns:p14="http://schemas.microsoft.com/office/powerpoint/2010/main" val="2068477620"/>
      </p:ext>
    </p:extLst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eigenvectors – repeated eigenvalues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1947134"/>
                <a:ext cx="11093179" cy="4356847"/>
              </a:xfrm>
            </p:spPr>
            <p:txBody>
              <a:bodyPr wrap="square">
                <a:normAutofit/>
              </a:bodyPr>
              <a:lstStyle/>
              <a:p>
                <a:r>
                  <a:rPr lang="en-GB" sz="1600" dirty="0"/>
                  <a:t>We might find we have more eigenvectors than we have unique eigenvalues</a:t>
                </a:r>
              </a:p>
              <a:p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This matrix has eigenvalues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₁=2</m:t>
                    </m:r>
                  </m:oMath>
                </a14:m>
                <a:r>
                  <a:rPr lang="en-GB" sz="1600" dirty="0"/>
                  <a:t>,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₂,₃=−1</m:t>
                    </m:r>
                  </m:oMath>
                </a14:m>
                <a:endParaRPr lang="en-GB" sz="1600" dirty="0"/>
              </a:p>
              <a:p>
                <a:r>
                  <a:rPr lang="en-GB" sz="1600" dirty="0"/>
                  <a:t>Here we could say that we find two eigenvalues, </a:t>
                </a:r>
              </a:p>
              <a:p>
                <a:endParaRPr lang="en-GB" sz="1600" dirty="0"/>
              </a:p>
              <a:p>
                <a:r>
                  <a:rPr lang="en-GB" sz="1600" dirty="0"/>
                  <a:t>However, we could split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GB" sz="16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</m:acc>
                      </m:e>
                      <m:sub>
                        <m:r>
                          <a:rPr lang="en-GB" sz="16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1600" dirty="0"/>
                  <a:t> into two vectors (one using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, one using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):</a:t>
                </a:r>
                <a:endParaRPr sz="1600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1947134"/>
                <a:ext cx="11093179" cy="4356847"/>
              </a:xfrm>
              <a:blipFill>
                <a:blip r:embed="rId2"/>
                <a:stretch>
                  <a:fillRect l="-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A=\begin{pmatrix}0&amp;1&amp;1\\1&amp;0&amp;1\\1&amp;1&amp;0\end{pmatrix}"/>
              <p:cNvSpPr txBox="1"/>
              <p:nvPr/>
            </p:nvSpPr>
            <p:spPr>
              <a:xfrm>
                <a:off x="3602392" y="2415092"/>
                <a:ext cx="1933834" cy="105460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000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" name="Equation 6" descr="A=\begin{pmatrix}0&amp;1&amp;1\\1&amp;0&amp;1\\1&amp;1&amp;0\end{pmatrix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2392" y="2415092"/>
                <a:ext cx="1933834" cy="10546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quation 7" descr="\lambda_1:\;\hat{\mathbf{v}}_1=\frac{1}{\sqrt{3}}\begin{pmatrix}1\\1\\1\end{pmatrix}\qquad\lambda_2:\;\hat{\mathbf{v}}_2=\begin{pmatrix}x\\y\\-x-y\end{pmatrix}"/>
              <p:cNvSpPr txBox="1"/>
              <p:nvPr/>
            </p:nvSpPr>
            <p:spPr>
              <a:xfrm>
                <a:off x="5338482" y="3859227"/>
                <a:ext cx="5120640" cy="102761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0">
                          <a:latin typeface="Cambria Math" panose="02040503050406030204" pitchFamily="18" charset="0"/>
                        </a:rPr>
                        <m:t>: 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b="1" i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</m:acc>
                        </m:e>
                        <m:sub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b="0" i="0">
                          <a:latin typeface="Cambria Math" panose="02040503050406030204" pitchFamily="18" charset="0"/>
                        </a:rPr>
                        <m:t>  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0">
                          <a:latin typeface="Cambria Math" panose="02040503050406030204" pitchFamily="18" charset="0"/>
                        </a:rPr>
                        <m:t>: 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b="1" i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</m:acc>
                        </m:e>
                        <m:sub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7" name="Equation 7" descr="\lambda_1:\;\hat{\mathbf{v}}_1=\frac{1}{\sqrt{3}}\begin{pmatrix}1\\1\\1\end{pmatrix}\qquad\lambda_2:\;\hat{\mathbf{v}}_2=\begin{pmatrix}x\\y\\-x-y\end{pmatrix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8482" y="3859227"/>
                <a:ext cx="5120640" cy="10276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Equation 8" descr="\hat{\mathbf{v}}_2=\frac{1}{\sqrt{2}}\begin{pmatrix}1\\0\\-1\end{pmatrix},\qquad\hat{\mathbf{v}}_3=\frac{1}{\sqrt{2}}\begin{pmatrix}0\\1\\-1\end{pmatrix}"/>
              <p:cNvSpPr txBox="1"/>
              <p:nvPr/>
            </p:nvSpPr>
            <p:spPr>
              <a:xfrm>
                <a:off x="5744664" y="5356950"/>
                <a:ext cx="4308275" cy="105460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b="1" i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</m:acc>
                        </m:e>
                        <m:sub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b="0" i="0">
                          <a:latin typeface="Cambria Math" panose="02040503050406030204" pitchFamily="18" charset="0"/>
                        </a:rPr>
                        <m:t>,  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b="1" i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</m:acc>
                        </m:e>
                        <m:sub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8" name="Equation 8" descr="\hat{\mathbf{v}}_2=\frac{1}{\sqrt{2}}\begin{pmatrix}1\\0\\-1\end{pmatrix},\qquad\hat{\mathbf{v}}_3=\frac{1}{\sqrt{2}}\begin{pmatrix}0\\1\\-1\end{pmatrix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4664" y="5356950"/>
                <a:ext cx="4308275" cy="10546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8072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7" grpId="0"/>
      <p:bldP spid="8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77F54-878D-1CDE-2F3C-997F33C05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699E3C-8B3D-E828-A272-20DD8D82BCA3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Repeated eigenvalues part 2</a:t>
            </a:r>
          </a:p>
        </p:txBody>
      </p:sp>
    </p:spTree>
    <p:extLst>
      <p:ext uri="{BB962C8B-B14F-4D97-AF65-F5344CB8AC3E}">
        <p14:creationId xmlns:p14="http://schemas.microsoft.com/office/powerpoint/2010/main" val="3688403574"/>
      </p:ext>
    </p:extLst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17FA6-F653-A9EF-071D-4BBD22A83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650D0F-D9E0-57E6-0577-6FD741497777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Repeated eigenvalues part 2</a:t>
            </a:r>
          </a:p>
        </p:txBody>
      </p:sp>
    </p:spTree>
    <p:extLst>
      <p:ext uri="{BB962C8B-B14F-4D97-AF65-F5344CB8AC3E}">
        <p14:creationId xmlns:p14="http://schemas.microsoft.com/office/powerpoint/2010/main" val="47322271"/>
      </p:ext>
    </p:extLst>
  </p:cSld>
  <p:clrMapOvr>
    <a:masterClrMapping/>
  </p:clrMapOvr>
  <p:transition spd="med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5B6AF-335B-4C5D-9F57-EE6BABD15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33E5FF-9525-9C38-3A5E-FE389206563D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Identity matrix eigenvalues </a:t>
            </a:r>
          </a:p>
        </p:txBody>
      </p:sp>
    </p:spTree>
    <p:extLst>
      <p:ext uri="{BB962C8B-B14F-4D97-AF65-F5344CB8AC3E}">
        <p14:creationId xmlns:p14="http://schemas.microsoft.com/office/powerpoint/2010/main" val="3422059079"/>
      </p:ext>
    </p:extLst>
  </p:cSld>
  <p:clrMapOvr>
    <a:masterClrMapping/>
  </p:clrMapOvr>
  <p:transition spd="med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independence of eigenvectors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>
          <a:xfrm>
            <a:off x="420624" y="2248348"/>
            <a:ext cx="10936224" cy="3711388"/>
          </a:xfrm>
        </p:spPr>
        <p:txBody>
          <a:bodyPr wrap="square">
            <a:normAutofit lnSpcReduction="10000"/>
          </a:bodyPr>
          <a:lstStyle/>
          <a:p>
            <a:r>
              <a:rPr sz="1600" dirty="0"/>
              <a:t>Whilst it is clear that all the eigenvectors we have found so far are different, this doesn't necessarily mean they are linearly independent</a:t>
            </a:r>
            <a:endParaRPr sz="1400" dirty="0"/>
          </a:p>
          <a:p>
            <a:r>
              <a:rPr sz="1600" dirty="0"/>
              <a:t>However, it is possible to show that they are – the eigenvectors from distinct eigenvalues are always linearly independent</a:t>
            </a:r>
            <a:endParaRPr sz="1400" dirty="0"/>
          </a:p>
          <a:p>
            <a:r>
              <a:rPr sz="1600" dirty="0"/>
              <a:t>For cases where repeated eigenvalues can be written as more than one eigenvector, we can also </a:t>
            </a:r>
            <a:r>
              <a:rPr sz="1600" b="1" dirty="0"/>
              <a:t>choose</a:t>
            </a:r>
            <a:r>
              <a:rPr sz="1600" dirty="0"/>
              <a:t> these to be linearly independent</a:t>
            </a:r>
            <a:endParaRPr sz="1400" dirty="0"/>
          </a:p>
          <a:p>
            <a:r>
              <a:rPr sz="1600" dirty="0"/>
              <a:t>A result of this is that two eigenvalues can never have the same eigenvector</a:t>
            </a:r>
            <a:endParaRPr sz="1400" dirty="0"/>
          </a:p>
          <a:p>
            <a:r>
              <a:rPr sz="1600" dirty="0"/>
              <a:t>In fields where eigenvectors form a us</a:t>
            </a:r>
            <a:r>
              <a:rPr lang="en-GB" sz="1600" dirty="0"/>
              <a:t>e</a:t>
            </a:r>
            <a:r>
              <a:rPr sz="1600" dirty="0" err="1"/>
              <a:t>ful</a:t>
            </a:r>
            <a:r>
              <a:rPr sz="1600" dirty="0"/>
              <a:t> coordinate system, knowing that they are independent is particularly important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DE4D7-4D5D-B937-8C2D-FB6FD78B1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54FC1A-7C9E-4AC0-C293-A5F56B297672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Linear independence of eigenvalues </a:t>
            </a:r>
          </a:p>
        </p:txBody>
      </p:sp>
    </p:spTree>
    <p:extLst>
      <p:ext uri="{BB962C8B-B14F-4D97-AF65-F5344CB8AC3E}">
        <p14:creationId xmlns:p14="http://schemas.microsoft.com/office/powerpoint/2010/main" val="2250164303"/>
      </p:ext>
    </p:extLst>
  </p:cSld>
  <p:clrMapOvr>
    <a:masterClrMapping/>
  </p:clrMapOvr>
  <p:transition spd="med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BF550-C7E5-BD26-6BDB-5E0E9DD80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22063B-AC40-C68E-1BAA-A8E418E42F93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Linear independence of eigenvalues </a:t>
            </a:r>
          </a:p>
        </p:txBody>
      </p:sp>
    </p:spTree>
    <p:extLst>
      <p:ext uri="{BB962C8B-B14F-4D97-AF65-F5344CB8AC3E}">
        <p14:creationId xmlns:p14="http://schemas.microsoft.com/office/powerpoint/2010/main" val="2560194588"/>
      </p:ext>
    </p:extLst>
  </p:cSld>
  <p:clrMapOvr>
    <a:masterClrMapping/>
  </p:clrMapOvr>
  <p:transition spd="med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Diagonalisation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3" y="1844936"/>
                <a:ext cx="11055528" cy="4016603"/>
              </a:xfrm>
            </p:spPr>
            <p:txBody>
              <a:bodyPr wrap="square">
                <a:normAutofit/>
              </a:bodyPr>
              <a:lstStyle/>
              <a:p>
                <a:r>
                  <a:rPr lang="en-GB" sz="1600" dirty="0"/>
                  <a:t>Once we have identified the eigenvalues of a matrix, we know that a diagonal matrix, with these eigenvalues as the entries, would clearly have the same eigenvalues</a:t>
                </a:r>
              </a:p>
              <a:p>
                <a:r>
                  <a:rPr lang="en-GB" sz="1600" dirty="0"/>
                  <a:t>This means there is a technique, </a:t>
                </a:r>
                <a:r>
                  <a:rPr lang="en-GB" sz="1600" b="1" dirty="0"/>
                  <a:t>diagonalisation</a:t>
                </a:r>
                <a:r>
                  <a:rPr lang="en-GB" sz="1600" dirty="0"/>
                  <a:t> which allows you to connect these two matrices</a:t>
                </a:r>
              </a:p>
              <a:p>
                <a:r>
                  <a:rPr lang="en-GB" sz="1600" dirty="0"/>
                  <a:t>Specifically, we have</a:t>
                </a:r>
                <a:br>
                  <a:rPr lang="en-GB" sz="1600" dirty="0"/>
                </a:br>
                <a:br>
                  <a:rPr lang="en-GB" sz="1600" dirty="0"/>
                </a:br>
                <a:r>
                  <a:rPr lang="en-GB" sz="1600" dirty="0"/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GB" sz="1600" dirty="0"/>
                  <a:t> is the matrix whose columns are the eigenvectors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en-GB" sz="1600" dirty="0"/>
              </a:p>
              <a:p>
                <a:r>
                  <a:rPr sz="1600" dirty="0"/>
                  <a:t>Not all matrices are </a:t>
                </a:r>
                <a:r>
                  <a:rPr sz="1600" dirty="0" err="1"/>
                  <a:t>diagonalisable</a:t>
                </a:r>
                <a:r>
                  <a:rPr sz="1600" dirty="0"/>
                  <a:t>, e.g. an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1600" dirty="0"/>
                  <a:t> matrix without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1600" dirty="0"/>
                  <a:t> eigenvectors</a:t>
                </a:r>
              </a:p>
              <a:p>
                <a:r>
                  <a:rPr sz="1600" dirty="0"/>
                  <a:t>But where</a:t>
                </a:r>
                <a:r>
                  <a:rPr lang="en-GB" sz="1600" dirty="0"/>
                  <a:t> a matrix is</a:t>
                </a:r>
                <a:r>
                  <a:rPr sz="1600" dirty="0"/>
                  <a:t> </a:t>
                </a:r>
                <a:r>
                  <a:rPr sz="1600" dirty="0" err="1"/>
                  <a:t>diagonalisable</a:t>
                </a:r>
                <a:r>
                  <a:rPr sz="1600" dirty="0"/>
                  <a:t>, this has useful implications, including</a:t>
                </a:r>
                <a:r>
                  <a:rPr lang="en-GB" sz="1600" dirty="0"/>
                  <a:t> when</a:t>
                </a:r>
                <a:r>
                  <a:rPr sz="1600" dirty="0"/>
                  <a:t> computing matrix powers</a:t>
                </a: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3" y="1844936"/>
                <a:ext cx="11055528" cy="4016603"/>
              </a:xfrm>
              <a:blipFill>
                <a:blip r:embed="rId3"/>
                <a:stretch>
                  <a:fillRect l="-2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A=S\Lambda S^{-1}"/>
              <p:cNvSpPr txBox="1"/>
              <p:nvPr/>
            </p:nvSpPr>
            <p:spPr>
              <a:xfrm>
                <a:off x="3281083" y="3242814"/>
                <a:ext cx="3235362" cy="59975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3600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36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600" i="0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3600" b="0" i="0">
                          <a:latin typeface="Cambria Math" panose="02040503050406030204" pitchFamily="18" charset="0"/>
                        </a:rPr>
                        <m:t>Λ</m:t>
                      </m:r>
                      <m:sSup>
                        <m:sSupPr>
                          <m:ctrlPr>
                            <a:rPr lang="en-US" sz="36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600" i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en-US" sz="3600" b="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6" name="Equation 6" descr="A=S\Lambda S^{-1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083" y="3242814"/>
                <a:ext cx="3235362" cy="5997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quation 7" descr="A^m=S\Lambda^mS^{-1}"/>
              <p:cNvSpPr txBox="1"/>
              <p:nvPr/>
            </p:nvSpPr>
            <p:spPr>
              <a:xfrm>
                <a:off x="5033234" y="5421509"/>
                <a:ext cx="2966421" cy="44003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sz="28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latin typeface="Cambria Math" panose="02040503050406030204" pitchFamily="18" charset="0"/>
                        </a:rPr>
                        <m:t>S</m:t>
                      </m:r>
                      <m:sSup>
                        <m:sSupPr>
                          <m:ctrlPr>
                            <a:rPr lang="en-US" sz="2800" b="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sSup>
                        <m:sSupPr>
                          <m:ctrlPr>
                            <a:rPr lang="en-US" sz="28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en-US" sz="2800" b="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7" name="Equation 7" descr="A^m=S\Lambda^mS^{-1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3234" y="5421509"/>
                <a:ext cx="2966421" cy="4400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3863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/>
      <p:bldP spid="7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EEAD2-6959-C7FE-CEA9-D20F0B195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B8D09C-230B-1311-5E7B-31AF7A368AA3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Diagonalisation</a:t>
            </a:r>
          </a:p>
        </p:txBody>
      </p:sp>
    </p:spTree>
    <p:extLst>
      <p:ext uri="{BB962C8B-B14F-4D97-AF65-F5344CB8AC3E}">
        <p14:creationId xmlns:p14="http://schemas.microsoft.com/office/powerpoint/2010/main" val="2042620154"/>
      </p:ext>
    </p:extLst>
  </p:cSld>
  <p:clrMapOvr>
    <a:masterClrMapping/>
  </p:clrMapOvr>
  <p:transition spd="med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CBBC8-4CD0-2E1E-C7C7-2D789A753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D2CE5C-6311-FD70-9C85-C2FEC64695E5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Diagonalisation</a:t>
            </a:r>
          </a:p>
        </p:txBody>
      </p:sp>
    </p:spTree>
    <p:extLst>
      <p:ext uri="{BB962C8B-B14F-4D97-AF65-F5344CB8AC3E}">
        <p14:creationId xmlns:p14="http://schemas.microsoft.com/office/powerpoint/2010/main" val="3750367298"/>
      </p:ext>
    </p:extLst>
  </p:cSld>
  <p:clrMapOvr>
    <a:masterClrMapping/>
  </p:clrMapOvr>
  <p:transition spd="med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C493D-EEDF-0D9D-6DB6-24D90B1FD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8334D2-529F-2169-9C36-0CB8A4C4A0F8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Diagonalisation</a:t>
            </a:r>
          </a:p>
        </p:txBody>
      </p:sp>
    </p:spTree>
    <p:extLst>
      <p:ext uri="{BB962C8B-B14F-4D97-AF65-F5344CB8AC3E}">
        <p14:creationId xmlns:p14="http://schemas.microsoft.com/office/powerpoint/2010/main" val="714697051"/>
      </p:ext>
    </p:extLst>
  </p:cSld>
  <p:clrMapOvr>
    <a:masterClrMapping/>
  </p:clrMapOvr>
  <p:transition spd="med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45E63-F7A6-3B07-49F4-4ABC1FA1D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A3AE92-992D-97B0-02D6-318D952DFC9F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Diagonalisation</a:t>
            </a:r>
          </a:p>
        </p:txBody>
      </p:sp>
    </p:spTree>
    <p:extLst>
      <p:ext uri="{BB962C8B-B14F-4D97-AF65-F5344CB8AC3E}">
        <p14:creationId xmlns:p14="http://schemas.microsoft.com/office/powerpoint/2010/main" val="1102184377"/>
      </p:ext>
    </p:extLst>
  </p:cSld>
  <p:clrMapOvr>
    <a:masterClrMapping/>
  </p:clrMapOvr>
  <p:transition spd="med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C9502-ED6F-4DBC-E809-3F0458FC9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EF1644-5BF6-4B3F-C417-0088590F6DF0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Diagonalisation</a:t>
            </a:r>
          </a:p>
        </p:txBody>
      </p:sp>
    </p:spTree>
    <p:extLst>
      <p:ext uri="{BB962C8B-B14F-4D97-AF65-F5344CB8AC3E}">
        <p14:creationId xmlns:p14="http://schemas.microsoft.com/office/powerpoint/2010/main" val="3344026951"/>
      </p:ext>
    </p:extLst>
  </p:cSld>
  <p:clrMapOvr>
    <a:masterClrMapping/>
  </p:clrMapOvr>
  <p:transition spd="med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Similar matrices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3" y="1893346"/>
                <a:ext cx="11227650" cy="3968193"/>
              </a:xfrm>
            </p:spPr>
            <p:txBody>
              <a:bodyPr wrap="square">
                <a:normAutofit/>
              </a:bodyPr>
              <a:lstStyle/>
              <a:p>
                <a:r>
                  <a:rPr sz="1600" dirty="0"/>
                  <a:t>The relationship we saw for </a:t>
                </a:r>
                <a:r>
                  <a:rPr sz="1600" dirty="0" err="1"/>
                  <a:t>diagonalisable</a:t>
                </a:r>
                <a:r>
                  <a:rPr sz="1600" dirty="0"/>
                  <a:t> matrices does </a:t>
                </a:r>
                <a:r>
                  <a:rPr sz="1600" dirty="0" err="1"/>
                  <a:t>generalise</a:t>
                </a:r>
                <a:r>
                  <a:rPr sz="1600" dirty="0"/>
                  <a:t> – any matrices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160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1600" dirty="0"/>
                  <a:t> related by </a:t>
                </a:r>
                <a:br>
                  <a:rPr lang="en-GB" sz="1600" dirty="0"/>
                </a:br>
                <a:br>
                  <a:rPr lang="en-GB" sz="1600" dirty="0"/>
                </a:br>
                <a:br>
                  <a:rPr lang="en-GB" sz="1600" dirty="0"/>
                </a:br>
                <a:r>
                  <a:rPr sz="1600" dirty="0"/>
                  <a:t>are </a:t>
                </a:r>
                <a:r>
                  <a:rPr sz="1600" b="1" dirty="0"/>
                  <a:t>similar matrices </a:t>
                </a:r>
              </a:p>
              <a:p>
                <a:r>
                  <a:rPr sz="1600" dirty="0"/>
                  <a:t>Similar matrices have some useful properties:</a:t>
                </a:r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They have the same determinant</a:t>
                </a: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3" y="1893346"/>
                <a:ext cx="11227650" cy="3968193"/>
              </a:xfrm>
              <a:blipFill>
                <a:blip r:embed="rId2"/>
                <a:stretch>
                  <a:fillRect l="-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C=BAB^{-1}"/>
              <p:cNvSpPr txBox="1"/>
              <p:nvPr/>
            </p:nvSpPr>
            <p:spPr>
              <a:xfrm>
                <a:off x="4596080" y="2376897"/>
                <a:ext cx="2579146" cy="44273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i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28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latin typeface="Cambria Math" panose="02040503050406030204" pitchFamily="18" charset="0"/>
                        </a:rPr>
                        <m:t>BA</m:t>
                      </m:r>
                      <m:sSup>
                        <m:sSupPr>
                          <m:ctrlPr>
                            <a:rPr lang="en-US" sz="28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p>
                          <m:r>
                            <a:rPr lang="en-US" sz="2800" b="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" name="Equation 6" descr="C=BAB^{-1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6080" y="2376897"/>
                <a:ext cx="2579146" cy="4427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7483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782C2-31C8-C90F-F287-180754A59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93F2E9-0496-BAB0-1AF3-2F2BD59091F1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Similar matrices determinant</a:t>
            </a:r>
          </a:p>
        </p:txBody>
      </p:sp>
    </p:spTree>
    <p:extLst>
      <p:ext uri="{BB962C8B-B14F-4D97-AF65-F5344CB8AC3E}">
        <p14:creationId xmlns:p14="http://schemas.microsoft.com/office/powerpoint/2010/main" val="2307178934"/>
      </p:ext>
    </p:extLst>
  </p:cSld>
  <p:clrMapOvr>
    <a:masterClrMapping/>
  </p:clrMapOvr>
  <p:transition spd="med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6A3A4-0C74-46DD-9EEC-180FDD5A4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6F4E5-F5B7-71A6-638A-B69BEC77D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Similar matrices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B376557-0146-747C-51E0-482A6ACA81A1}"/>
                  </a:ext>
                </a:extLst>
              </p:cNvPr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3" y="1893346"/>
                <a:ext cx="11227650" cy="3968193"/>
              </a:xfrm>
            </p:spPr>
            <p:txBody>
              <a:bodyPr wrap="square">
                <a:normAutofit/>
              </a:bodyPr>
              <a:lstStyle/>
              <a:p>
                <a:r>
                  <a:rPr sz="1600" dirty="0"/>
                  <a:t>The relationship we saw for </a:t>
                </a:r>
                <a:r>
                  <a:rPr sz="1600" dirty="0" err="1"/>
                  <a:t>diagonalisable</a:t>
                </a:r>
                <a:r>
                  <a:rPr sz="1600" dirty="0"/>
                  <a:t> matrices does </a:t>
                </a:r>
                <a:r>
                  <a:rPr sz="1600" dirty="0" err="1"/>
                  <a:t>generalise</a:t>
                </a:r>
                <a:r>
                  <a:rPr sz="1600" dirty="0"/>
                  <a:t> – any matrices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160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1600" dirty="0"/>
                  <a:t> related by </a:t>
                </a:r>
                <a:br>
                  <a:rPr lang="en-GB" sz="1600" dirty="0"/>
                </a:br>
                <a:br>
                  <a:rPr lang="en-GB" sz="1600" dirty="0"/>
                </a:br>
                <a:br>
                  <a:rPr lang="en-GB" sz="1600" dirty="0"/>
                </a:br>
                <a:r>
                  <a:rPr sz="1600" dirty="0"/>
                  <a:t>are </a:t>
                </a:r>
                <a:r>
                  <a:rPr sz="1600" b="1" dirty="0"/>
                  <a:t>similar matrices </a:t>
                </a:r>
              </a:p>
              <a:p>
                <a:r>
                  <a:rPr sz="1600" dirty="0"/>
                  <a:t>Similar matrices have some useful properties:</a:t>
                </a:r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They have the same determinant</a:t>
                </a:r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They have the same eigenvalues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B376557-0146-747C-51E0-482A6ACA81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3" y="1893346"/>
                <a:ext cx="11227650" cy="3968193"/>
              </a:xfrm>
              <a:blipFill>
                <a:blip r:embed="rId2"/>
                <a:stretch>
                  <a:fillRect l="-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C=BAB^{-1}">
                <a:extLst>
                  <a:ext uri="{FF2B5EF4-FFF2-40B4-BE49-F238E27FC236}">
                    <a16:creationId xmlns:a16="http://schemas.microsoft.com/office/drawing/2014/main" id="{97B14B1D-9324-B6AB-1EE6-36A2A1AB45A2}"/>
                  </a:ext>
                </a:extLst>
              </p:cNvPr>
              <p:cNvSpPr txBox="1"/>
              <p:nvPr/>
            </p:nvSpPr>
            <p:spPr>
              <a:xfrm>
                <a:off x="4596080" y="2376897"/>
                <a:ext cx="2579146" cy="44273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i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28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latin typeface="Cambria Math" panose="02040503050406030204" pitchFamily="18" charset="0"/>
                        </a:rPr>
                        <m:t>BA</m:t>
                      </m:r>
                      <m:sSup>
                        <m:sSupPr>
                          <m:ctrlPr>
                            <a:rPr lang="en-US" sz="28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p>
                          <m:r>
                            <a:rPr lang="en-US" sz="2800" b="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" name="Equation 6" descr="C=BAB^{-1}">
                <a:extLst>
                  <a:ext uri="{FF2B5EF4-FFF2-40B4-BE49-F238E27FC236}">
                    <a16:creationId xmlns:a16="http://schemas.microsoft.com/office/drawing/2014/main" id="{97B14B1D-9324-B6AB-1EE6-36A2A1AB4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6080" y="2376897"/>
                <a:ext cx="2579146" cy="4427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542228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DCDD2-4035-CFBD-54DF-C091ED540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F19CD2-8483-9B06-51AD-907EE0E50DEC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Similar matrices eigenvalues</a:t>
            </a:r>
          </a:p>
        </p:txBody>
      </p:sp>
    </p:spTree>
    <p:extLst>
      <p:ext uri="{BB962C8B-B14F-4D97-AF65-F5344CB8AC3E}">
        <p14:creationId xmlns:p14="http://schemas.microsoft.com/office/powerpoint/2010/main" val="3697978249"/>
      </p:ext>
    </p:extLst>
  </p:cSld>
  <p:clrMapOvr>
    <a:masterClrMapping/>
  </p:clrMapOvr>
  <p:transition spd="med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94CF0-BCF5-624A-1A32-81A17EB38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5AA65-B02E-6D78-3579-08C5696AA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Similar matrices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4F4A616-B032-942E-69BD-D991CB52DF21}"/>
                  </a:ext>
                </a:extLst>
              </p:cNvPr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3" y="1893346"/>
                <a:ext cx="11227650" cy="3968193"/>
              </a:xfrm>
            </p:spPr>
            <p:txBody>
              <a:bodyPr wrap="square">
                <a:normAutofit/>
              </a:bodyPr>
              <a:lstStyle/>
              <a:p>
                <a:r>
                  <a:rPr sz="1600" dirty="0"/>
                  <a:t>The relationship we saw for </a:t>
                </a:r>
                <a:r>
                  <a:rPr sz="1600" dirty="0" err="1"/>
                  <a:t>diagonalisable</a:t>
                </a:r>
                <a:r>
                  <a:rPr sz="1600" dirty="0"/>
                  <a:t> matrices does </a:t>
                </a:r>
                <a:r>
                  <a:rPr sz="1600" dirty="0" err="1"/>
                  <a:t>generalise</a:t>
                </a:r>
                <a:r>
                  <a:rPr sz="1600" dirty="0"/>
                  <a:t> – any matrices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160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1600" dirty="0"/>
                  <a:t> related by </a:t>
                </a:r>
                <a:br>
                  <a:rPr lang="en-GB" sz="1600" dirty="0"/>
                </a:br>
                <a:br>
                  <a:rPr lang="en-GB" sz="1600" dirty="0"/>
                </a:br>
                <a:br>
                  <a:rPr lang="en-GB" sz="1600" dirty="0"/>
                </a:br>
                <a:r>
                  <a:rPr sz="1600" dirty="0"/>
                  <a:t>are </a:t>
                </a:r>
                <a:r>
                  <a:rPr sz="1600" b="1" dirty="0"/>
                  <a:t>similar matrices </a:t>
                </a:r>
              </a:p>
              <a:p>
                <a:r>
                  <a:rPr sz="1600" dirty="0"/>
                  <a:t>Similar matrices have some useful properties:</a:t>
                </a:r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They have the same determinant</a:t>
                </a:r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They have the same eigenvalues</a:t>
                </a:r>
                <a:endParaRPr lang="en-GB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lang="en-GB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They have related eigenvectors (but not the same eigenvectors) </a:t>
                </a:r>
              </a:p>
              <a:p>
                <a:r>
                  <a:rPr lang="en-GB" sz="1600" dirty="0"/>
                  <a:t>When dealing with algebraic matrices in particular, similar matrices can be useful to make it easier to compute some of these properties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4F4A616-B032-942E-69BD-D991CB52DF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3" y="1893346"/>
                <a:ext cx="11227650" cy="3968193"/>
              </a:xfrm>
              <a:blipFill>
                <a:blip r:embed="rId2"/>
                <a:stretch>
                  <a:fillRect l="-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C=BAB^{-1}">
                <a:extLst>
                  <a:ext uri="{FF2B5EF4-FFF2-40B4-BE49-F238E27FC236}">
                    <a16:creationId xmlns:a16="http://schemas.microsoft.com/office/drawing/2014/main" id="{BF325FF7-A7D1-289B-D62C-D21BF64FC017}"/>
                  </a:ext>
                </a:extLst>
              </p:cNvPr>
              <p:cNvSpPr txBox="1"/>
              <p:nvPr/>
            </p:nvSpPr>
            <p:spPr>
              <a:xfrm>
                <a:off x="4596080" y="2376897"/>
                <a:ext cx="2579146" cy="44273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i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28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latin typeface="Cambria Math" panose="02040503050406030204" pitchFamily="18" charset="0"/>
                        </a:rPr>
                        <m:t>BA</m:t>
                      </m:r>
                      <m:sSup>
                        <m:sSupPr>
                          <m:ctrlPr>
                            <a:rPr lang="en-US" sz="28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p>
                          <m:r>
                            <a:rPr lang="en-US" sz="2800" b="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" name="Equation 6" descr="C=BAB^{-1}">
                <a:extLst>
                  <a:ext uri="{FF2B5EF4-FFF2-40B4-BE49-F238E27FC236}">
                    <a16:creationId xmlns:a16="http://schemas.microsoft.com/office/drawing/2014/main" id="{BF325FF7-A7D1-289B-D62C-D21BF64FC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6080" y="2376897"/>
                <a:ext cx="2579146" cy="4427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97068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3B7EB-A828-A5B1-09E1-B818AB80D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7D4D10-BFD5-48B9-9E50-8EBEEC452DD9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Similar matrices eigenvectors</a:t>
            </a:r>
          </a:p>
        </p:txBody>
      </p:sp>
    </p:spTree>
    <p:extLst>
      <p:ext uri="{BB962C8B-B14F-4D97-AF65-F5344CB8AC3E}">
        <p14:creationId xmlns:p14="http://schemas.microsoft.com/office/powerpoint/2010/main" val="3765727772"/>
      </p:ext>
    </p:extLst>
  </p:cSld>
  <p:clrMapOvr>
    <a:masterClrMapping/>
  </p:clrMapOvr>
  <p:transition spd="med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44371-4BFF-9BDD-C284-35281DBFF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2061B-FAE6-F402-E3FD-5487D2D68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Similar matrices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BCF6BC1-757B-A48E-0463-4972759083C3}"/>
                  </a:ext>
                </a:extLst>
              </p:cNvPr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3" y="1893346"/>
                <a:ext cx="11227650" cy="3968193"/>
              </a:xfrm>
            </p:spPr>
            <p:txBody>
              <a:bodyPr wrap="square">
                <a:normAutofit/>
              </a:bodyPr>
              <a:lstStyle/>
              <a:p>
                <a:r>
                  <a:rPr sz="1600" dirty="0"/>
                  <a:t>The relationship we saw for </a:t>
                </a:r>
                <a:r>
                  <a:rPr sz="1600" dirty="0" err="1"/>
                  <a:t>diagonalisable</a:t>
                </a:r>
                <a:r>
                  <a:rPr sz="1600" dirty="0"/>
                  <a:t> matrices does </a:t>
                </a:r>
                <a:r>
                  <a:rPr sz="1600" dirty="0" err="1"/>
                  <a:t>generalise</a:t>
                </a:r>
                <a:r>
                  <a:rPr sz="1600" dirty="0"/>
                  <a:t> – any matrices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160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1600" dirty="0"/>
                  <a:t> related by </a:t>
                </a:r>
                <a:br>
                  <a:rPr lang="en-GB" sz="1600" dirty="0"/>
                </a:br>
                <a:br>
                  <a:rPr lang="en-GB" sz="1600" dirty="0"/>
                </a:br>
                <a:br>
                  <a:rPr lang="en-GB" sz="1600" dirty="0"/>
                </a:br>
                <a:r>
                  <a:rPr sz="1600" dirty="0"/>
                  <a:t>are </a:t>
                </a:r>
                <a:r>
                  <a:rPr sz="1600" b="1" dirty="0"/>
                  <a:t>similar matrices </a:t>
                </a:r>
              </a:p>
              <a:p>
                <a:r>
                  <a:rPr sz="1600" dirty="0"/>
                  <a:t>Similar matrices have some useful properties:</a:t>
                </a:r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They have the same determinant</a:t>
                </a:r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They have the same eigenvalues</a:t>
                </a:r>
                <a:endParaRPr lang="en-GB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lang="en-GB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They have related eigenvectors (but not the same eigenvectors) 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BCF6BC1-757B-A48E-0463-4972759083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3" y="1893346"/>
                <a:ext cx="11227650" cy="3968193"/>
              </a:xfrm>
              <a:blipFill>
                <a:blip r:embed="rId2"/>
                <a:stretch>
                  <a:fillRect l="-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C=BAB^{-1}">
                <a:extLst>
                  <a:ext uri="{FF2B5EF4-FFF2-40B4-BE49-F238E27FC236}">
                    <a16:creationId xmlns:a16="http://schemas.microsoft.com/office/drawing/2014/main" id="{60AEAA1D-DB29-C342-2D9F-5026ACFDF442}"/>
                  </a:ext>
                </a:extLst>
              </p:cNvPr>
              <p:cNvSpPr txBox="1"/>
              <p:nvPr/>
            </p:nvSpPr>
            <p:spPr>
              <a:xfrm>
                <a:off x="4596080" y="2376897"/>
                <a:ext cx="2579146" cy="44273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i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28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latin typeface="Cambria Math" panose="02040503050406030204" pitchFamily="18" charset="0"/>
                        </a:rPr>
                        <m:t>BA</m:t>
                      </m:r>
                      <m:sSup>
                        <m:sSupPr>
                          <m:ctrlPr>
                            <a:rPr lang="en-US" sz="28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p>
                          <m:r>
                            <a:rPr lang="en-US" sz="2800" b="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" name="Equation 6" descr="C=BAB^{-1}">
                <a:extLst>
                  <a:ext uri="{FF2B5EF4-FFF2-40B4-BE49-F238E27FC236}">
                    <a16:creationId xmlns:a16="http://schemas.microsoft.com/office/drawing/2014/main" id="{60AEAA1D-DB29-C342-2D9F-5026ACFDF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6080" y="2376897"/>
                <a:ext cx="2579146" cy="4427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87420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Symmetric matrices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>
          <a:xfrm>
            <a:off x="420624" y="2468880"/>
            <a:ext cx="10936224" cy="3383280"/>
          </a:xfrm>
        </p:spPr>
        <p:txBody>
          <a:bodyPr wrap="square">
            <a:normAutofit/>
          </a:bodyPr>
          <a:lstStyle/>
          <a:p>
            <a:r>
              <a:rPr sz="1600" dirty="0"/>
              <a:t>It is quite common for physical systems with matrix quantities to have symmetric matrices</a:t>
            </a:r>
            <a:r>
              <a:rPr sz="1400" dirty="0"/>
              <a:t> </a:t>
            </a:r>
          </a:p>
          <a:p>
            <a:r>
              <a:rPr sz="1600" dirty="0"/>
              <a:t>These have particularly useful properties which can greatly simplify computations</a:t>
            </a:r>
            <a:r>
              <a:rPr sz="1400" dirty="0"/>
              <a:t> </a:t>
            </a:r>
          </a:p>
          <a:p>
            <a:r>
              <a:rPr sz="1600" dirty="0"/>
              <a:t>The eigenvalues of a symmetric matrix are </a:t>
            </a:r>
            <a:r>
              <a:rPr sz="1600" b="1" dirty="0"/>
              <a:t>always real </a:t>
            </a:r>
            <a:r>
              <a:rPr sz="1600" dirty="0"/>
              <a:t>– this is very useful to know if you want to compute these computationally</a:t>
            </a:r>
            <a:r>
              <a:rPr sz="1400" dirty="0"/>
              <a:t> </a:t>
            </a:r>
          </a:p>
          <a:p>
            <a:r>
              <a:rPr sz="1600" dirty="0"/>
              <a:t>The eigenvectors of a symmetric matrix are always orthogonal – we can sometimes use this to create a coordinate system with useful physical properties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87422-991D-A2B6-9D7E-E905E90A9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71E3C4-7585-9A25-214E-624854F96D2D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Symmetric matrices</a:t>
            </a:r>
          </a:p>
        </p:txBody>
      </p:sp>
    </p:spTree>
    <p:extLst>
      <p:ext uri="{BB962C8B-B14F-4D97-AF65-F5344CB8AC3E}">
        <p14:creationId xmlns:p14="http://schemas.microsoft.com/office/powerpoint/2010/main" val="2103139799"/>
      </p:ext>
    </p:extLst>
  </p:cSld>
  <p:clrMapOvr>
    <a:masterClrMapping/>
  </p:clrMapOvr>
  <p:transition spd="med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F15D8-032D-F548-620A-471286CE8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429C69-6AB2-8AFA-690D-16F9305CBFF4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Symmetric matrices</a:t>
            </a:r>
          </a:p>
        </p:txBody>
      </p:sp>
    </p:spTree>
    <p:extLst>
      <p:ext uri="{BB962C8B-B14F-4D97-AF65-F5344CB8AC3E}">
        <p14:creationId xmlns:p14="http://schemas.microsoft.com/office/powerpoint/2010/main" val="299782587"/>
      </p:ext>
    </p:extLst>
  </p:cSld>
  <p:clrMapOvr>
    <a:masterClrMapping/>
  </p:clrMapOvr>
  <p:transition spd="med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LU decomposition</a:t>
            </a:r>
          </a:p>
        </p:txBody>
      </p:sp>
      <p:pic>
        <p:nvPicPr>
          <p:cNvPr id="4" name="Picture 3" descr="The image depicts a technical diagram showcasing a matrix structure, various elements like mesh, triangular matrices, and a final state of ordered chaos, including symbols and parameters related to mathematical computations.&#10;&#10;AI-generated content may be incorrect.">
            <a:extLst>
              <a:ext uri="{FF2B5EF4-FFF2-40B4-BE49-F238E27FC236}">
                <a16:creationId xmlns:a16="http://schemas.microsoft.com/office/drawing/2014/main" id="{0967402A-8F0E-77AD-A133-3164C86DC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202" y="2865200"/>
            <a:ext cx="5995595" cy="3270325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Triangular matrices in simultaneous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1984786"/>
                <a:ext cx="10875337" cy="3876753"/>
              </a:xfrm>
            </p:spPr>
            <p:txBody>
              <a:bodyPr wrap="square">
                <a:normAutofit/>
              </a:bodyPr>
              <a:lstStyle/>
              <a:p>
                <a:r>
                  <a:rPr sz="1350" dirty="0"/>
                  <a:t>We know that we can use various matrix operations to solve simultaneous equations</a:t>
                </a:r>
                <a:endParaRPr lang="en-GB" sz="1350" dirty="0"/>
              </a:p>
              <a:p>
                <a:endParaRPr dirty="0"/>
              </a:p>
              <a:p>
                <a:r>
                  <a:rPr sz="1350" dirty="0"/>
                  <a:t>However, in scientific computing,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350" i="0" dirty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1350" dirty="0"/>
                  <a:t> could be large – algorithms which work through row reduction operations can be very expensive</a:t>
                </a:r>
                <a:r>
                  <a:rPr dirty="0"/>
                  <a:t> </a:t>
                </a:r>
              </a:p>
              <a:p>
                <a:r>
                  <a:rPr sz="1350" dirty="0"/>
                  <a:t>Sometimes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350" i="0" dirty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1350" dirty="0"/>
                  <a:t> has nice properties, however</a:t>
                </a:r>
                <a:r>
                  <a:rPr dirty="0"/>
                  <a:t> </a:t>
                </a:r>
                <a:endParaRPr lang="en-GB" dirty="0"/>
              </a:p>
              <a:p>
                <a:endParaRPr lang="en-GB" dirty="0"/>
              </a:p>
              <a:p>
                <a:endParaRPr dirty="0"/>
              </a:p>
              <a:p>
                <a:r>
                  <a:rPr sz="1350" dirty="0"/>
                  <a:t>Here, we can read off the solution for </a:t>
                </a:r>
                <a14:m>
                  <m:oMath xmlns:m="http://schemas.openxmlformats.org/officeDocument/2006/math">
                    <m:r>
                      <a:rPr lang="en-GB" sz="135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1350" dirty="0"/>
                  <a:t>, and use this directly to find </a:t>
                </a:r>
                <a14:m>
                  <m:oMath xmlns:m="http://schemas.openxmlformats.org/officeDocument/2006/math">
                    <m:r>
                      <a:rPr lang="en-GB" sz="135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1350" dirty="0"/>
                  <a:t>, and then use that to find </a:t>
                </a:r>
                <a14:m>
                  <m:oMath xmlns:m="http://schemas.openxmlformats.org/officeDocument/2006/math">
                    <m:r>
                      <a:rPr lang="en-GB" sz="135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1350" dirty="0"/>
                  <a:t> (and similar for higher dimensions)</a:t>
                </a:r>
                <a:r>
                  <a:rPr dirty="0"/>
                  <a:t> </a:t>
                </a:r>
              </a:p>
              <a:p>
                <a:r>
                  <a:rPr sz="1350" dirty="0"/>
                  <a:t>Lower triangular matrices have similar nice properties</a:t>
                </a: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1984786"/>
                <a:ext cx="10875337" cy="3876753"/>
              </a:xfrm>
              <a:blipFill>
                <a:blip r:embed="rId2"/>
                <a:stretch>
                  <a:fillRect l="-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A\mathbf{x}=\mathbf{b}"/>
              <p:cNvSpPr txBox="1"/>
              <p:nvPr/>
            </p:nvSpPr>
            <p:spPr>
              <a:xfrm>
                <a:off x="5411096" y="2426552"/>
                <a:ext cx="1651300" cy="40009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3200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3200" b="1" i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32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0">
                          <a:latin typeface="Cambria Math" panose="02040503050406030204" pitchFamily="18" charset="0"/>
                        </a:rPr>
                        <m:t>𝐛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6" name="Equation 6" descr="A\mathbf{x}=\mathbf{b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096" y="2426552"/>
                <a:ext cx="1651300" cy="4000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quation 7" descr="\begin{pmatrix}1&amp;1&amp;1\\0&amp;2&amp;1\\0&amp;0&amp;1\end{pmatrix}\begin{pmatrix}x\\y\\z\end{pmatrix}=\begin{pmatrix}1\\1\\2\end{pmatrix}"/>
              <p:cNvSpPr txBox="1"/>
              <p:nvPr/>
            </p:nvSpPr>
            <p:spPr>
              <a:xfrm>
                <a:off x="4458591" y="3386630"/>
                <a:ext cx="3274818" cy="11582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7" name="Equation 7" descr="\begin{pmatrix}1&amp;1&amp;1\\0&amp;2&amp;1\\0&amp;0&amp;1\end{pmatrix}\begin{pmatrix}x\\y\\z\end{pmatrix}=\begin{pmatrix}1\\1\\2\end{pmatrix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8591" y="3386630"/>
                <a:ext cx="3274818" cy="11582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5673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7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LU decomposition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2049331"/>
                <a:ext cx="11023255" cy="4383741"/>
              </a:xfrm>
            </p:spPr>
            <p:txBody>
              <a:bodyPr wrap="square">
                <a:normAutofit fontScale="92500" lnSpcReduction="20000"/>
              </a:bodyPr>
              <a:lstStyle/>
              <a:p>
                <a:r>
                  <a:rPr lang="en-GB" sz="1600" dirty="0"/>
                  <a:t>For any matrix, we can perform elementary operations to obtain</a:t>
                </a:r>
                <a:r>
                  <a:rPr sz="1600" dirty="0"/>
                  <a:t>, </a:t>
                </a:r>
                <a:br>
                  <a:rPr lang="en-GB" sz="1600" dirty="0"/>
                </a:br>
                <a:br>
                  <a:rPr lang="en-GB" sz="1600" dirty="0"/>
                </a:br>
                <a:br>
                  <a:rPr lang="en-GB" sz="1600" dirty="0"/>
                </a:br>
                <a:r>
                  <a:rPr sz="1600" dirty="0"/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sz="1600" dirty="0"/>
                  <a:t> is an upper-triangular matrix</a:t>
                </a:r>
              </a:p>
              <a:p>
                <a:r>
                  <a:rPr lang="en-GB" sz="1600" b="1" dirty="0"/>
                  <a:t>Now</a:t>
                </a:r>
                <a:r>
                  <a:rPr lang="en-GB" sz="1600" dirty="0"/>
                  <a:t>, if none of the elementary operations were row-switching operations, then we have</a:t>
                </a:r>
                <a:r>
                  <a:rPr sz="1600" dirty="0"/>
                  <a:t>,</a:t>
                </a:r>
                <a:br>
                  <a:rPr lang="en-GB" sz="1600" dirty="0"/>
                </a:br>
                <a:br>
                  <a:rPr lang="en-GB" sz="1600" dirty="0"/>
                </a:br>
                <a:br>
                  <a:rPr lang="en-GB" sz="1600" dirty="0"/>
                </a:br>
                <a:r>
                  <a:rPr sz="1600" dirty="0"/>
                  <a:t>a lower-triangular matrix</a:t>
                </a:r>
              </a:p>
              <a:p>
                <a:r>
                  <a:rPr lang="en-GB" sz="1600" dirty="0"/>
                  <a:t>This is the LU decomposition, we can write</a:t>
                </a:r>
              </a:p>
              <a:p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S</a:t>
                </a:r>
                <a:r>
                  <a:rPr sz="1600" dirty="0" err="1"/>
                  <a:t>olving</a:t>
                </a:r>
                <a:r>
                  <a:rPr sz="1600" dirty="0"/>
                  <a:t> the simultaneous equations is now straightforward</a:t>
                </a: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2049331"/>
                <a:ext cx="11023255" cy="4383741"/>
              </a:xfrm>
              <a:blipFill>
                <a:blip r:embed="rId2"/>
                <a:stretch>
                  <a:fillRect l="-1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A=EU"/>
              <p:cNvSpPr txBox="1"/>
              <p:nvPr/>
            </p:nvSpPr>
            <p:spPr>
              <a:xfrm>
                <a:off x="4561242" y="2462044"/>
                <a:ext cx="1955241" cy="42477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3200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32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 i="0">
                          <a:latin typeface="Cambria Math" panose="02040503050406030204" pitchFamily="18" charset="0"/>
                        </a:rPr>
                        <m:t>EU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6" name="Equation 6" descr="A=EU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1242" y="2462044"/>
                <a:ext cx="1955241" cy="42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quation 7" descr="E=L"/>
              <p:cNvSpPr txBox="1"/>
              <p:nvPr/>
            </p:nvSpPr>
            <p:spPr>
              <a:xfrm>
                <a:off x="4615029" y="3837905"/>
                <a:ext cx="1604321" cy="45126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3200" i="0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sz="32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 i="0">
                          <a:latin typeface="Cambria Math" panose="02040503050406030204" pitchFamily="18" charset="0"/>
                        </a:rPr>
                        <m:t>L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7" name="Equation 7" descr="E=L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5029" y="3837905"/>
                <a:ext cx="1604321" cy="4512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Equation 8" descr="A=LU"/>
              <p:cNvSpPr txBox="1"/>
              <p:nvPr/>
            </p:nvSpPr>
            <p:spPr>
              <a:xfrm>
                <a:off x="4477389" y="5346768"/>
                <a:ext cx="1892931" cy="42477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3200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32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 i="0">
                          <a:latin typeface="Cambria Math" panose="02040503050406030204" pitchFamily="18" charset="0"/>
                        </a:rPr>
                        <m:t>LU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8" name="Equation 8" descr="A=LU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389" y="5346768"/>
                <a:ext cx="1892931" cy="42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7193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7" grpId="0"/>
      <p:bldP spid="8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E7F7-A904-ED33-5712-CF3F9100B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F64CEA-63A1-D258-EF31-D976CE6065EB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LU decomposition</a:t>
            </a:r>
          </a:p>
        </p:txBody>
      </p:sp>
    </p:spTree>
    <p:extLst>
      <p:ext uri="{BB962C8B-B14F-4D97-AF65-F5344CB8AC3E}">
        <p14:creationId xmlns:p14="http://schemas.microsoft.com/office/powerpoint/2010/main" val="4275323539"/>
      </p:ext>
    </p:extLst>
  </p:cSld>
  <p:clrMapOvr>
    <a:masterClrMapping/>
  </p:clrMapOvr>
  <p:transition spd="med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E05A7-C690-9971-C955-250406CC3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766DC2-802A-076A-D315-180E7D9AA54A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LU decomposition</a:t>
            </a:r>
          </a:p>
        </p:txBody>
      </p:sp>
    </p:spTree>
    <p:extLst>
      <p:ext uri="{BB962C8B-B14F-4D97-AF65-F5344CB8AC3E}">
        <p14:creationId xmlns:p14="http://schemas.microsoft.com/office/powerpoint/2010/main" val="1764386230"/>
      </p:ext>
    </p:extLst>
  </p:cSld>
  <p:clrMapOvr>
    <a:masterClrMapping/>
  </p:clrMapOvr>
  <p:transition spd="med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969D1-B93E-4F54-F195-895B671D0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42C72B-B5F6-6019-B7BF-05F1D9328003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LU decomposition</a:t>
            </a:r>
          </a:p>
        </p:txBody>
      </p:sp>
    </p:spTree>
    <p:extLst>
      <p:ext uri="{BB962C8B-B14F-4D97-AF65-F5344CB8AC3E}">
        <p14:creationId xmlns:p14="http://schemas.microsoft.com/office/powerpoint/2010/main" val="1112142432"/>
      </p:ext>
    </p:extLst>
  </p:cSld>
  <p:clrMapOvr>
    <a:masterClrMapping/>
  </p:clrMapOvr>
  <p:transition spd="med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LU decomposition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1715845"/>
                <a:ext cx="10875337" cy="4442908"/>
              </a:xfrm>
            </p:spPr>
            <p:txBody>
              <a:bodyPr wrap="square">
                <a:normAutofit lnSpcReduction="10000"/>
              </a:bodyPr>
              <a:lstStyle/>
              <a:p>
                <a:r>
                  <a:rPr sz="1600" dirty="0"/>
                  <a:t>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GB" sz="1600" b="1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0" dirty="0"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r>
                  <a:rPr lang="en-GB" sz="1600" dirty="0"/>
                  <a:t> </a:t>
                </a:r>
                <a:r>
                  <a:rPr sz="1600" dirty="0"/>
                  <a:t>we have; </a:t>
                </a:r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N</a:t>
                </a:r>
                <a:r>
                  <a:rPr sz="1600" dirty="0"/>
                  <a:t>ow set </a:t>
                </a:r>
                <a14:m>
                  <m:oMath xmlns:m="http://schemas.openxmlformats.org/officeDocument/2006/math">
                    <m:r>
                      <a:rPr lang="en-GB" sz="1600" b="1" i="0" dirty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sz="1600" i="0" dirty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GB" sz="1600" b="1" i="0" dirty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sz="1600" dirty="0"/>
                  <a:t>, </a:t>
                </a:r>
                <a:endParaRPr lang="en-GB" sz="1600" dirty="0"/>
              </a:p>
              <a:p>
                <a:endParaRPr lang="en-GB" sz="1600" dirty="0"/>
              </a:p>
              <a:p>
                <a:r>
                  <a:rPr sz="1600" dirty="0"/>
                  <a:t>This </a:t>
                </a:r>
                <a:r>
                  <a:rPr lang="en-GB" sz="1600" dirty="0"/>
                  <a:t>is a </a:t>
                </a:r>
                <a:r>
                  <a:rPr sz="1600" dirty="0"/>
                  <a:t>lower-triangular </a:t>
                </a:r>
                <a:r>
                  <a:rPr lang="en-GB" sz="1600" dirty="0"/>
                  <a:t>simultaneous </a:t>
                </a:r>
                <a:r>
                  <a:rPr sz="1600" dirty="0"/>
                  <a:t>equation</a:t>
                </a:r>
                <a:r>
                  <a:rPr lang="en-GB" sz="1600" dirty="0"/>
                  <a:t>, it </a:t>
                </a:r>
                <a:r>
                  <a:rPr sz="1600" dirty="0"/>
                  <a:t>is easy to solve for </a:t>
                </a:r>
                <a14:m>
                  <m:oMath xmlns:m="http://schemas.openxmlformats.org/officeDocument/2006/math">
                    <m:r>
                      <a:rPr lang="en-GB" sz="1600" b="1" i="0" dirty="0" smtClean="0"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endParaRPr lang="en-GB" sz="1600" dirty="0"/>
              </a:p>
              <a:p>
                <a:r>
                  <a:rPr lang="en-GB" sz="1600" dirty="0"/>
                  <a:t>But now, </a:t>
                </a:r>
                <a14:m>
                  <m:oMath xmlns:m="http://schemas.openxmlformats.org/officeDocument/2006/math">
                    <m:r>
                      <a:rPr lang="en-GB" sz="1600" b="1" dirty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GB" sz="1600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sz="1600" dirty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GB" sz="1600" b="1" dirty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sz="1600" dirty="0"/>
                  <a:t> is an upper-triangular </a:t>
                </a:r>
                <a:r>
                  <a:rPr lang="en-GB" sz="1600" dirty="0"/>
                  <a:t>simultaneous </a:t>
                </a:r>
                <a:r>
                  <a:rPr sz="1600" dirty="0"/>
                  <a:t>equation with known </a:t>
                </a:r>
                <a14:m>
                  <m:oMath xmlns:m="http://schemas.openxmlformats.org/officeDocument/2006/math">
                    <m:r>
                      <a:rPr lang="en-GB" sz="1600" b="1" i="0" dirty="0" smtClean="0"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r>
                  <a:rPr lang="en-GB" sz="1600" dirty="0"/>
                  <a:t> –</a:t>
                </a:r>
                <a:r>
                  <a:rPr sz="1600" dirty="0"/>
                  <a:t> </a:t>
                </a:r>
                <a:r>
                  <a:rPr lang="en-GB" sz="1600" dirty="0"/>
                  <a:t>this is </a:t>
                </a:r>
                <a:r>
                  <a:rPr sz="1600" dirty="0"/>
                  <a:t>also</a:t>
                </a:r>
                <a:r>
                  <a:rPr lang="en-GB" sz="1600" dirty="0"/>
                  <a:t> </a:t>
                </a:r>
                <a:r>
                  <a:rPr sz="1600" dirty="0"/>
                  <a:t>easy to solve</a:t>
                </a:r>
              </a:p>
              <a:p>
                <a:r>
                  <a:rPr sz="1600" dirty="0"/>
                  <a:t>S</a:t>
                </a:r>
                <a:r>
                  <a:rPr lang="en-GB" sz="1600" dirty="0"/>
                  <a:t>o, provided L and U were constructed with the right properties, </a:t>
                </a:r>
                <a:r>
                  <a:rPr sz="1600" dirty="0"/>
                  <a:t>instead of </a:t>
                </a:r>
                <a:r>
                  <a:rPr lang="en-GB" sz="1600" dirty="0"/>
                  <a:t>row-reductions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1600" dirty="0"/>
                  <a:t> directly, we </a:t>
                </a:r>
                <a:r>
                  <a:rPr lang="en-GB" sz="1600" dirty="0"/>
                  <a:t>did row reductions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1600" dirty="0"/>
                  <a:t> 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sz="1600" dirty="0"/>
                  <a:t>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sz="1600" dirty="0"/>
                  <a:t> at the same time), then use this to solve</a:t>
                </a:r>
                <a:r>
                  <a:rPr lang="en-GB" sz="1600" dirty="0"/>
                  <a:t> the equation</a:t>
                </a:r>
              </a:p>
              <a:p>
                <a:r>
                  <a:rPr lang="en-GB" sz="1600" dirty="0"/>
                  <a:t>F</a:t>
                </a:r>
                <a:r>
                  <a:rPr sz="1600" dirty="0"/>
                  <a:t>or a single equation, this hasn't gained us a lot</a:t>
                </a:r>
                <a:r>
                  <a:rPr lang="en-GB" sz="1600" dirty="0"/>
                  <a:t>, keeping track of two matrices is definitely harder than row-reducing one</a:t>
                </a:r>
                <a:r>
                  <a:rPr sz="1600" dirty="0"/>
                  <a:t>, but…</a:t>
                </a: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1715845"/>
                <a:ext cx="10875337" cy="4442908"/>
              </a:xfrm>
              <a:blipFill>
                <a:blip r:embed="rId2"/>
                <a:stretch>
                  <a:fillRect l="-224" r="-6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 6" descr="LU\mathbf{x}=\mathbf{b}"/>
              <p:cNvSpPr txBox="1"/>
              <p:nvPr/>
            </p:nvSpPr>
            <p:spPr>
              <a:xfrm>
                <a:off x="2942217" y="2173045"/>
                <a:ext cx="1651172" cy="33068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LU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𝐛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" name="Equation 6" descr="LU\mathbf{x}=\mathbf{b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2217" y="2173045"/>
                <a:ext cx="1651172" cy="330680"/>
              </a:xfrm>
              <a:prstGeom prst="rect">
                <a:avLst/>
              </a:prstGeom>
              <a:blipFill>
                <a:blip r:embed="rId3"/>
                <a:stretch>
                  <a:fillRect t="-3636" b="-127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quation 7" descr="L\mathbf{y}=\mathbf{b}"/>
              <p:cNvSpPr txBox="1"/>
              <p:nvPr/>
            </p:nvSpPr>
            <p:spPr>
              <a:xfrm>
                <a:off x="2942217" y="3082331"/>
                <a:ext cx="1651172" cy="50393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4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𝐛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Equation 7" descr="L\mathbf{y}=\mathbf{b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2217" y="3082331"/>
                <a:ext cx="1651172" cy="503936"/>
              </a:xfrm>
              <a:prstGeom prst="rect">
                <a:avLst/>
              </a:prstGeom>
              <a:blipFill>
                <a:blip r:embed="rId4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5280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Applications of LU decomposition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5" y="2124635"/>
                <a:ext cx="10936224" cy="3732904"/>
              </a:xfrm>
            </p:spPr>
            <p:txBody>
              <a:bodyPr wrap="square">
                <a:normAutofit/>
              </a:bodyPr>
              <a:lstStyle/>
              <a:p>
                <a:r>
                  <a:rPr sz="1500" dirty="0"/>
                  <a:t>It is common to need to solve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50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GB" sz="1500" b="1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GB" sz="1500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500" b="1" i="0" dirty="0"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r>
                  <a:rPr sz="1500" dirty="0"/>
                  <a:t> repeatedly for different values of </a:t>
                </a:r>
                <a14:m>
                  <m:oMath xmlns:m="http://schemas.openxmlformats.org/officeDocument/2006/math">
                    <m:r>
                      <a:rPr lang="en-GB" sz="1500" b="1" i="0" dirty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sz="1500" dirty="0"/>
                  <a:t> but a single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500" i="0" dirty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GB" sz="1500" dirty="0"/>
                  <a:t> </a:t>
                </a:r>
              </a:p>
              <a:p>
                <a:r>
                  <a:rPr lang="en-GB" sz="1500" dirty="0"/>
                  <a:t>Or, maybe more accurately, for a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500" b="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GB" sz="1500" dirty="0"/>
                  <a:t> which has algebraic entries, so performing the LU decomposition once is time-consuming, but then each time it is used, you just plug in numbers directly into the lower- and upper-triangular matrices</a:t>
                </a:r>
                <a:endParaRPr sz="1500" dirty="0"/>
              </a:p>
              <a:p>
                <a:r>
                  <a:rPr sz="1500" dirty="0"/>
                  <a:t>LU decomposition means we only perform the complex elementary operations once, rather than for every equation – a large computational saving</a:t>
                </a:r>
              </a:p>
              <a:p>
                <a:r>
                  <a:rPr sz="1500" dirty="0"/>
                  <a:t>However, </a:t>
                </a:r>
                <a:r>
                  <a:rPr lang="en-GB" sz="1500" dirty="0"/>
                  <a:t>we said that we must avoid row switching for this to work; </a:t>
                </a:r>
                <a:r>
                  <a:rPr sz="1500" dirty="0"/>
                  <a:t>the chance our elementary operations avoid row switching is quite small</a:t>
                </a:r>
              </a:p>
              <a:p>
                <a:r>
                  <a:rPr sz="1500" dirty="0"/>
                  <a:t>In that case, we first work out what switches are needed to obtain U, perform these on the system before decomposing, and then compute L and U for the newly ordered system</a:t>
                </a:r>
                <a:r>
                  <a:rPr lang="en-GB" sz="1500" dirty="0"/>
                  <a:t> – again, this could be time consuming, but it only needs doing </a:t>
                </a:r>
                <a:r>
                  <a:rPr lang="en-GB" sz="1500" b="1" dirty="0"/>
                  <a:t>once</a:t>
                </a:r>
                <a:endParaRPr sz="1500" b="1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5" y="2124635"/>
                <a:ext cx="10936224" cy="3732904"/>
              </a:xfrm>
              <a:blipFill>
                <a:blip r:embed="rId2"/>
                <a:stretch>
                  <a:fillRect l="-167" r="-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BEC5BF8-4B73-42EA-9730-7B4A57BA1782}">
  <we:reference id="wa200010001" version="1.0.0.1" store="en-GB" storeType="OMEX"/>
  <we:alternateReferences>
    <we:reference id="WA200010001" version="1.0.0.1" store="WA200010001" storeType="OMEX"/>
  </we:alternateReferences>
  <we:properties>
    <we:property name="claude.fileId" value="&quot;3e112af0-0ca1-4275-ad28-a933ff29ec7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1130</TotalTime>
  <Words>4190</Words>
  <Application>Microsoft Office PowerPoint</Application>
  <PresentationFormat>Widescreen</PresentationFormat>
  <Paragraphs>445</Paragraphs>
  <Slides>105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105</vt:i4>
      </vt:variant>
    </vt:vector>
  </HeadingPairs>
  <TitlesOfParts>
    <vt:vector size="113" baseType="lpstr">
      <vt:lpstr>Aptos</vt:lpstr>
      <vt:lpstr>Aptos Display</vt:lpstr>
      <vt:lpstr>Arial</vt:lpstr>
      <vt:lpstr>Cambria Math</vt:lpstr>
      <vt:lpstr>King</vt:lpstr>
      <vt:lpstr>Open Sans</vt:lpstr>
      <vt:lpstr>Open Sans Light</vt:lpstr>
      <vt:lpstr>Office Theme</vt:lpstr>
      <vt:lpstr>PowerPoint Presentation</vt:lpstr>
      <vt:lpstr>Outline</vt:lpstr>
      <vt:lpstr>PowerPoint Presentation</vt:lpstr>
      <vt:lpstr>Matrices</vt:lpstr>
      <vt:lpstr>Matrices and vectors</vt:lpstr>
      <vt:lpstr>Linear dependency</vt:lpstr>
      <vt:lpstr>Familiar types of matrix</vt:lpstr>
      <vt:lpstr>Familiar square matrix properties</vt:lpstr>
      <vt:lpstr>PowerPoint Presentation</vt:lpstr>
      <vt:lpstr>Elementary row and column operations</vt:lpstr>
      <vt:lpstr>PowerPoint Presentation</vt:lpstr>
      <vt:lpstr>Elementary row (column) operation matrices</vt:lpstr>
      <vt:lpstr>PowerPoint Presentation</vt:lpstr>
      <vt:lpstr>Elementary row (column) operation matrices</vt:lpstr>
      <vt:lpstr>PowerPoint Presentation</vt:lpstr>
      <vt:lpstr>Elementary row (column) operation matrices</vt:lpstr>
      <vt:lpstr>PowerPoint Presentation</vt:lpstr>
      <vt:lpstr>Elementary row (column) operation matrices</vt:lpstr>
      <vt:lpstr>PowerPoint Presentation</vt:lpstr>
      <vt:lpstr>Elementary matrix notation</vt:lpstr>
      <vt:lpstr>PowerPoint Presentation</vt:lpstr>
      <vt:lpstr>Properties of the inverse</vt:lpstr>
      <vt:lpstr>PowerPoint Presentation</vt:lpstr>
      <vt:lpstr>Properties of the inverse</vt:lpstr>
      <vt:lpstr>PowerPoint Presentation</vt:lpstr>
      <vt:lpstr>Properties of the inverse</vt:lpstr>
      <vt:lpstr>PowerPoint Presentation</vt:lpstr>
      <vt:lpstr>Properties of the inverse</vt:lpstr>
      <vt:lpstr>Inverse of the elementary matrices</vt:lpstr>
      <vt:lpstr>PowerPoint Presentation</vt:lpstr>
      <vt:lpstr>Non-invertible matrices</vt:lpstr>
      <vt:lpstr>PowerPoint Presentation</vt:lpstr>
      <vt:lpstr>Non-invertible matrices</vt:lpstr>
      <vt:lpstr>PowerPoint Presentation</vt:lpstr>
      <vt:lpstr>PowerPoint Presentation</vt:lpstr>
      <vt:lpstr>PowerPoint Presentation</vt:lpstr>
      <vt:lpstr>PowerPoint Presentation</vt:lpstr>
      <vt:lpstr>Invertible matrices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Determinants of diagonal matrices</vt:lpstr>
      <vt:lpstr>Effect of elementary operations on determinants</vt:lpstr>
      <vt:lpstr>PowerPoint Presentation</vt:lpstr>
      <vt:lpstr>Effect of elementary operations on determinants</vt:lpstr>
      <vt:lpstr>PowerPoint Presentation</vt:lpstr>
      <vt:lpstr>PowerPoint Presentation</vt:lpstr>
      <vt:lpstr>Effect of elementary operations on determinants</vt:lpstr>
      <vt:lpstr>PowerPoint Presentation</vt:lpstr>
      <vt:lpstr>Effect of elementary operations on determinants</vt:lpstr>
      <vt:lpstr>Determinants and linear dependency</vt:lpstr>
      <vt:lpstr>PowerPoint Presentation</vt:lpstr>
      <vt:lpstr>Determinant of a product</vt:lpstr>
      <vt:lpstr>PowerPoint Presentation</vt:lpstr>
      <vt:lpstr>PowerPoint Presentation</vt:lpstr>
      <vt:lpstr>PowerPoint Presentation</vt:lpstr>
      <vt:lpstr>Matrices as coordinate transformations</vt:lpstr>
      <vt:lpstr>PowerPoint Presentation</vt:lpstr>
      <vt:lpstr>PowerPoint Presentation</vt:lpstr>
      <vt:lpstr>Eigenvalues and eigenvectors</vt:lpstr>
      <vt:lpstr>PowerPoint Presentation</vt:lpstr>
      <vt:lpstr>Finding eigenvalues</vt:lpstr>
      <vt:lpstr>PowerPoint Presentation</vt:lpstr>
      <vt:lpstr>Finding eigenvectors</vt:lpstr>
      <vt:lpstr>PowerPoint Presentation</vt:lpstr>
      <vt:lpstr>PowerPoint Presentation</vt:lpstr>
      <vt:lpstr>Finding eigenvalues – other possibilities</vt:lpstr>
      <vt:lpstr>PowerPoint Presentation</vt:lpstr>
      <vt:lpstr>PowerPoint Presentation</vt:lpstr>
      <vt:lpstr>Finding eigenvectors – repeated eigenvalues</vt:lpstr>
      <vt:lpstr>PowerPoint Presentation</vt:lpstr>
      <vt:lpstr>PowerPoint Presentation</vt:lpstr>
      <vt:lpstr>Finding eigenvectors – repeated eigenvalues</vt:lpstr>
      <vt:lpstr>PowerPoint Presentation</vt:lpstr>
      <vt:lpstr>PowerPoint Presentation</vt:lpstr>
      <vt:lpstr>PowerPoint Presentation</vt:lpstr>
      <vt:lpstr>Linear independence of eigenvectors</vt:lpstr>
      <vt:lpstr>PowerPoint Presentation</vt:lpstr>
      <vt:lpstr>PowerPoint Presentation</vt:lpstr>
      <vt:lpstr>Diagonalisation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Similar matrices</vt:lpstr>
      <vt:lpstr>PowerPoint Presentation</vt:lpstr>
      <vt:lpstr>Similar matrices</vt:lpstr>
      <vt:lpstr>PowerPoint Presentation</vt:lpstr>
      <vt:lpstr>Similar matrices</vt:lpstr>
      <vt:lpstr>PowerPoint Presentation</vt:lpstr>
      <vt:lpstr>Similar matrices</vt:lpstr>
      <vt:lpstr>Symmetric matrices</vt:lpstr>
      <vt:lpstr>PowerPoint Presentation</vt:lpstr>
      <vt:lpstr>PowerPoint Presentation</vt:lpstr>
      <vt:lpstr>PowerPoint Presentation</vt:lpstr>
      <vt:lpstr>Triangular matrices in simultaneous equations</vt:lpstr>
      <vt:lpstr>LU decomposition</vt:lpstr>
      <vt:lpstr>PowerPoint Presentation</vt:lpstr>
      <vt:lpstr>PowerPoint Presentation</vt:lpstr>
      <vt:lpstr>PowerPoint Presentation</vt:lpstr>
      <vt:lpstr>Using LU decomposition</vt:lpstr>
      <vt:lpstr>Applications of LU decomposition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Millmore</dc:creator>
  <cp:lastModifiedBy>Stephen Millmore</cp:lastModifiedBy>
  <cp:revision>1</cp:revision>
  <dcterms:created xsi:type="dcterms:W3CDTF">2026-06-16T10:40:47Z</dcterms:created>
  <dcterms:modified xsi:type="dcterms:W3CDTF">2026-10-07T08:40:08Z</dcterms:modified>
</cp:coreProperties>
</file>