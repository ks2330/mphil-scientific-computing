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12" r:id="rId20"/>
    <p:sldId id="275" r:id="rId21"/>
    <p:sldId id="276" r:id="rId22"/>
    <p:sldId id="277" r:id="rId23"/>
    <p:sldId id="278" r:id="rId24"/>
    <p:sldId id="279" r:id="rId25"/>
    <p:sldId id="298" r:id="rId26"/>
    <p:sldId id="280" r:id="rId27"/>
    <p:sldId id="281" r:id="rId28"/>
    <p:sldId id="305" r:id="rId29"/>
    <p:sldId id="299" r:id="rId30"/>
    <p:sldId id="282" r:id="rId31"/>
    <p:sldId id="314" r:id="rId32"/>
    <p:sldId id="284" r:id="rId33"/>
    <p:sldId id="285" r:id="rId34"/>
    <p:sldId id="286" r:id="rId35"/>
    <p:sldId id="306" r:id="rId36"/>
    <p:sldId id="307" r:id="rId37"/>
    <p:sldId id="287" r:id="rId38"/>
    <p:sldId id="288" r:id="rId39"/>
    <p:sldId id="300" r:id="rId40"/>
    <p:sldId id="289" r:id="rId41"/>
    <p:sldId id="301" r:id="rId42"/>
    <p:sldId id="308" r:id="rId43"/>
    <p:sldId id="309" r:id="rId44"/>
    <p:sldId id="290" r:id="rId45"/>
    <p:sldId id="291" r:id="rId46"/>
    <p:sldId id="292" r:id="rId47"/>
    <p:sldId id="302" r:id="rId48"/>
    <p:sldId id="303" r:id="rId49"/>
    <p:sldId id="310" r:id="rId50"/>
    <p:sldId id="293" r:id="rId51"/>
    <p:sldId id="294" r:id="rId52"/>
    <p:sldId id="295" r:id="rId53"/>
    <p:sldId id="296" r:id="rId54"/>
    <p:sldId id="297" r:id="rId55"/>
    <p:sldId id="30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4837E-21C5-4144-BE5C-3BEEDCCF676D}" v="122" dt="2026-10-06T11:03:25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3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Millmore" userId="7b2404fb-f360-4859-a21a-833f72764a74" providerId="ADAL" clId="{F8060359-7CB0-4CFA-8452-FFE64AEC2193}"/>
    <pc:docChg chg="undo custSel addSld delSld modSld">
      <pc:chgData name="Stephen Millmore" userId="7b2404fb-f360-4859-a21a-833f72764a74" providerId="ADAL" clId="{F8060359-7CB0-4CFA-8452-FFE64AEC2193}" dt="2026-10-05T08:24:35.460" v="1145" actId="9405"/>
      <pc:docMkLst>
        <pc:docMk/>
      </pc:docMkLst>
      <pc:sldChg chg="addSp delSp modSp mod">
        <pc:chgData name="Stephen Millmore" userId="7b2404fb-f360-4859-a21a-833f72764a74" providerId="ADAL" clId="{F8060359-7CB0-4CFA-8452-FFE64AEC2193}" dt="2026-10-05T08:24:35.460" v="1145" actId="9405"/>
        <pc:sldMkLst>
          <pc:docMk/>
          <pc:sldMk cId="0" sldId="256"/>
        </pc:sldMkLst>
        <pc:spChg chg="mod">
          <ac:chgData name="Stephen Millmore" userId="7b2404fb-f360-4859-a21a-833f72764a74" providerId="ADAL" clId="{F8060359-7CB0-4CFA-8452-FFE64AEC2193}" dt="2026-10-01T10:31:20.558" v="1041" actId="1076"/>
          <ac:spMkLst>
            <pc:docMk/>
            <pc:sldMk cId="0" sldId="256"/>
            <ac:spMk id="2" creationId="{00000000-0000-0000-0000-000000000000}"/>
          </ac:spMkLst>
        </pc:spChg>
        <pc:inkChg chg="add">
          <ac:chgData name="Stephen Millmore" userId="7b2404fb-f360-4859-a21a-833f72764a74" providerId="ADAL" clId="{F8060359-7CB0-4CFA-8452-FFE64AEC2193}" dt="2026-10-05T08:24:35.460" v="1145" actId="9405"/>
          <ac:inkMkLst>
            <pc:docMk/>
            <pc:sldMk cId="0" sldId="256"/>
            <ac:inkMk id="5" creationId="{BD38308D-56CE-C4AC-2120-DF5C8D1CFD65}"/>
          </ac:inkMkLst>
        </pc:inkChg>
      </pc:sldChg>
      <pc:sldChg chg="addSp modSp">
        <pc:chgData name="Stephen Millmore" userId="7b2404fb-f360-4859-a21a-833f72764a74" providerId="ADAL" clId="{F8060359-7CB0-4CFA-8452-FFE64AEC2193}" dt="2026-09-30T11:58:22.738" v="137" actId="767"/>
        <pc:sldMkLst>
          <pc:docMk/>
          <pc:sldMk cId="0" sldId="257"/>
        </pc:sldMkLst>
        <pc:spChg chg="add mod">
          <ac:chgData name="Stephen Millmore" userId="7b2404fb-f360-4859-a21a-833f72764a74" providerId="ADAL" clId="{F8060359-7CB0-4CFA-8452-FFE64AEC2193}" dt="2026-09-30T11:28:05.623" v="1"/>
          <ac:spMkLst>
            <pc:docMk/>
            <pc:sldMk cId="0" sldId="257"/>
            <ac:spMk id="3" creationId="{7C9AED4B-A9FA-5090-53FF-568F16CD0490}"/>
          </ac:spMkLst>
        </pc:spChg>
        <pc:spChg chg="add mod">
          <ac:chgData name="Stephen Millmore" userId="7b2404fb-f360-4859-a21a-833f72764a74" providerId="ADAL" clId="{F8060359-7CB0-4CFA-8452-FFE64AEC2193}" dt="2026-09-30T11:29:40.829" v="2"/>
          <ac:spMkLst>
            <pc:docMk/>
            <pc:sldMk cId="0" sldId="257"/>
            <ac:spMk id="8" creationId="{C71A6BEE-395B-0EE3-486A-164B33646896}"/>
          </ac:spMkLst>
        </pc:spChg>
        <pc:spChg chg="add mod">
          <ac:chgData name="Stephen Millmore" userId="7b2404fb-f360-4859-a21a-833f72764a74" providerId="ADAL" clId="{F8060359-7CB0-4CFA-8452-FFE64AEC2193}" dt="2026-09-30T11:58:22.738" v="137" actId="767"/>
          <ac:spMkLst>
            <pc:docMk/>
            <pc:sldMk cId="0" sldId="257"/>
            <ac:spMk id="11" creationId="{B57800E7-76B0-C5E2-66C6-508C66151976}"/>
          </ac:spMkLst>
        </pc:spChg>
        <pc:picChg chg="add">
          <ac:chgData name="Stephen Millmore" userId="7b2404fb-f360-4859-a21a-833f72764a74" providerId="ADAL" clId="{F8060359-7CB0-4CFA-8452-FFE64AEC2193}" dt="2026-09-30T11:32:39.511" v="3"/>
          <ac:picMkLst>
            <pc:docMk/>
            <pc:sldMk cId="0" sldId="257"/>
            <ac:picMk id="10" creationId="{92639BED-4874-7321-D0A9-BA31135A4224}"/>
          </ac:picMkLst>
        </pc:picChg>
      </pc:sldChg>
      <pc:sldChg chg="addSp modSp">
        <pc:chgData name="Stephen Millmore" userId="7b2404fb-f360-4859-a21a-833f72764a74" providerId="ADAL" clId="{F8060359-7CB0-4CFA-8452-FFE64AEC2193}" dt="2026-09-30T11:50:28.028" v="130" actId="403"/>
        <pc:sldMkLst>
          <pc:docMk/>
          <pc:sldMk cId="0" sldId="259"/>
        </pc:sldMkLst>
        <pc:spChg chg="add mod">
          <ac:chgData name="Stephen Millmore" userId="7b2404fb-f360-4859-a21a-833f72764a74" providerId="ADAL" clId="{F8060359-7CB0-4CFA-8452-FFE64AEC2193}" dt="2026-09-30T11:35:36.162" v="5"/>
          <ac:spMkLst>
            <pc:docMk/>
            <pc:sldMk cId="0" sldId="259"/>
            <ac:spMk id="3" creationId="{849ECB30-BDA1-745F-97FA-A7159D2B2389}"/>
          </ac:spMkLst>
        </pc:spChg>
        <pc:spChg chg="mod">
          <ac:chgData name="Stephen Millmore" userId="7b2404fb-f360-4859-a21a-833f72764a74" providerId="ADAL" clId="{F8060359-7CB0-4CFA-8452-FFE64AEC2193}" dt="2026-09-30T11:50:23.569" v="128" actId="403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Stephen Millmore" userId="7b2404fb-f360-4859-a21a-833f72764a74" providerId="ADAL" clId="{F8060359-7CB0-4CFA-8452-FFE64AEC2193}" dt="2026-09-30T11:50:28.028" v="130" actId="403"/>
          <ac:spMkLst>
            <pc:docMk/>
            <pc:sldMk cId="0" sldId="259"/>
            <ac:spMk id="8" creationId="{B6534C78-1D13-F909-ACF1-FCB13BBD9624}"/>
          </ac:spMkLst>
        </pc:spChg>
      </pc:sldChg>
      <pc:sldChg chg="addSp modSp">
        <pc:chgData name="Stephen Millmore" userId="7b2404fb-f360-4859-a21a-833f72764a74" providerId="ADAL" clId="{F8060359-7CB0-4CFA-8452-FFE64AEC2193}" dt="2026-09-30T11:50:03.450" v="126" actId="20577"/>
        <pc:sldMkLst>
          <pc:docMk/>
          <pc:sldMk cId="0" sldId="260"/>
        </pc:sldMkLst>
        <pc:spChg chg="add mod">
          <ac:chgData name="Stephen Millmore" userId="7b2404fb-f360-4859-a21a-833f72764a74" providerId="ADAL" clId="{F8060359-7CB0-4CFA-8452-FFE64AEC2193}" dt="2026-09-30T11:43:36.080" v="61" actId="20577"/>
          <ac:spMkLst>
            <pc:docMk/>
            <pc:sldMk cId="0" sldId="260"/>
            <ac:spMk id="3" creationId="{E8012998-5801-7FAD-634C-E757B9FAF757}"/>
          </ac:spMkLst>
        </pc:spChg>
        <pc:spChg chg="add mod">
          <ac:chgData name="Stephen Millmore" userId="7b2404fb-f360-4859-a21a-833f72764a74" providerId="ADAL" clId="{F8060359-7CB0-4CFA-8452-FFE64AEC2193}" dt="2026-09-30T11:48:49.190" v="98" actId="20577"/>
          <ac:spMkLst>
            <pc:docMk/>
            <pc:sldMk cId="0" sldId="260"/>
            <ac:spMk id="8" creationId="{4E00D1F4-0C89-5610-9B73-6199174E8A5E}"/>
          </ac:spMkLst>
        </pc:spChg>
        <pc:spChg chg="add mod">
          <ac:chgData name="Stephen Millmore" userId="7b2404fb-f360-4859-a21a-833f72764a74" providerId="ADAL" clId="{F8060359-7CB0-4CFA-8452-FFE64AEC2193}" dt="2026-09-30T11:50:03.450" v="126" actId="20577"/>
          <ac:spMkLst>
            <pc:docMk/>
            <pc:sldMk cId="0" sldId="260"/>
            <ac:spMk id="9" creationId="{7A5E73B4-3717-ABA7-0A4F-E0D374BBFBC6}"/>
          </ac:spMkLst>
        </pc:spChg>
      </pc:sldChg>
      <pc:sldChg chg="modSp">
        <pc:chgData name="Stephen Millmore" userId="7b2404fb-f360-4859-a21a-833f72764a74" providerId="ADAL" clId="{F8060359-7CB0-4CFA-8452-FFE64AEC2193}" dt="2026-09-30T11:54:29.320" v="136" actId="114"/>
        <pc:sldMkLst>
          <pc:docMk/>
          <pc:sldMk cId="0" sldId="262"/>
        </pc:sldMkLst>
        <pc:spChg chg="mod">
          <ac:chgData name="Stephen Millmore" userId="7b2404fb-f360-4859-a21a-833f72764a74" providerId="ADAL" clId="{F8060359-7CB0-4CFA-8452-FFE64AEC2193}" dt="2026-09-30T11:54:29.320" v="136" actId="114"/>
          <ac:spMkLst>
            <pc:docMk/>
            <pc:sldMk cId="0" sldId="262"/>
            <ac:spMk id="4" creationId="{00000000-0000-0000-0000-000000000000}"/>
          </ac:spMkLst>
        </pc:spChg>
      </pc:sldChg>
      <pc:sldChg chg="addSp delSp modSp mod modShow">
        <pc:chgData name="Stephen Millmore" userId="7b2404fb-f360-4859-a21a-833f72764a74" providerId="ADAL" clId="{F8060359-7CB0-4CFA-8452-FFE64AEC2193}" dt="2026-10-01T10:40:26.530" v="1057" actId="21"/>
        <pc:sldMkLst>
          <pc:docMk/>
          <pc:sldMk cId="0" sldId="263"/>
        </pc:sldMkLst>
        <pc:spChg chg="mod">
          <ac:chgData name="Stephen Millmore" userId="7b2404fb-f360-4859-a21a-833f72764a74" providerId="ADAL" clId="{F8060359-7CB0-4CFA-8452-FFE64AEC2193}" dt="2026-10-01T10:36:17.346" v="1050" actId="1076"/>
          <ac:spMkLst>
            <pc:docMk/>
            <pc:sldMk cId="0" sldId="263"/>
            <ac:spMk id="4" creationId="{00000000-0000-0000-0000-000000000000}"/>
          </ac:spMkLst>
        </pc:spChg>
      </pc:sldChg>
      <pc:sldChg chg="addSp delSp modSp mod">
        <pc:chgData name="Stephen Millmore" userId="7b2404fb-f360-4859-a21a-833f72764a74" providerId="ADAL" clId="{F8060359-7CB0-4CFA-8452-FFE64AEC2193}" dt="2026-10-01T10:41:05.075" v="1113"/>
        <pc:sldMkLst>
          <pc:docMk/>
          <pc:sldMk cId="0" sldId="264"/>
        </pc:sldMkLst>
        <pc:picChg chg="add mod">
          <ac:chgData name="Stephen Millmore" userId="7b2404fb-f360-4859-a21a-833f72764a74" providerId="ADAL" clId="{F8060359-7CB0-4CFA-8452-FFE64AEC2193}" dt="2026-10-01T10:40:37.194" v="1061" actId="1076"/>
          <ac:picMkLst>
            <pc:docMk/>
            <pc:sldMk cId="0" sldId="264"/>
            <ac:picMk id="4" creationId="{8E5D0934-CF48-F8AE-ABE8-0997F00EE0D4}"/>
          </ac:picMkLst>
        </pc:picChg>
      </pc:sldChg>
      <pc:sldChg chg="delSp modSp">
        <pc:chgData name="Stephen Millmore" userId="7b2404fb-f360-4859-a21a-833f72764a74" providerId="ADAL" clId="{F8060359-7CB0-4CFA-8452-FFE64AEC2193}" dt="2026-09-30T12:02:53.651" v="141"/>
        <pc:sldMkLst>
          <pc:docMk/>
          <pc:sldMk cId="0" sldId="265"/>
        </pc:sldMkLst>
        <pc:grpChg chg="mod">
          <ac:chgData name="Stephen Millmore" userId="7b2404fb-f360-4859-a21a-833f72764a74" providerId="ADAL" clId="{F8060359-7CB0-4CFA-8452-FFE64AEC2193}" dt="2026-09-30T12:02:44.423" v="140"/>
          <ac:grpSpMkLst>
            <pc:docMk/>
            <pc:sldMk cId="0" sldId="265"/>
            <ac:grpSpMk id="12" creationId="{986D6582-FEF8-88C9-3E47-A6C48A27855E}"/>
          </ac:grpSpMkLst>
        </pc:grpChg>
        <pc:grpChg chg="mod">
          <ac:chgData name="Stephen Millmore" userId="7b2404fb-f360-4859-a21a-833f72764a74" providerId="ADAL" clId="{F8060359-7CB0-4CFA-8452-FFE64AEC2193}" dt="2026-09-30T12:02:53.651" v="141"/>
          <ac:grpSpMkLst>
            <pc:docMk/>
            <pc:sldMk cId="0" sldId="265"/>
            <ac:grpSpMk id="16" creationId="{18FC8E1D-8E23-0D19-538F-D1877B58FEC7}"/>
          </ac:grpSpMkLst>
        </pc:grpChg>
        <pc:inkChg chg="mod">
          <ac:chgData name="Stephen Millmore" userId="7b2404fb-f360-4859-a21a-833f72764a74" providerId="ADAL" clId="{F8060359-7CB0-4CFA-8452-FFE64AEC2193}" dt="2026-09-30T12:02:44.423" v="140"/>
          <ac:inkMkLst>
            <pc:docMk/>
            <pc:sldMk cId="0" sldId="265"/>
            <ac:inkMk id="7" creationId="{BAC24DF5-EBD6-7936-6233-A16D93CD3C5C}"/>
          </ac:inkMkLst>
        </pc:inkChg>
        <pc:inkChg chg="mod">
          <ac:chgData name="Stephen Millmore" userId="7b2404fb-f360-4859-a21a-833f72764a74" providerId="ADAL" clId="{F8060359-7CB0-4CFA-8452-FFE64AEC2193}" dt="2026-09-30T12:02:44.423" v="140"/>
          <ac:inkMkLst>
            <pc:docMk/>
            <pc:sldMk cId="0" sldId="265"/>
            <ac:inkMk id="8" creationId="{A3E00C45-F9CB-9106-AC97-94B79F1004E6}"/>
          </ac:inkMkLst>
        </pc:inkChg>
        <pc:inkChg chg="mod">
          <ac:chgData name="Stephen Millmore" userId="7b2404fb-f360-4859-a21a-833f72764a74" providerId="ADAL" clId="{F8060359-7CB0-4CFA-8452-FFE64AEC2193}" dt="2026-09-30T12:02:44.423" v="140"/>
          <ac:inkMkLst>
            <pc:docMk/>
            <pc:sldMk cId="0" sldId="265"/>
            <ac:inkMk id="11" creationId="{195641A4-C515-607F-B3AC-FCBBDFC14377}"/>
          </ac:inkMkLst>
        </pc:inkChg>
        <pc:inkChg chg="mod">
          <ac:chgData name="Stephen Millmore" userId="7b2404fb-f360-4859-a21a-833f72764a74" providerId="ADAL" clId="{F8060359-7CB0-4CFA-8452-FFE64AEC2193}" dt="2026-09-30T12:02:53.651" v="141"/>
          <ac:inkMkLst>
            <pc:docMk/>
            <pc:sldMk cId="0" sldId="265"/>
            <ac:inkMk id="13" creationId="{815E52DE-A49F-1BB2-FB59-73F41F5D9D71}"/>
          </ac:inkMkLst>
        </pc:inkChg>
        <pc:inkChg chg="mod">
          <ac:chgData name="Stephen Millmore" userId="7b2404fb-f360-4859-a21a-833f72764a74" providerId="ADAL" clId="{F8060359-7CB0-4CFA-8452-FFE64AEC2193}" dt="2026-09-30T12:02:53.651" v="141"/>
          <ac:inkMkLst>
            <pc:docMk/>
            <pc:sldMk cId="0" sldId="265"/>
            <ac:inkMk id="14" creationId="{8F5A38FF-F7BA-F396-4A6B-EF2D2E1E505D}"/>
          </ac:inkMkLst>
        </pc:inkChg>
        <pc:inkChg chg="mod">
          <ac:chgData name="Stephen Millmore" userId="7b2404fb-f360-4859-a21a-833f72764a74" providerId="ADAL" clId="{F8060359-7CB0-4CFA-8452-FFE64AEC2193}" dt="2026-09-30T12:02:53.651" v="141"/>
          <ac:inkMkLst>
            <pc:docMk/>
            <pc:sldMk cId="0" sldId="265"/>
            <ac:inkMk id="15" creationId="{0B4F3884-378A-985D-C906-D19AC06FF13C}"/>
          </ac:inkMkLst>
        </pc:inkChg>
      </pc:sldChg>
      <pc:sldChg chg="delSp modSp">
        <pc:chgData name="Stephen Millmore" userId="7b2404fb-f360-4859-a21a-833f72764a74" providerId="ADAL" clId="{F8060359-7CB0-4CFA-8452-FFE64AEC2193}" dt="2026-09-30T12:08:16.616" v="177"/>
        <pc:sldMkLst>
          <pc:docMk/>
          <pc:sldMk cId="0" sldId="266"/>
        </pc:sldMkLst>
        <pc:spChg chg="mod">
          <ac:chgData name="Stephen Millmore" userId="7b2404fb-f360-4859-a21a-833f72764a74" providerId="ADAL" clId="{F8060359-7CB0-4CFA-8452-FFE64AEC2193}" dt="2026-09-30T12:07:52.878" v="174" actId="20577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tephen Millmore" userId="7b2404fb-f360-4859-a21a-833f72764a74" providerId="ADAL" clId="{F8060359-7CB0-4CFA-8452-FFE64AEC2193}" dt="2026-09-30T12:08:16.616" v="177"/>
          <ac:grpSpMkLst>
            <pc:docMk/>
            <pc:sldMk cId="0" sldId="266"/>
            <ac:grpSpMk id="14" creationId="{86BFE681-C4D7-3951-1BC3-4EEBE64B44DF}"/>
          </ac:grpSpMkLst>
        </pc:grpChg>
        <pc:inkChg chg="mod">
          <ac:chgData name="Stephen Millmore" userId="7b2404fb-f360-4859-a21a-833f72764a74" providerId="ADAL" clId="{F8060359-7CB0-4CFA-8452-FFE64AEC2193}" dt="2026-09-30T12:08:13.346" v="176"/>
          <ac:inkMkLst>
            <pc:docMk/>
            <pc:sldMk cId="0" sldId="266"/>
            <ac:inkMk id="3" creationId="{A10A068D-634D-DC83-145D-D3CEEE415629}"/>
          </ac:inkMkLst>
        </pc:inkChg>
        <pc:inkChg chg="mod">
          <ac:chgData name="Stephen Millmore" userId="7b2404fb-f360-4859-a21a-833f72764a74" providerId="ADAL" clId="{F8060359-7CB0-4CFA-8452-FFE64AEC2193}" dt="2026-09-30T12:08:13.346" v="176"/>
          <ac:inkMkLst>
            <pc:docMk/>
            <pc:sldMk cId="0" sldId="266"/>
            <ac:inkMk id="7" creationId="{3CF707A3-9033-8843-8442-9A8DFDDCA4C2}"/>
          </ac:inkMkLst>
        </pc:inkChg>
        <pc:inkChg chg="mod">
          <ac:chgData name="Stephen Millmore" userId="7b2404fb-f360-4859-a21a-833f72764a74" providerId="ADAL" clId="{F8060359-7CB0-4CFA-8452-FFE64AEC2193}" dt="2026-09-30T12:08:13.346" v="176"/>
          <ac:inkMkLst>
            <pc:docMk/>
            <pc:sldMk cId="0" sldId="266"/>
            <ac:inkMk id="9" creationId="{BF3E6010-0F8D-3016-F4EE-1547AFD2D0C1}"/>
          </ac:inkMkLst>
        </pc:inkChg>
        <pc:inkChg chg="mod">
          <ac:chgData name="Stephen Millmore" userId="7b2404fb-f360-4859-a21a-833f72764a74" providerId="ADAL" clId="{F8060359-7CB0-4CFA-8452-FFE64AEC2193}" dt="2026-09-30T12:08:13.346" v="176"/>
          <ac:inkMkLst>
            <pc:docMk/>
            <pc:sldMk cId="0" sldId="266"/>
            <ac:inkMk id="10" creationId="{1CD14C10-B55E-B691-EAAE-7C15CD922DF1}"/>
          </ac:inkMkLst>
        </pc:inkChg>
        <pc:inkChg chg="mod">
          <ac:chgData name="Stephen Millmore" userId="7b2404fb-f360-4859-a21a-833f72764a74" providerId="ADAL" clId="{F8060359-7CB0-4CFA-8452-FFE64AEC2193}" dt="2026-09-30T12:08:16.616" v="177"/>
          <ac:inkMkLst>
            <pc:docMk/>
            <pc:sldMk cId="0" sldId="266"/>
            <ac:inkMk id="12" creationId="{D9E067C3-2237-E219-7D83-D3A76868786D}"/>
          </ac:inkMkLst>
        </pc:inkChg>
        <pc:inkChg chg="mod">
          <ac:chgData name="Stephen Millmore" userId="7b2404fb-f360-4859-a21a-833f72764a74" providerId="ADAL" clId="{F8060359-7CB0-4CFA-8452-FFE64AEC2193}" dt="2026-09-30T12:08:16.616" v="177"/>
          <ac:inkMkLst>
            <pc:docMk/>
            <pc:sldMk cId="0" sldId="266"/>
            <ac:inkMk id="13" creationId="{91788A15-BA35-E33A-B2C9-0DC8F56ED419}"/>
          </ac:inkMkLst>
        </pc:inkChg>
      </pc:sldChg>
      <pc:sldChg chg="delSp modSp">
        <pc:chgData name="Stephen Millmore" userId="7b2404fb-f360-4859-a21a-833f72764a74" providerId="ADAL" clId="{F8060359-7CB0-4CFA-8452-FFE64AEC2193}" dt="2026-09-30T12:09:53.911" v="181"/>
        <pc:sldMkLst>
          <pc:docMk/>
          <pc:sldMk cId="0" sldId="267"/>
        </pc:sldMkLst>
        <pc:grpChg chg="mod">
          <ac:chgData name="Stephen Millmore" userId="7b2404fb-f360-4859-a21a-833f72764a74" providerId="ADAL" clId="{F8060359-7CB0-4CFA-8452-FFE64AEC2193}" dt="2026-09-30T12:09:53.911" v="181"/>
          <ac:grpSpMkLst>
            <pc:docMk/>
            <pc:sldMk cId="0" sldId="267"/>
            <ac:grpSpMk id="13" creationId="{9A5F5D19-E1D4-CA52-FCDC-AB28FB97A7FD}"/>
          </ac:grpSpMkLst>
        </pc:grpChg>
        <pc:inkChg chg="mod">
          <ac:chgData name="Stephen Millmore" userId="7b2404fb-f360-4859-a21a-833f72764a74" providerId="ADAL" clId="{F8060359-7CB0-4CFA-8452-FFE64AEC2193}" dt="2026-09-30T12:09:53.911" v="181"/>
          <ac:inkMkLst>
            <pc:docMk/>
            <pc:sldMk cId="0" sldId="267"/>
            <ac:inkMk id="11" creationId="{172A65E8-6BE9-EA18-593B-31FF3E068A52}"/>
          </ac:inkMkLst>
        </pc:inkChg>
        <pc:inkChg chg="mod">
          <ac:chgData name="Stephen Millmore" userId="7b2404fb-f360-4859-a21a-833f72764a74" providerId="ADAL" clId="{F8060359-7CB0-4CFA-8452-FFE64AEC2193}" dt="2026-09-30T12:09:53.911" v="181"/>
          <ac:inkMkLst>
            <pc:docMk/>
            <pc:sldMk cId="0" sldId="267"/>
            <ac:inkMk id="12" creationId="{1C5FA94F-31AC-E7FD-CEA2-D4D0FC81FBA4}"/>
          </ac:inkMkLst>
        </pc:inkChg>
      </pc:sldChg>
      <pc:sldChg chg="modSp">
        <pc:chgData name="Stephen Millmore" userId="7b2404fb-f360-4859-a21a-833f72764a74" providerId="ADAL" clId="{F8060359-7CB0-4CFA-8452-FFE64AEC2193}" dt="2026-09-30T12:12:59.552" v="248" actId="20577"/>
        <pc:sldMkLst>
          <pc:docMk/>
          <pc:sldMk cId="0" sldId="268"/>
        </pc:sldMkLst>
        <pc:spChg chg="mod">
          <ac:chgData name="Stephen Millmore" userId="7b2404fb-f360-4859-a21a-833f72764a74" providerId="ADAL" clId="{F8060359-7CB0-4CFA-8452-FFE64AEC2193}" dt="2026-09-30T12:12:59.552" v="248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Stephen Millmore" userId="7b2404fb-f360-4859-a21a-833f72764a74" providerId="ADAL" clId="{F8060359-7CB0-4CFA-8452-FFE64AEC2193}" dt="2026-10-01T15:31:17.481" v="1127" actId="1076"/>
        <pc:sldMkLst>
          <pc:docMk/>
          <pc:sldMk cId="0" sldId="270"/>
        </pc:sldMkLst>
        <pc:spChg chg="mod">
          <ac:chgData name="Stephen Millmore" userId="7b2404fb-f360-4859-a21a-833f72764a74" providerId="ADAL" clId="{F8060359-7CB0-4CFA-8452-FFE64AEC2193}" dt="2026-09-30T12:23:19.653" v="255"/>
          <ac:spMkLst>
            <pc:docMk/>
            <pc:sldMk cId="0" sldId="270"/>
            <ac:spMk id="4" creationId="{00000000-0000-0000-0000-000000000000}"/>
          </ac:spMkLst>
        </pc:spChg>
        <pc:picChg chg="mod">
          <ac:chgData name="Stephen Millmore" userId="7b2404fb-f360-4859-a21a-833f72764a74" providerId="ADAL" clId="{F8060359-7CB0-4CFA-8452-FFE64AEC2193}" dt="2026-10-01T15:31:17.481" v="1127" actId="1076"/>
          <ac:picMkLst>
            <pc:docMk/>
            <pc:sldMk cId="0" sldId="270"/>
            <ac:picMk id="6" creationId="{00000000-0000-0000-0000-000000000000}"/>
          </ac:picMkLst>
        </pc:picChg>
      </pc:sldChg>
      <pc:sldChg chg="modSp">
        <pc:chgData name="Stephen Millmore" userId="7b2404fb-f360-4859-a21a-833f72764a74" providerId="ADAL" clId="{F8060359-7CB0-4CFA-8452-FFE64AEC2193}" dt="2026-09-30T12:32:58.923" v="262" actId="114"/>
        <pc:sldMkLst>
          <pc:docMk/>
          <pc:sldMk cId="0" sldId="273"/>
        </pc:sldMkLst>
        <pc:spChg chg="mod">
          <ac:chgData name="Stephen Millmore" userId="7b2404fb-f360-4859-a21a-833f72764a74" providerId="ADAL" clId="{F8060359-7CB0-4CFA-8452-FFE64AEC2193}" dt="2026-09-30T12:32:58.923" v="262" actId="114"/>
          <ac:spMkLst>
            <pc:docMk/>
            <pc:sldMk cId="0" sldId="273"/>
            <ac:spMk id="4" creationId="{00000000-0000-0000-0000-000000000000}"/>
          </ac:spMkLst>
        </pc:spChg>
      </pc:sldChg>
      <pc:sldChg chg="addSp modSp mod">
        <pc:chgData name="Stephen Millmore" userId="7b2404fb-f360-4859-a21a-833f72764a74" providerId="ADAL" clId="{F8060359-7CB0-4CFA-8452-FFE64AEC2193}" dt="2026-10-01T10:41:59.172" v="1120" actId="1076"/>
        <pc:sldMkLst>
          <pc:docMk/>
          <pc:sldMk cId="0" sldId="275"/>
        </pc:sldMkLst>
        <pc:picChg chg="add mod">
          <ac:chgData name="Stephen Millmore" userId="7b2404fb-f360-4859-a21a-833f72764a74" providerId="ADAL" clId="{F8060359-7CB0-4CFA-8452-FFE64AEC2193}" dt="2026-10-01T10:41:59.172" v="1120" actId="1076"/>
          <ac:picMkLst>
            <pc:docMk/>
            <pc:sldMk cId="0" sldId="275"/>
            <ac:picMk id="4" creationId="{C587B535-CFBB-246D-D3C7-D91F6576EBF5}"/>
          </ac:picMkLst>
        </pc:picChg>
      </pc:sldChg>
      <pc:sldChg chg="modSp">
        <pc:chgData name="Stephen Millmore" userId="7b2404fb-f360-4859-a21a-833f72764a74" providerId="ADAL" clId="{F8060359-7CB0-4CFA-8452-FFE64AEC2193}" dt="2026-09-30T12:43:37.783" v="534" actId="20577"/>
        <pc:sldMkLst>
          <pc:docMk/>
          <pc:sldMk cId="0" sldId="276"/>
        </pc:sldMkLst>
        <pc:spChg chg="mod">
          <ac:chgData name="Stephen Millmore" userId="7b2404fb-f360-4859-a21a-833f72764a74" providerId="ADAL" clId="{F8060359-7CB0-4CFA-8452-FFE64AEC2193}" dt="2026-09-30T12:43:37.783" v="534" actId="20577"/>
          <ac:spMkLst>
            <pc:docMk/>
            <pc:sldMk cId="0" sldId="276"/>
            <ac:spMk id="4" creationId="{00000000-0000-0000-0000-000000000000}"/>
          </ac:spMkLst>
        </pc:spChg>
      </pc:sldChg>
      <pc:sldChg chg="addSp modSp">
        <pc:chgData name="Stephen Millmore" userId="7b2404fb-f360-4859-a21a-833f72764a74" providerId="ADAL" clId="{F8060359-7CB0-4CFA-8452-FFE64AEC2193}" dt="2026-09-30T12:57:14.106" v="863" actId="2710"/>
        <pc:sldMkLst>
          <pc:docMk/>
          <pc:sldMk cId="0" sldId="277"/>
        </pc:sldMkLst>
        <pc:spChg chg="add mod">
          <ac:chgData name="Stephen Millmore" userId="7b2404fb-f360-4859-a21a-833f72764a74" providerId="ADAL" clId="{F8060359-7CB0-4CFA-8452-FFE64AEC2193}" dt="2026-09-30T12:57:14.106" v="863" actId="2710"/>
          <ac:spMkLst>
            <pc:docMk/>
            <pc:sldMk cId="0" sldId="277"/>
            <ac:spMk id="3" creationId="{0D8EF763-893F-7C36-CA4E-26F30AE26EC4}"/>
          </ac:spMkLst>
        </pc:spChg>
        <pc:spChg chg="mod">
          <ac:chgData name="Stephen Millmore" userId="7b2404fb-f360-4859-a21a-833f72764a74" providerId="ADAL" clId="{F8060359-7CB0-4CFA-8452-FFE64AEC2193}" dt="2026-09-30T12:56:35.423" v="861" actId="20577"/>
          <ac:spMkLst>
            <pc:docMk/>
            <pc:sldMk cId="0" sldId="277"/>
            <ac:spMk id="4" creationId="{00000000-0000-0000-0000-000000000000}"/>
          </ac:spMkLst>
        </pc:spChg>
      </pc:sldChg>
      <pc:sldChg chg="addSp modSp mod">
        <pc:chgData name="Stephen Millmore" userId="7b2404fb-f360-4859-a21a-833f72764a74" providerId="ADAL" clId="{F8060359-7CB0-4CFA-8452-FFE64AEC2193}" dt="2026-10-01T10:43:20.033" v="1125" actId="1076"/>
        <pc:sldMkLst>
          <pc:docMk/>
          <pc:sldMk cId="0" sldId="291"/>
        </pc:sldMkLst>
        <pc:picChg chg="add mod">
          <ac:chgData name="Stephen Millmore" userId="7b2404fb-f360-4859-a21a-833f72764a74" providerId="ADAL" clId="{F8060359-7CB0-4CFA-8452-FFE64AEC2193}" dt="2026-10-01T10:43:20.033" v="1125" actId="1076"/>
          <ac:picMkLst>
            <pc:docMk/>
            <pc:sldMk cId="0" sldId="291"/>
            <ac:picMk id="4" creationId="{05362348-C77D-918B-ECC2-5FE8769F451D}"/>
          </ac:picMkLst>
        </pc:picChg>
      </pc:sldChg>
      <pc:sldChg chg="addSp modSp">
        <pc:chgData name="Stephen Millmore" userId="7b2404fb-f360-4859-a21a-833f72764a74" providerId="ADAL" clId="{F8060359-7CB0-4CFA-8452-FFE64AEC2193}" dt="2026-10-01T08:18:16.277" v="941" actId="20577"/>
        <pc:sldMkLst>
          <pc:docMk/>
          <pc:sldMk cId="0" sldId="294"/>
        </pc:sldMkLst>
        <pc:spChg chg="mod">
          <ac:chgData name="Stephen Millmore" userId="7b2404fb-f360-4859-a21a-833f72764a74" providerId="ADAL" clId="{F8060359-7CB0-4CFA-8452-FFE64AEC2193}" dt="2026-10-01T08:13:40.859" v="867" actId="113"/>
          <ac:spMkLst>
            <pc:docMk/>
            <pc:sldMk cId="0" sldId="294"/>
            <ac:spMk id="4" creationId="{00000000-0000-0000-0000-000000000000}"/>
          </ac:spMkLst>
        </pc:spChg>
        <pc:spChg chg="add mod">
          <ac:chgData name="Stephen Millmore" userId="7b2404fb-f360-4859-a21a-833f72764a74" providerId="ADAL" clId="{F8060359-7CB0-4CFA-8452-FFE64AEC2193}" dt="2026-10-01T08:16:32.066" v="881"/>
          <ac:spMkLst>
            <pc:docMk/>
            <pc:sldMk cId="0" sldId="294"/>
            <ac:spMk id="9" creationId="{4B59D19C-7040-C454-7381-8508F807C0B6}"/>
          </ac:spMkLst>
        </pc:spChg>
        <pc:spChg chg="add mod">
          <ac:chgData name="Stephen Millmore" userId="7b2404fb-f360-4859-a21a-833f72764a74" providerId="ADAL" clId="{F8060359-7CB0-4CFA-8452-FFE64AEC2193}" dt="2026-10-01T08:16:50.717" v="891" actId="20577"/>
          <ac:spMkLst>
            <pc:docMk/>
            <pc:sldMk cId="0" sldId="294"/>
            <ac:spMk id="10" creationId="{5DA6B39D-2EC3-3849-C1CC-B6A030CF3EEA}"/>
          </ac:spMkLst>
        </pc:spChg>
        <pc:spChg chg="add mod">
          <ac:chgData name="Stephen Millmore" userId="7b2404fb-f360-4859-a21a-833f72764a74" providerId="ADAL" clId="{F8060359-7CB0-4CFA-8452-FFE64AEC2193}" dt="2026-10-01T08:18:16.277" v="941" actId="20577"/>
          <ac:spMkLst>
            <pc:docMk/>
            <pc:sldMk cId="0" sldId="294"/>
            <ac:spMk id="11" creationId="{E8EBC16B-0DAA-666A-6A18-716C06FAFAFD}"/>
          </ac:spMkLst>
        </pc:spChg>
      </pc:sldChg>
      <pc:sldChg chg="addSp modSp">
        <pc:chgData name="Stephen Millmore" userId="7b2404fb-f360-4859-a21a-833f72764a74" providerId="ADAL" clId="{F8060359-7CB0-4CFA-8452-FFE64AEC2193}" dt="2026-10-01T08:21:24.878" v="955"/>
        <pc:sldMkLst>
          <pc:docMk/>
          <pc:sldMk cId="0" sldId="295"/>
        </pc:sldMkLst>
        <pc:spChg chg="mod">
          <ac:chgData name="Stephen Millmore" userId="7b2404fb-f360-4859-a21a-833f72764a74" providerId="ADAL" clId="{F8060359-7CB0-4CFA-8452-FFE64AEC2193}" dt="2026-10-01T08:19:19.572" v="951"/>
          <ac:spMkLst>
            <pc:docMk/>
            <pc:sldMk cId="0" sldId="295"/>
            <ac:spMk id="4" creationId="{00000000-0000-0000-0000-000000000000}"/>
          </ac:spMkLst>
        </pc:spChg>
        <pc:spChg chg="add mod">
          <ac:chgData name="Stephen Millmore" userId="7b2404fb-f360-4859-a21a-833f72764a74" providerId="ADAL" clId="{F8060359-7CB0-4CFA-8452-FFE64AEC2193}" dt="2026-10-01T08:21:24.878" v="955"/>
          <ac:spMkLst>
            <pc:docMk/>
            <pc:sldMk cId="0" sldId="295"/>
            <ac:spMk id="9" creationId="{E209E026-979D-67FC-BD02-181B1891272F}"/>
          </ac:spMkLst>
        </pc:spChg>
        <pc:picChg chg="add">
          <ac:chgData name="Stephen Millmore" userId="7b2404fb-f360-4859-a21a-833f72764a74" providerId="ADAL" clId="{F8060359-7CB0-4CFA-8452-FFE64AEC2193}" dt="2026-10-01T08:20:32.788" v="953"/>
          <ac:picMkLst>
            <pc:docMk/>
            <pc:sldMk cId="0" sldId="295"/>
            <ac:picMk id="8" creationId="{7001255D-5DF5-F1D4-9B92-1BF846874DB1}"/>
          </ac:picMkLst>
        </pc:picChg>
      </pc:sldChg>
      <pc:sldChg chg="modSp">
        <pc:chgData name="Stephen Millmore" userId="7b2404fb-f360-4859-a21a-833f72764a74" providerId="ADAL" clId="{F8060359-7CB0-4CFA-8452-FFE64AEC2193}" dt="2026-10-01T08:31:47.713" v="988" actId="20577"/>
        <pc:sldMkLst>
          <pc:docMk/>
          <pc:sldMk cId="0" sldId="296"/>
        </pc:sldMkLst>
        <pc:spChg chg="mod">
          <ac:chgData name="Stephen Millmore" userId="7b2404fb-f360-4859-a21a-833f72764a74" providerId="ADAL" clId="{F8060359-7CB0-4CFA-8452-FFE64AEC2193}" dt="2026-10-01T08:31:47.713" v="988" actId="20577"/>
          <ac:spMkLst>
            <pc:docMk/>
            <pc:sldMk cId="0" sldId="296"/>
            <ac:spMk id="4" creationId="{00000000-0000-0000-0000-000000000000}"/>
          </ac:spMkLst>
        </pc:spChg>
      </pc:sldChg>
      <pc:sldChg chg="modSp">
        <pc:chgData name="Stephen Millmore" userId="7b2404fb-f360-4859-a21a-833f72764a74" providerId="ADAL" clId="{F8060359-7CB0-4CFA-8452-FFE64AEC2193}" dt="2026-10-01T08:32:29.312" v="1000" actId="113"/>
        <pc:sldMkLst>
          <pc:docMk/>
          <pc:sldMk cId="0" sldId="297"/>
        </pc:sldMkLst>
        <pc:spChg chg="mod">
          <ac:chgData name="Stephen Millmore" userId="7b2404fb-f360-4859-a21a-833f72764a74" providerId="ADAL" clId="{F8060359-7CB0-4CFA-8452-FFE64AEC2193}" dt="2026-10-01T08:32:29.312" v="1000" actId="113"/>
          <ac:spMkLst>
            <pc:docMk/>
            <pc:sldMk cId="0" sldId="297"/>
            <ac:spMk id="4" creationId="{00000000-0000-0000-0000-000000000000}"/>
          </ac:spMkLst>
        </pc:spChg>
      </pc:sldChg>
      <pc:sldChg chg="addSp delSp modSp new mod">
        <pc:chgData name="Stephen Millmore" userId="7b2404fb-f360-4859-a21a-833f72764a74" providerId="ADAL" clId="{F8060359-7CB0-4CFA-8452-FFE64AEC2193}" dt="2026-10-01T15:40:01.235" v="1136" actId="478"/>
        <pc:sldMkLst>
          <pc:docMk/>
          <pc:sldMk cId="888217120" sldId="298"/>
        </pc:sldMkLst>
      </pc:sldChg>
      <pc:sldChg chg="add">
        <pc:chgData name="Stephen Millmore" userId="7b2404fb-f360-4859-a21a-833f72764a74" providerId="ADAL" clId="{F8060359-7CB0-4CFA-8452-FFE64AEC2193}" dt="2026-10-01T15:42:10.892" v="1139"/>
        <pc:sldMkLst>
          <pc:docMk/>
          <pc:sldMk cId="1591900258" sldId="299"/>
        </pc:sldMkLst>
      </pc:sldChg>
      <pc:sldChg chg="add">
        <pc:chgData name="Stephen Millmore" userId="7b2404fb-f360-4859-a21a-833f72764a74" providerId="ADAL" clId="{F8060359-7CB0-4CFA-8452-FFE64AEC2193}" dt="2026-10-01T15:55:55.153" v="1140"/>
        <pc:sldMkLst>
          <pc:docMk/>
          <pc:sldMk cId="1372292610" sldId="300"/>
        </pc:sldMkLst>
      </pc:sldChg>
      <pc:sldChg chg="add">
        <pc:chgData name="Stephen Millmore" userId="7b2404fb-f360-4859-a21a-833f72764a74" providerId="ADAL" clId="{F8060359-7CB0-4CFA-8452-FFE64AEC2193}" dt="2026-10-01T15:56:22.854" v="1141"/>
        <pc:sldMkLst>
          <pc:docMk/>
          <pc:sldMk cId="2279563038" sldId="301"/>
        </pc:sldMkLst>
      </pc:sldChg>
      <pc:sldChg chg="add">
        <pc:chgData name="Stephen Millmore" userId="7b2404fb-f360-4859-a21a-833f72764a74" providerId="ADAL" clId="{F8060359-7CB0-4CFA-8452-FFE64AEC2193}" dt="2026-10-01T15:58:30.399" v="1142"/>
        <pc:sldMkLst>
          <pc:docMk/>
          <pc:sldMk cId="227160303" sldId="302"/>
        </pc:sldMkLst>
      </pc:sldChg>
      <pc:sldChg chg="add">
        <pc:chgData name="Stephen Millmore" userId="7b2404fb-f360-4859-a21a-833f72764a74" providerId="ADAL" clId="{F8060359-7CB0-4CFA-8452-FFE64AEC2193}" dt="2026-10-01T15:58:31.510" v="1143"/>
        <pc:sldMkLst>
          <pc:docMk/>
          <pc:sldMk cId="1388317061" sldId="303"/>
        </pc:sldMkLst>
      </pc:sldChg>
      <pc:sldChg chg="add">
        <pc:chgData name="Stephen Millmore" userId="7b2404fb-f360-4859-a21a-833f72764a74" providerId="ADAL" clId="{F8060359-7CB0-4CFA-8452-FFE64AEC2193}" dt="2026-10-01T16:01:46.776" v="1144"/>
        <pc:sldMkLst>
          <pc:docMk/>
          <pc:sldMk cId="1586107713" sldId="304"/>
        </pc:sldMkLst>
      </pc:sldChg>
    </pc:docChg>
  </pc:docChgLst>
  <pc:docChgLst>
    <pc:chgData name="Stephen Millmore" userId="7b2404fb-f360-4859-a21a-833f72764a74" providerId="ADAL" clId="{81ACD43F-62AC-445E-9ACE-F10791BBB929}"/>
    <pc:docChg chg="undo custSel addSld delSld modSld sldOrd">
      <pc:chgData name="Stephen Millmore" userId="7b2404fb-f360-4859-a21a-833f72764a74" providerId="ADAL" clId="{81ACD43F-62AC-445E-9ACE-F10791BBB929}" dt="2026-10-06T11:03:25.957" v="3041" actId="114"/>
      <pc:docMkLst>
        <pc:docMk/>
      </pc:docMkLst>
      <pc:sldChg chg="delSp mod addAnim delAnim modAnim">
        <pc:chgData name="Stephen Millmore" userId="7b2404fb-f360-4859-a21a-833f72764a74" providerId="ADAL" clId="{81ACD43F-62AC-445E-9ACE-F10791BBB929}" dt="2026-10-06T09:33:14.599" v="2650"/>
        <pc:sldMkLst>
          <pc:docMk/>
          <pc:sldMk cId="0" sldId="257"/>
        </pc:sldMkLst>
      </pc:sldChg>
      <pc:sldChg chg="delSp mod modAnim">
        <pc:chgData name="Stephen Millmore" userId="7b2404fb-f360-4859-a21a-833f72764a74" providerId="ADAL" clId="{81ACD43F-62AC-445E-9ACE-F10791BBB929}" dt="2026-10-06T09:34:12.382" v="2651"/>
        <pc:sldMkLst>
          <pc:docMk/>
          <pc:sldMk cId="0" sldId="258"/>
        </pc:sldMkLst>
      </pc:sldChg>
      <pc:sldChg chg="delSp modSp mod addAnim delAnim modAnim">
        <pc:chgData name="Stephen Millmore" userId="7b2404fb-f360-4859-a21a-833f72764a74" providerId="ADAL" clId="{81ACD43F-62AC-445E-9ACE-F10791BBB929}" dt="2026-10-06T09:35:36.827" v="2658"/>
        <pc:sldMkLst>
          <pc:docMk/>
          <pc:sldMk cId="0" sldId="259"/>
        </pc:sldMkLst>
        <pc:spChg chg="mod">
          <ac:chgData name="Stephen Millmore" userId="7b2404fb-f360-4859-a21a-833f72764a74" providerId="ADAL" clId="{81ACD43F-62AC-445E-9ACE-F10791BBB929}" dt="2026-10-06T09:35:16.432" v="2655" actId="403"/>
          <ac:spMkLst>
            <pc:docMk/>
            <pc:sldMk cId="0" sldId="259"/>
            <ac:spMk id="3" creationId="{849ECB30-BDA1-745F-97FA-A7159D2B2389}"/>
          </ac:spMkLst>
        </pc:spChg>
      </pc:sldChg>
      <pc:sldChg chg="delSp mod modAnim">
        <pc:chgData name="Stephen Millmore" userId="7b2404fb-f360-4859-a21a-833f72764a74" providerId="ADAL" clId="{81ACD43F-62AC-445E-9ACE-F10791BBB929}" dt="2026-10-06T09:35:54" v="2660"/>
        <pc:sldMkLst>
          <pc:docMk/>
          <pc:sldMk cId="0" sldId="260"/>
        </pc:sldMkLst>
      </pc:sldChg>
      <pc:sldChg chg="delSp mod modAnim">
        <pc:chgData name="Stephen Millmore" userId="7b2404fb-f360-4859-a21a-833f72764a74" providerId="ADAL" clId="{81ACD43F-62AC-445E-9ACE-F10791BBB929}" dt="2026-10-06T09:36:17.019" v="2664"/>
        <pc:sldMkLst>
          <pc:docMk/>
          <pc:sldMk cId="0" sldId="261"/>
        </pc:sldMkLst>
      </pc:sldChg>
      <pc:sldChg chg="delSp mod modAnim">
        <pc:chgData name="Stephen Millmore" userId="7b2404fb-f360-4859-a21a-833f72764a74" providerId="ADAL" clId="{81ACD43F-62AC-445E-9ACE-F10791BBB929}" dt="2026-10-06T09:36:29.008" v="2667"/>
        <pc:sldMkLst>
          <pc:docMk/>
          <pc:sldMk cId="0" sldId="262"/>
        </pc:sldMkLst>
      </pc:sldChg>
      <pc:sldChg chg="delSp mod">
        <pc:chgData name="Stephen Millmore" userId="7b2404fb-f360-4859-a21a-833f72764a74" providerId="ADAL" clId="{81ACD43F-62AC-445E-9ACE-F10791BBB929}" dt="2026-09-30T15:14:36.737" v="1924" actId="478"/>
        <pc:sldMkLst>
          <pc:docMk/>
          <pc:sldMk cId="0" sldId="263"/>
        </pc:sldMkLst>
      </pc:sldChg>
      <pc:sldChg chg="addSp delSp modSp mod addAnim delAnim modAnim">
        <pc:chgData name="Stephen Millmore" userId="7b2404fb-f360-4859-a21a-833f72764a74" providerId="ADAL" clId="{81ACD43F-62AC-445E-9ACE-F10791BBB929}" dt="2026-10-06T09:37:37.550" v="2674"/>
        <pc:sldMkLst>
          <pc:docMk/>
          <pc:sldMk cId="0" sldId="265"/>
        </pc:sldMkLst>
      </pc:sldChg>
      <pc:sldChg chg="addSp delSp modSp mod addAnim delAnim modAnim">
        <pc:chgData name="Stephen Millmore" userId="7b2404fb-f360-4859-a21a-833f72764a74" providerId="ADAL" clId="{81ACD43F-62AC-445E-9ACE-F10791BBB929}" dt="2026-10-06T09:40:13.354" v="2693"/>
        <pc:sldMkLst>
          <pc:docMk/>
          <pc:sldMk cId="0" sldId="266"/>
        </pc:sldMkLst>
        <pc:spChg chg="mod">
          <ac:chgData name="Stephen Millmore" userId="7b2404fb-f360-4859-a21a-833f72764a74" providerId="ADAL" clId="{81ACD43F-62AC-445E-9ACE-F10791BBB929}" dt="2026-10-06T09:38:18.102" v="2676" actId="2711"/>
          <ac:spMkLst>
            <pc:docMk/>
            <pc:sldMk cId="0" sldId="266"/>
            <ac:spMk id="4" creationId="{00000000-0000-0000-0000-000000000000}"/>
          </ac:spMkLst>
        </pc:spChg>
        <pc:spChg chg="add del">
          <ac:chgData name="Stephen Millmore" userId="7b2404fb-f360-4859-a21a-833f72764a74" providerId="ADAL" clId="{81ACD43F-62AC-445E-9ACE-F10791BBB929}" dt="2026-10-06T09:38:36.388" v="2678" actId="34122"/>
          <ac:spMkLst>
            <pc:docMk/>
            <pc:sldMk cId="0" sldId="266"/>
            <ac:spMk id="31" creationId="{19746962-0BFB-46DC-916E-A3DF5FE933D0}"/>
          </ac:spMkLst>
        </pc:spChg>
        <pc:spChg chg="add del">
          <ac:chgData name="Stephen Millmore" userId="7b2404fb-f360-4859-a21a-833f72764a74" providerId="ADAL" clId="{81ACD43F-62AC-445E-9ACE-F10791BBB929}" dt="2026-10-06T09:38:36.388" v="2678" actId="34122"/>
          <ac:spMkLst>
            <pc:docMk/>
            <pc:sldMk cId="0" sldId="266"/>
            <ac:spMk id="43" creationId="{D30A5BFF-9B94-40FE-BA23-F7864D896CA5}"/>
          </ac:spMkLst>
        </pc:spChg>
        <pc:grpChg chg="add mod">
          <ac:chgData name="Stephen Millmore" userId="7b2404fb-f360-4859-a21a-833f72764a74" providerId="ADAL" clId="{81ACD43F-62AC-445E-9ACE-F10791BBB929}" dt="2026-10-06T09:38:52.379" v="2680" actId="164"/>
          <ac:grpSpMkLst>
            <pc:docMk/>
            <pc:sldMk cId="0" sldId="266"/>
            <ac:grpSpMk id="5" creationId="{FDB6129C-01F7-D507-365A-6603A78B5C28}"/>
          </ac:grpSpMkLst>
        </pc:grpChg>
        <pc:grpChg chg="add mod">
          <ac:chgData name="Stephen Millmore" userId="7b2404fb-f360-4859-a21a-833f72764a74" providerId="ADAL" clId="{81ACD43F-62AC-445E-9ACE-F10791BBB929}" dt="2026-10-06T09:38:56.754" v="2681" actId="164"/>
          <ac:grpSpMkLst>
            <pc:docMk/>
            <pc:sldMk cId="0" sldId="266"/>
            <ac:grpSpMk id="8" creationId="{B5FB7F42-EDF0-87EB-417E-F2C41AA46694}"/>
          </ac:grpSpMkLst>
        </pc:grpChg>
        <pc:grpChg chg="add del">
          <ac:chgData name="Stephen Millmore" userId="7b2404fb-f360-4859-a21a-833f72764a74" providerId="ADAL" clId="{81ACD43F-62AC-445E-9ACE-F10791BBB929}" dt="2026-10-06T09:38:41.932" v="2679" actId="165"/>
          <ac:grpSpMkLst>
            <pc:docMk/>
            <pc:sldMk cId="0" sldId="266"/>
            <ac:grpSpMk id="11" creationId="{F829BD0C-56A2-71B3-1B08-DAFF8CB0D647}"/>
          </ac:grpSpMkLst>
        </pc:grpChg>
        <pc:grpChg chg="add del">
          <ac:chgData name="Stephen Millmore" userId="7b2404fb-f360-4859-a21a-833f72764a74" providerId="ADAL" clId="{81ACD43F-62AC-445E-9ACE-F10791BBB929}" dt="2026-10-06T09:38:36.388" v="2678" actId="34122"/>
          <ac:grpSpMkLst>
            <pc:docMk/>
            <pc:sldMk cId="0" sldId="266"/>
            <ac:grpSpMk id="14" creationId="{86BFE681-C4D7-3951-1BC3-4EEBE64B44DF}"/>
          </ac:grpSpMkLst>
        </pc:grpChg>
        <pc:picChg chg="add mod">
          <ac:chgData name="Stephen Millmore" userId="7b2404fb-f360-4859-a21a-833f72764a74" providerId="ADAL" clId="{81ACD43F-62AC-445E-9ACE-F10791BBB929}" dt="2026-10-06T09:40:05.884" v="2690" actId="1076"/>
          <ac:picMkLst>
            <pc:docMk/>
            <pc:sldMk cId="0" sldId="266"/>
            <ac:picMk id="16" creationId="{F93BC89B-2E14-6EED-08E1-89171FC45773}"/>
          </ac:picMkLst>
        </pc:picChg>
        <pc:inkChg chg="add del mod topLvl">
          <ac:chgData name="Stephen Millmore" userId="7b2404fb-f360-4859-a21a-833f72764a74" providerId="ADAL" clId="{81ACD43F-62AC-445E-9ACE-F10791BBB929}" dt="2026-10-06T09:38:52.379" v="2680" actId="164"/>
          <ac:inkMkLst>
            <pc:docMk/>
            <pc:sldMk cId="0" sldId="266"/>
            <ac:inkMk id="3" creationId="{A10A068D-634D-DC83-145D-D3CEEE415629}"/>
          </ac:inkMkLst>
        </pc:inkChg>
        <pc:inkChg chg="mod topLvl">
          <ac:chgData name="Stephen Millmore" userId="7b2404fb-f360-4859-a21a-833f72764a74" providerId="ADAL" clId="{81ACD43F-62AC-445E-9ACE-F10791BBB929}" dt="2026-10-06T09:38:52.379" v="2680" actId="164"/>
          <ac:inkMkLst>
            <pc:docMk/>
            <pc:sldMk cId="0" sldId="266"/>
            <ac:inkMk id="7" creationId="{3CF707A3-9033-8843-8442-9A8DFDDCA4C2}"/>
          </ac:inkMkLst>
        </pc:inkChg>
        <pc:inkChg chg="add del mod topLvl">
          <ac:chgData name="Stephen Millmore" userId="7b2404fb-f360-4859-a21a-833f72764a74" providerId="ADAL" clId="{81ACD43F-62AC-445E-9ACE-F10791BBB929}" dt="2026-10-06T09:38:56.754" v="2681" actId="164"/>
          <ac:inkMkLst>
            <pc:docMk/>
            <pc:sldMk cId="0" sldId="266"/>
            <ac:inkMk id="9" creationId="{BF3E6010-0F8D-3016-F4EE-1547AFD2D0C1}"/>
          </ac:inkMkLst>
        </pc:inkChg>
        <pc:inkChg chg="add del mod topLvl">
          <ac:chgData name="Stephen Millmore" userId="7b2404fb-f360-4859-a21a-833f72764a74" providerId="ADAL" clId="{81ACD43F-62AC-445E-9ACE-F10791BBB929}" dt="2026-10-06T09:38:56.754" v="2681" actId="164"/>
          <ac:inkMkLst>
            <pc:docMk/>
            <pc:sldMk cId="0" sldId="266"/>
            <ac:inkMk id="10" creationId="{1CD14C10-B55E-B691-EAAE-7C15CD922DF1}"/>
          </ac:inkMkLst>
        </pc:inkChg>
        <pc:inkChg chg="add del topLvl">
          <ac:chgData name="Stephen Millmore" userId="7b2404fb-f360-4859-a21a-833f72764a74" providerId="ADAL" clId="{81ACD43F-62AC-445E-9ACE-F10791BBB929}" dt="2026-10-06T09:38:36.388" v="2678" actId="34122"/>
          <ac:inkMkLst>
            <pc:docMk/>
            <pc:sldMk cId="0" sldId="266"/>
            <ac:inkMk id="12" creationId="{D9E067C3-2237-E219-7D83-D3A76868786D}"/>
          </ac:inkMkLst>
        </pc:inkChg>
        <pc:inkChg chg="add del topLvl">
          <ac:chgData name="Stephen Millmore" userId="7b2404fb-f360-4859-a21a-833f72764a74" providerId="ADAL" clId="{81ACD43F-62AC-445E-9ACE-F10791BBB929}" dt="2026-10-06T09:38:36.388" v="2678" actId="34122"/>
          <ac:inkMkLst>
            <pc:docMk/>
            <pc:sldMk cId="0" sldId="266"/>
            <ac:inkMk id="13" creationId="{91788A15-BA35-E33A-B2C9-0DC8F56ED419}"/>
          </ac:inkMkLst>
        </pc:inkChg>
      </pc:sldChg>
      <pc:sldChg chg="delSp mod addAnim delAnim modAnim">
        <pc:chgData name="Stephen Millmore" userId="7b2404fb-f360-4859-a21a-833f72764a74" providerId="ADAL" clId="{81ACD43F-62AC-445E-9ACE-F10791BBB929}" dt="2026-10-06T09:40:31.637" v="2696"/>
        <pc:sldMkLst>
          <pc:docMk/>
          <pc:sldMk cId="0" sldId="267"/>
        </pc:sldMkLst>
      </pc:sldChg>
      <pc:sldChg chg="delSp mod modAnim">
        <pc:chgData name="Stephen Millmore" userId="7b2404fb-f360-4859-a21a-833f72764a74" providerId="ADAL" clId="{81ACD43F-62AC-445E-9ACE-F10791BBB929}" dt="2026-10-06T09:40:45.020" v="2697"/>
        <pc:sldMkLst>
          <pc:docMk/>
          <pc:sldMk cId="0" sldId="268"/>
        </pc:sldMkLst>
      </pc:sldChg>
      <pc:sldChg chg="delSp mod modAnim">
        <pc:chgData name="Stephen Millmore" userId="7b2404fb-f360-4859-a21a-833f72764a74" providerId="ADAL" clId="{81ACD43F-62AC-445E-9ACE-F10791BBB929}" dt="2026-10-06T09:40:59.561" v="2700"/>
        <pc:sldMkLst>
          <pc:docMk/>
          <pc:sldMk cId="0" sldId="269"/>
        </pc:sldMkLst>
      </pc:sldChg>
      <pc:sldChg chg="delSp modSp mod modAnim">
        <pc:chgData name="Stephen Millmore" userId="7b2404fb-f360-4859-a21a-833f72764a74" providerId="ADAL" clId="{81ACD43F-62AC-445E-9ACE-F10791BBB929}" dt="2026-10-06T10:56:24.658" v="3019" actId="20577"/>
        <pc:sldMkLst>
          <pc:docMk/>
          <pc:sldMk cId="0" sldId="270"/>
        </pc:sldMkLst>
        <pc:spChg chg="mod">
          <ac:chgData name="Stephen Millmore" userId="7b2404fb-f360-4859-a21a-833f72764a74" providerId="ADAL" clId="{81ACD43F-62AC-445E-9ACE-F10791BBB929}" dt="2026-10-06T10:56:24.658" v="3019" actId="20577"/>
          <ac:spMkLst>
            <pc:docMk/>
            <pc:sldMk cId="0" sldId="270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10-06T09:41:10.347" v="2701" actId="1076"/>
          <ac:picMkLst>
            <pc:docMk/>
            <pc:sldMk cId="0" sldId="270"/>
            <ac:picMk id="6" creationId="{00000000-0000-0000-0000-000000000000}"/>
          </ac:picMkLst>
        </pc:picChg>
      </pc:sldChg>
      <pc:sldChg chg="delSp mod modAnim">
        <pc:chgData name="Stephen Millmore" userId="7b2404fb-f360-4859-a21a-833f72764a74" providerId="ADAL" clId="{81ACD43F-62AC-445E-9ACE-F10791BBB929}" dt="2026-10-06T09:41:45.357" v="2705"/>
        <pc:sldMkLst>
          <pc:docMk/>
          <pc:sldMk cId="0" sldId="271"/>
        </pc:sldMkLst>
      </pc:sldChg>
      <pc:sldChg chg="delSp mod modAnim">
        <pc:chgData name="Stephen Millmore" userId="7b2404fb-f360-4859-a21a-833f72764a74" providerId="ADAL" clId="{81ACD43F-62AC-445E-9ACE-F10791BBB929}" dt="2026-10-06T09:42:15.279" v="2709"/>
        <pc:sldMkLst>
          <pc:docMk/>
          <pc:sldMk cId="0" sldId="272"/>
        </pc:sldMkLst>
      </pc:sldChg>
      <pc:sldChg chg="delSp mod addAnim delAnim modAnim">
        <pc:chgData name="Stephen Millmore" userId="7b2404fb-f360-4859-a21a-833f72764a74" providerId="ADAL" clId="{81ACD43F-62AC-445E-9ACE-F10791BBB929}" dt="2026-10-06T09:42:43.469" v="2714"/>
        <pc:sldMkLst>
          <pc:docMk/>
          <pc:sldMk cId="0" sldId="273"/>
        </pc:sldMkLst>
      </pc:sldChg>
      <pc:sldChg chg="delSp del mod addAnim delAnim modAnim">
        <pc:chgData name="Stephen Millmore" userId="7b2404fb-f360-4859-a21a-833f72764a74" providerId="ADAL" clId="{81ACD43F-62AC-445E-9ACE-F10791BBB929}" dt="2026-10-06T10:58:28.771" v="3021"/>
        <pc:sldMkLst>
          <pc:docMk/>
          <pc:sldMk cId="0" sldId="274"/>
        </pc:sldMkLst>
      </pc:sldChg>
      <pc:sldChg chg="delSp modSp mod addAnim delAnim modAnim">
        <pc:chgData name="Stephen Millmore" userId="7b2404fb-f360-4859-a21a-833f72764a74" providerId="ADAL" clId="{81ACD43F-62AC-445E-9ACE-F10791BBB929}" dt="2026-10-06T09:43:27.863" v="2720"/>
        <pc:sldMkLst>
          <pc:docMk/>
          <pc:sldMk cId="0" sldId="276"/>
        </pc:sldMkLst>
        <pc:spChg chg="mod">
          <ac:chgData name="Stephen Millmore" userId="7b2404fb-f360-4859-a21a-833f72764a74" providerId="ADAL" clId="{81ACD43F-62AC-445E-9ACE-F10791BBB929}" dt="2026-10-06T09:43:11.365" v="2718" actId="1076"/>
          <ac:spMkLst>
            <pc:docMk/>
            <pc:sldMk cId="0" sldId="276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4:04:05.797" v="0" actId="1076"/>
          <ac:picMkLst>
            <pc:docMk/>
            <pc:sldMk cId="0" sldId="276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09-30T14:04:07.844" v="1" actId="1076"/>
          <ac:picMkLst>
            <pc:docMk/>
            <pc:sldMk cId="0" sldId="276"/>
            <ac:picMk id="7" creationId="{00000000-0000-0000-0000-000000000000}"/>
          </ac:picMkLst>
        </pc:picChg>
      </pc:sldChg>
      <pc:sldChg chg="delSp mod addAnim delAnim modAnim">
        <pc:chgData name="Stephen Millmore" userId="7b2404fb-f360-4859-a21a-833f72764a74" providerId="ADAL" clId="{81ACD43F-62AC-445E-9ACE-F10791BBB929}" dt="2026-10-06T09:43:54.477" v="2723"/>
        <pc:sldMkLst>
          <pc:docMk/>
          <pc:sldMk cId="0" sldId="277"/>
        </pc:sldMkLst>
      </pc:sldChg>
      <pc:sldChg chg="delSp mod addAnim delAnim modAnim">
        <pc:chgData name="Stephen Millmore" userId="7b2404fb-f360-4859-a21a-833f72764a74" providerId="ADAL" clId="{81ACD43F-62AC-445E-9ACE-F10791BBB929}" dt="2026-10-06T09:44:17.249" v="2728"/>
        <pc:sldMkLst>
          <pc:docMk/>
          <pc:sldMk cId="0" sldId="278"/>
        </pc:sldMkLst>
      </pc:sldChg>
      <pc:sldChg chg="delSp modSp mod modAnim">
        <pc:chgData name="Stephen Millmore" userId="7b2404fb-f360-4859-a21a-833f72764a74" providerId="ADAL" clId="{81ACD43F-62AC-445E-9ACE-F10791BBB929}" dt="2026-10-06T09:44:20.329" v="2729"/>
        <pc:sldMkLst>
          <pc:docMk/>
          <pc:sldMk cId="0" sldId="279"/>
        </pc:sldMkLst>
        <pc:spChg chg="mod">
          <ac:chgData name="Stephen Millmore" userId="7b2404fb-f360-4859-a21a-833f72764a74" providerId="ADAL" clId="{81ACD43F-62AC-445E-9ACE-F10791BBB929}" dt="2026-09-30T14:13:55.261" v="386" actId="27636"/>
          <ac:spMkLst>
            <pc:docMk/>
            <pc:sldMk cId="0" sldId="279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4:05:56.036" v="6" actId="1076"/>
          <ac:picMkLst>
            <pc:docMk/>
            <pc:sldMk cId="0" sldId="279"/>
            <ac:picMk id="6" creationId="{00000000-0000-0000-0000-000000000000}"/>
          </ac:picMkLst>
        </pc:picChg>
      </pc:sldChg>
      <pc:sldChg chg="delSp modSp mod modAnim">
        <pc:chgData name="Stephen Millmore" userId="7b2404fb-f360-4859-a21a-833f72764a74" providerId="ADAL" clId="{81ACD43F-62AC-445E-9ACE-F10791BBB929}" dt="2026-10-06T09:46:18.550" v="2775"/>
        <pc:sldMkLst>
          <pc:docMk/>
          <pc:sldMk cId="0" sldId="280"/>
        </pc:sldMkLst>
        <pc:spChg chg="mod">
          <ac:chgData name="Stephen Millmore" userId="7b2404fb-f360-4859-a21a-833f72764a74" providerId="ADAL" clId="{81ACD43F-62AC-445E-9ACE-F10791BBB929}" dt="2026-09-30T14:16:39.721" v="575" actId="20577"/>
          <ac:spMkLst>
            <pc:docMk/>
            <pc:sldMk cId="0" sldId="280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4:14:03.636" v="387" actId="1076"/>
          <ac:picMkLst>
            <pc:docMk/>
            <pc:sldMk cId="0" sldId="280"/>
            <ac:picMk id="6" creationId="{00000000-0000-0000-0000-000000000000}"/>
          </ac:picMkLst>
        </pc:picChg>
      </pc:sldChg>
      <pc:sldChg chg="delSp modSp mod modAnim">
        <pc:chgData name="Stephen Millmore" userId="7b2404fb-f360-4859-a21a-833f72764a74" providerId="ADAL" clId="{81ACD43F-62AC-445E-9ACE-F10791BBB929}" dt="2026-10-06T09:47:11.653" v="2777"/>
        <pc:sldMkLst>
          <pc:docMk/>
          <pc:sldMk cId="0" sldId="281"/>
        </pc:sldMkLst>
        <pc:spChg chg="mod">
          <ac:chgData name="Stephen Millmore" userId="7b2404fb-f360-4859-a21a-833f72764a74" providerId="ADAL" clId="{81ACD43F-62AC-445E-9ACE-F10791BBB929}" dt="2026-09-30T14:19:18.365" v="764" actId="20577"/>
          <ac:spMkLst>
            <pc:docMk/>
            <pc:sldMk cId="0" sldId="281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4:18:36.384" v="599" actId="1076"/>
          <ac:picMkLst>
            <pc:docMk/>
            <pc:sldMk cId="0" sldId="281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09-30T14:19:32.953" v="765" actId="1076"/>
          <ac:picMkLst>
            <pc:docMk/>
            <pc:sldMk cId="0" sldId="281"/>
            <ac:picMk id="7" creationId="{00000000-0000-0000-0000-000000000000}"/>
          </ac:picMkLst>
        </pc:picChg>
      </pc:sldChg>
      <pc:sldChg chg="addSp delSp modSp mod modAnim">
        <pc:chgData name="Stephen Millmore" userId="7b2404fb-f360-4859-a21a-833f72764a74" providerId="ADAL" clId="{81ACD43F-62AC-445E-9ACE-F10791BBB929}" dt="2026-10-06T09:48:09.396" v="2800"/>
        <pc:sldMkLst>
          <pc:docMk/>
          <pc:sldMk cId="0" sldId="282"/>
        </pc:sldMkLst>
        <pc:spChg chg="add mod">
          <ac:chgData name="Stephen Millmore" userId="7b2404fb-f360-4859-a21a-833f72764a74" providerId="ADAL" clId="{81ACD43F-62AC-445E-9ACE-F10791BBB929}" dt="2026-09-30T14:18:16.164" v="592"/>
          <ac:spMkLst>
            <pc:docMk/>
            <pc:sldMk cId="0" sldId="282"/>
            <ac:spMk id="3" creationId="{453F8B3A-C4C7-F523-DA3B-FA0A8EDCB6E1}"/>
          </ac:spMkLst>
        </pc:spChg>
        <pc:spChg chg="mod">
          <ac:chgData name="Stephen Millmore" userId="7b2404fb-f360-4859-a21a-833f72764a74" providerId="ADAL" clId="{81ACD43F-62AC-445E-9ACE-F10791BBB929}" dt="2026-09-30T14:24:14.527" v="1069" actId="20577"/>
          <ac:spMkLst>
            <pc:docMk/>
            <pc:sldMk cId="0" sldId="282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4:20:17.172" v="770" actId="1076"/>
          <ac:picMkLst>
            <pc:docMk/>
            <pc:sldMk cId="0" sldId="282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09-30T14:22:38.162" v="911" actId="1076"/>
          <ac:picMkLst>
            <pc:docMk/>
            <pc:sldMk cId="0" sldId="282"/>
            <ac:picMk id="7" creationId="{00000000-0000-0000-0000-000000000000}"/>
          </ac:picMkLst>
        </pc:picChg>
      </pc:sldChg>
      <pc:sldChg chg="addSp delSp modSp del mod addAnim delAnim modAnim">
        <pc:chgData name="Stephen Millmore" userId="7b2404fb-f360-4859-a21a-833f72764a74" providerId="ADAL" clId="{81ACD43F-62AC-445E-9ACE-F10791BBB929}" dt="2026-10-06T11:01:51.198" v="3029"/>
        <pc:sldMkLst>
          <pc:docMk/>
          <pc:sldMk cId="0" sldId="283"/>
        </pc:sldMkLst>
      </pc:sldChg>
      <pc:sldChg chg="delSp modSp mod modAnim">
        <pc:chgData name="Stephen Millmore" userId="7b2404fb-f360-4859-a21a-833f72764a74" providerId="ADAL" clId="{81ACD43F-62AC-445E-9ACE-F10791BBB929}" dt="2026-10-06T09:51:46.590" v="2832"/>
        <pc:sldMkLst>
          <pc:docMk/>
          <pc:sldMk cId="0" sldId="284"/>
        </pc:sldMkLst>
        <pc:spChg chg="mod">
          <ac:chgData name="Stephen Millmore" userId="7b2404fb-f360-4859-a21a-833f72764a74" providerId="ADAL" clId="{81ACD43F-62AC-445E-9ACE-F10791BBB929}" dt="2026-09-30T14:31:13.782" v="1343" actId="5793"/>
          <ac:spMkLst>
            <pc:docMk/>
            <pc:sldMk cId="0" sldId="284"/>
            <ac:spMk id="4" creationId="{00000000-0000-0000-0000-000000000000}"/>
          </ac:spMkLst>
        </pc:spChg>
      </pc:sldChg>
      <pc:sldChg chg="addSp delSp modSp mod modAnim">
        <pc:chgData name="Stephen Millmore" userId="7b2404fb-f360-4859-a21a-833f72764a74" providerId="ADAL" clId="{81ACD43F-62AC-445E-9ACE-F10791BBB929}" dt="2026-10-06T09:52:00.445" v="2835"/>
        <pc:sldMkLst>
          <pc:docMk/>
          <pc:sldMk cId="0" sldId="285"/>
        </pc:sldMkLst>
        <pc:spChg chg="mod">
          <ac:chgData name="Stephen Millmore" userId="7b2404fb-f360-4859-a21a-833f72764a74" providerId="ADAL" clId="{81ACD43F-62AC-445E-9ACE-F10791BBB929}" dt="2026-09-30T14:32:37.867" v="1357" actId="113"/>
          <ac:spMkLst>
            <pc:docMk/>
            <pc:sldMk cId="0" sldId="285"/>
            <ac:spMk id="4" creationId="{00000000-0000-0000-0000-000000000000}"/>
          </ac:spMkLst>
        </pc:spChg>
        <pc:picChg chg="mod modCrop">
          <ac:chgData name="Stephen Millmore" userId="7b2404fb-f360-4859-a21a-833f72764a74" providerId="ADAL" clId="{81ACD43F-62AC-445E-9ACE-F10791BBB929}" dt="2026-09-30T14:32:09.712" v="1351" actId="732"/>
          <ac:picMkLst>
            <pc:docMk/>
            <pc:sldMk cId="0" sldId="285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09-30T14:32:50.523" v="1358" actId="1076"/>
          <ac:picMkLst>
            <pc:docMk/>
            <pc:sldMk cId="0" sldId="285"/>
            <ac:picMk id="7" creationId="{00000000-0000-0000-0000-000000000000}"/>
          </ac:picMkLst>
        </pc:picChg>
        <pc:picChg chg="add mod modCrop">
          <ac:chgData name="Stephen Millmore" userId="7b2404fb-f360-4859-a21a-833f72764a74" providerId="ADAL" clId="{81ACD43F-62AC-445E-9ACE-F10791BBB929}" dt="2026-09-30T14:32:22.891" v="1355" actId="1076"/>
          <ac:picMkLst>
            <pc:docMk/>
            <pc:sldMk cId="0" sldId="285"/>
            <ac:picMk id="8" creationId="{ADBB1D85-4C3F-E022-54B8-F006FF96D916}"/>
          </ac:picMkLst>
        </pc:picChg>
      </pc:sldChg>
      <pc:sldChg chg="addSp delSp modSp mod modAnim">
        <pc:chgData name="Stephen Millmore" userId="7b2404fb-f360-4859-a21a-833f72764a74" providerId="ADAL" clId="{81ACD43F-62AC-445E-9ACE-F10791BBB929}" dt="2026-10-06T09:52:31.050" v="2838"/>
        <pc:sldMkLst>
          <pc:docMk/>
          <pc:sldMk cId="0" sldId="286"/>
        </pc:sldMkLst>
        <pc:spChg chg="add mod">
          <ac:chgData name="Stephen Millmore" userId="7b2404fb-f360-4859-a21a-833f72764a74" providerId="ADAL" clId="{81ACD43F-62AC-445E-9ACE-F10791BBB929}" dt="2026-09-30T14:41:22.340" v="1364" actId="14100"/>
          <ac:spMkLst>
            <pc:docMk/>
            <pc:sldMk cId="0" sldId="286"/>
            <ac:spMk id="3" creationId="{B1C6A256-C83F-203C-EBA5-8E960D96C19C}"/>
          </ac:spMkLst>
        </pc:spChg>
        <pc:spChg chg="mod">
          <ac:chgData name="Stephen Millmore" userId="7b2404fb-f360-4859-a21a-833f72764a74" providerId="ADAL" clId="{81ACD43F-62AC-445E-9ACE-F10791BBB929}" dt="2026-09-30T14:44:13.462" v="1442" actId="20577"/>
          <ac:spMkLst>
            <pc:docMk/>
            <pc:sldMk cId="0" sldId="286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4:43:14.943" v="1413" actId="1076"/>
          <ac:picMkLst>
            <pc:docMk/>
            <pc:sldMk cId="0" sldId="286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09-30T14:44:15.711" v="1443" actId="1076"/>
          <ac:picMkLst>
            <pc:docMk/>
            <pc:sldMk cId="0" sldId="286"/>
            <ac:picMk id="7" creationId="{00000000-0000-0000-0000-000000000000}"/>
          </ac:picMkLst>
        </pc:picChg>
        <pc:picChg chg="add mod">
          <ac:chgData name="Stephen Millmore" userId="7b2404fb-f360-4859-a21a-833f72764a74" providerId="ADAL" clId="{81ACD43F-62AC-445E-9ACE-F10791BBB929}" dt="2026-09-30T14:43:13.066" v="1412" actId="1076"/>
          <ac:picMkLst>
            <pc:docMk/>
            <pc:sldMk cId="0" sldId="286"/>
            <ac:picMk id="9" creationId="{759598CC-C5AD-9A2B-6B85-B7E3C3891762}"/>
          </ac:picMkLst>
        </pc:picChg>
      </pc:sldChg>
      <pc:sldChg chg="delSp modSp mod modAnim">
        <pc:chgData name="Stephen Millmore" userId="7b2404fb-f360-4859-a21a-833f72764a74" providerId="ADAL" clId="{81ACD43F-62AC-445E-9ACE-F10791BBB929}" dt="2026-10-06T09:53:02.851" v="2840"/>
        <pc:sldMkLst>
          <pc:docMk/>
          <pc:sldMk cId="0" sldId="287"/>
        </pc:sldMkLst>
        <pc:spChg chg="mod">
          <ac:chgData name="Stephen Millmore" userId="7b2404fb-f360-4859-a21a-833f72764a74" providerId="ADAL" clId="{81ACD43F-62AC-445E-9ACE-F10791BBB929}" dt="2026-09-30T15:09:39.969" v="1768" actId="20577"/>
          <ac:spMkLst>
            <pc:docMk/>
            <pc:sldMk cId="0" sldId="287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5:02:59.430" v="1449" actId="1076"/>
          <ac:picMkLst>
            <pc:docMk/>
            <pc:sldMk cId="0" sldId="287"/>
            <ac:picMk id="6" creationId="{00000000-0000-0000-0000-000000000000}"/>
          </ac:picMkLst>
        </pc:picChg>
      </pc:sldChg>
      <pc:sldChg chg="delSp modSp mod modAnim">
        <pc:chgData name="Stephen Millmore" userId="7b2404fb-f360-4859-a21a-833f72764a74" providerId="ADAL" clId="{81ACD43F-62AC-445E-9ACE-F10791BBB929}" dt="2026-10-06T09:53:19.453" v="2843"/>
        <pc:sldMkLst>
          <pc:docMk/>
          <pc:sldMk cId="0" sldId="288"/>
        </pc:sldMkLst>
        <pc:spChg chg="mod">
          <ac:chgData name="Stephen Millmore" userId="7b2404fb-f360-4859-a21a-833f72764a74" providerId="ADAL" clId="{81ACD43F-62AC-445E-9ACE-F10791BBB929}" dt="2026-09-30T15:10:15.005" v="1776" actId="20577"/>
          <ac:spMkLst>
            <pc:docMk/>
            <pc:sldMk cId="0" sldId="288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5:10:08.625" v="1773" actId="1076"/>
          <ac:picMkLst>
            <pc:docMk/>
            <pc:sldMk cId="0" sldId="288"/>
            <ac:picMk id="6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09-30T15:10:19.240" v="1777" actId="1076"/>
          <ac:picMkLst>
            <pc:docMk/>
            <pc:sldMk cId="0" sldId="288"/>
            <ac:picMk id="7" creationId="{00000000-0000-0000-0000-000000000000}"/>
          </ac:picMkLst>
        </pc:picChg>
        <pc:picChg chg="mod">
          <ac:chgData name="Stephen Millmore" userId="7b2404fb-f360-4859-a21a-833f72764a74" providerId="ADAL" clId="{81ACD43F-62AC-445E-9ACE-F10791BBB929}" dt="2026-09-30T15:10:21.607" v="1778" actId="1076"/>
          <ac:picMkLst>
            <pc:docMk/>
            <pc:sldMk cId="0" sldId="288"/>
            <ac:picMk id="8" creationId="{00000000-0000-0000-0000-000000000000}"/>
          </ac:picMkLst>
        </pc:picChg>
      </pc:sldChg>
      <pc:sldChg chg="delSp modSp mod">
        <pc:chgData name="Stephen Millmore" userId="7b2404fb-f360-4859-a21a-833f72764a74" providerId="ADAL" clId="{81ACD43F-62AC-445E-9ACE-F10791BBB929}" dt="2026-10-06T09:54:41.815" v="2864" actId="478"/>
        <pc:sldMkLst>
          <pc:docMk/>
          <pc:sldMk cId="0" sldId="289"/>
        </pc:sldMkLst>
        <pc:spChg chg="mod">
          <ac:chgData name="Stephen Millmore" userId="7b2404fb-f360-4859-a21a-833f72764a74" providerId="ADAL" clId="{81ACD43F-62AC-445E-9ACE-F10791BBB929}" dt="2026-10-06T09:54:38.636" v="2863" actId="20577"/>
          <ac:spMkLst>
            <pc:docMk/>
            <pc:sldMk cId="0" sldId="289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5:10:55.065" v="1781" actId="1076"/>
          <ac:picMkLst>
            <pc:docMk/>
            <pc:sldMk cId="0" sldId="289"/>
            <ac:picMk id="6" creationId="{00000000-0000-0000-0000-000000000000}"/>
          </ac:picMkLst>
        </pc:picChg>
        <pc:picChg chg="del mod">
          <ac:chgData name="Stephen Millmore" userId="7b2404fb-f360-4859-a21a-833f72764a74" providerId="ADAL" clId="{81ACD43F-62AC-445E-9ACE-F10791BBB929}" dt="2026-10-06T09:54:41.815" v="2864" actId="478"/>
          <ac:picMkLst>
            <pc:docMk/>
            <pc:sldMk cId="0" sldId="289"/>
            <ac:picMk id="7" creationId="{00000000-0000-0000-0000-000000000000}"/>
          </ac:picMkLst>
        </pc:picChg>
        <pc:picChg chg="del mod">
          <ac:chgData name="Stephen Millmore" userId="7b2404fb-f360-4859-a21a-833f72764a74" providerId="ADAL" clId="{81ACD43F-62AC-445E-9ACE-F10791BBB929}" dt="2026-10-06T09:54:41.815" v="2864" actId="478"/>
          <ac:picMkLst>
            <pc:docMk/>
            <pc:sldMk cId="0" sldId="289"/>
            <ac:picMk id="8" creationId="{00000000-0000-0000-0000-000000000000}"/>
          </ac:picMkLst>
        </pc:picChg>
      </pc:sldChg>
      <pc:sldChg chg="delSp modSp mod modAnim">
        <pc:chgData name="Stephen Millmore" userId="7b2404fb-f360-4859-a21a-833f72764a74" providerId="ADAL" clId="{81ACD43F-62AC-445E-9ACE-F10791BBB929}" dt="2026-10-06T09:56:09.710" v="2917"/>
        <pc:sldMkLst>
          <pc:docMk/>
          <pc:sldMk cId="0" sldId="290"/>
        </pc:sldMkLst>
        <pc:spChg chg="mod">
          <ac:chgData name="Stephen Millmore" userId="7b2404fb-f360-4859-a21a-833f72764a74" providerId="ADAL" clId="{81ACD43F-62AC-445E-9ACE-F10791BBB929}" dt="2026-09-30T15:14:07.782" v="1917" actId="20577"/>
          <ac:spMkLst>
            <pc:docMk/>
            <pc:sldMk cId="0" sldId="290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5:12:42.481" v="1861" actId="1076"/>
          <ac:picMkLst>
            <pc:docMk/>
            <pc:sldMk cId="0" sldId="290"/>
            <ac:picMk id="6" creationId="{00000000-0000-0000-0000-000000000000}"/>
          </ac:picMkLst>
        </pc:picChg>
      </pc:sldChg>
      <pc:sldChg chg="addSp delSp modSp mod addAnim delAnim modAnim">
        <pc:chgData name="Stephen Millmore" userId="7b2404fb-f360-4859-a21a-833f72764a74" providerId="ADAL" clId="{81ACD43F-62AC-445E-9ACE-F10791BBB929}" dt="2026-10-06T09:57:10.304" v="2923"/>
        <pc:sldMkLst>
          <pc:docMk/>
          <pc:sldMk cId="0" sldId="292"/>
        </pc:sldMkLst>
        <pc:spChg chg="add mod">
          <ac:chgData name="Stephen Millmore" userId="7b2404fb-f360-4859-a21a-833f72764a74" providerId="ADAL" clId="{81ACD43F-62AC-445E-9ACE-F10791BBB929}" dt="2026-09-30T15:30:45.256" v="2001" actId="1076"/>
          <ac:spMkLst>
            <pc:docMk/>
            <pc:sldMk cId="0" sldId="292"/>
            <ac:spMk id="3" creationId="{B58150ED-A7A8-9BE6-94C5-5C6B9B5D0ADD}"/>
          </ac:spMkLst>
        </pc:spChg>
        <pc:spChg chg="mod">
          <ac:chgData name="Stephen Millmore" userId="7b2404fb-f360-4859-a21a-833f72764a74" providerId="ADAL" clId="{81ACD43F-62AC-445E-9ACE-F10791BBB929}" dt="2026-09-30T15:33:24.197" v="2124" actId="20577"/>
          <ac:spMkLst>
            <pc:docMk/>
            <pc:sldMk cId="0" sldId="292"/>
            <ac:spMk id="4" creationId="{00000000-0000-0000-0000-000000000000}"/>
          </ac:spMkLst>
        </pc:spChg>
        <pc:spChg chg="add mod">
          <ac:chgData name="Stephen Millmore" userId="7b2404fb-f360-4859-a21a-833f72764a74" providerId="ADAL" clId="{81ACD43F-62AC-445E-9ACE-F10791BBB929}" dt="2026-09-30T15:30:43.049" v="2000" actId="1076"/>
          <ac:spMkLst>
            <pc:docMk/>
            <pc:sldMk cId="0" sldId="292"/>
            <ac:spMk id="8" creationId="{8EEA6E4E-E9FE-1D28-876E-75AC44A8550C}"/>
          </ac:spMkLst>
        </pc:spChg>
        <pc:spChg chg="add mod">
          <ac:chgData name="Stephen Millmore" userId="7b2404fb-f360-4859-a21a-833f72764a74" providerId="ADAL" clId="{81ACD43F-62AC-445E-9ACE-F10791BBB929}" dt="2026-09-30T15:34:20.678" v="2254" actId="208"/>
          <ac:spMkLst>
            <pc:docMk/>
            <pc:sldMk cId="0" sldId="292"/>
            <ac:spMk id="9" creationId="{7DB29518-3C13-5EB9-62D0-E768A3FAD766}"/>
          </ac:spMkLst>
        </pc:spChg>
        <pc:spChg chg="add mod">
          <ac:chgData name="Stephen Millmore" userId="7b2404fb-f360-4859-a21a-833f72764a74" providerId="ADAL" clId="{81ACD43F-62AC-445E-9ACE-F10791BBB929}" dt="2026-09-30T15:37:39.779" v="2299" actId="14100"/>
          <ac:spMkLst>
            <pc:docMk/>
            <pc:sldMk cId="0" sldId="292"/>
            <ac:spMk id="11" creationId="{F440B315-94DA-E5B4-42D9-61B839D47229}"/>
          </ac:spMkLst>
        </pc:spChg>
        <pc:picChg chg="mod">
          <ac:chgData name="Stephen Millmore" userId="7b2404fb-f360-4859-a21a-833f72764a74" providerId="ADAL" clId="{81ACD43F-62AC-445E-9ACE-F10791BBB929}" dt="2026-09-30T15:33:28.943" v="2125" actId="1076"/>
          <ac:picMkLst>
            <pc:docMk/>
            <pc:sldMk cId="0" sldId="292"/>
            <ac:picMk id="7" creationId="{00000000-0000-0000-0000-000000000000}"/>
          </ac:picMkLst>
        </pc:picChg>
        <pc:cxnChg chg="add">
          <ac:chgData name="Stephen Millmore" userId="7b2404fb-f360-4859-a21a-833f72764a74" providerId="ADAL" clId="{81ACD43F-62AC-445E-9ACE-F10791BBB929}" dt="2026-09-30T15:37:43.440" v="2300" actId="11529"/>
          <ac:cxnSpMkLst>
            <pc:docMk/>
            <pc:sldMk cId="0" sldId="292"/>
            <ac:cxnSpMk id="13" creationId="{55BFE68C-7C9E-3243-9730-A0D1316E3745}"/>
          </ac:cxnSpMkLst>
        </pc:cxnChg>
      </pc:sldChg>
      <pc:sldChg chg="delSp modSp mod addAnim delAnim modAnim">
        <pc:chgData name="Stephen Millmore" userId="7b2404fb-f360-4859-a21a-833f72764a74" providerId="ADAL" clId="{81ACD43F-62AC-445E-9ACE-F10791BBB929}" dt="2026-10-06T09:59:15.169" v="2951"/>
        <pc:sldMkLst>
          <pc:docMk/>
          <pc:sldMk cId="0" sldId="293"/>
        </pc:sldMkLst>
        <pc:spChg chg="mod">
          <ac:chgData name="Stephen Millmore" userId="7b2404fb-f360-4859-a21a-833f72764a74" providerId="ADAL" clId="{81ACD43F-62AC-445E-9ACE-F10791BBB929}" dt="2026-09-30T15:41:08.443" v="2641" actId="20577"/>
          <ac:spMkLst>
            <pc:docMk/>
            <pc:sldMk cId="0" sldId="293"/>
            <ac:spMk id="4" creationId="{00000000-0000-0000-0000-000000000000}"/>
          </ac:spMkLst>
        </pc:spChg>
        <pc:picChg chg="mod">
          <ac:chgData name="Stephen Millmore" userId="7b2404fb-f360-4859-a21a-833f72764a74" providerId="ADAL" clId="{81ACD43F-62AC-445E-9ACE-F10791BBB929}" dt="2026-09-30T15:38:18.519" v="2333" actId="1076"/>
          <ac:picMkLst>
            <pc:docMk/>
            <pc:sldMk cId="0" sldId="293"/>
            <ac:picMk id="6" creationId="{00000000-0000-0000-0000-000000000000}"/>
          </ac:picMkLst>
        </pc:picChg>
      </pc:sldChg>
      <pc:sldChg chg="delSp mod modAnim">
        <pc:chgData name="Stephen Millmore" userId="7b2404fb-f360-4859-a21a-833f72764a74" providerId="ADAL" clId="{81ACD43F-62AC-445E-9ACE-F10791BBB929}" dt="2026-10-06T09:59:49.470" v="2954"/>
        <pc:sldMkLst>
          <pc:docMk/>
          <pc:sldMk cId="0" sldId="294"/>
        </pc:sldMkLst>
      </pc:sldChg>
      <pc:sldChg chg="delSp mod addAnim delAnim modAnim">
        <pc:chgData name="Stephen Millmore" userId="7b2404fb-f360-4859-a21a-833f72764a74" providerId="ADAL" clId="{81ACD43F-62AC-445E-9ACE-F10791BBB929}" dt="2026-10-06T10:00:05.254" v="2957"/>
        <pc:sldMkLst>
          <pc:docMk/>
          <pc:sldMk cId="0" sldId="295"/>
        </pc:sldMkLst>
      </pc:sldChg>
      <pc:sldChg chg="delSp mod modAnim">
        <pc:chgData name="Stephen Millmore" userId="7b2404fb-f360-4859-a21a-833f72764a74" providerId="ADAL" clId="{81ACD43F-62AC-445E-9ACE-F10791BBB929}" dt="2026-10-06T10:00:32.287" v="2959"/>
        <pc:sldMkLst>
          <pc:docMk/>
          <pc:sldMk cId="0" sldId="296"/>
        </pc:sldMkLst>
      </pc:sldChg>
      <pc:sldChg chg="delSp mod modAnim">
        <pc:chgData name="Stephen Millmore" userId="7b2404fb-f360-4859-a21a-833f72764a74" providerId="ADAL" clId="{81ACD43F-62AC-445E-9ACE-F10791BBB929}" dt="2026-10-06T10:01:02.180" v="2983"/>
        <pc:sldMkLst>
          <pc:docMk/>
          <pc:sldMk cId="0" sldId="297"/>
        </pc:sldMkLst>
      </pc:sldChg>
      <pc:sldChg chg="addSp delSp modSp mod modClrScheme chgLayout">
        <pc:chgData name="Stephen Millmore" userId="7b2404fb-f360-4859-a21a-833f72764a74" providerId="ADAL" clId="{81ACD43F-62AC-445E-9ACE-F10791BBB929}" dt="2026-10-06T10:07:12.449" v="2988" actId="207"/>
        <pc:sldMkLst>
          <pc:docMk/>
          <pc:sldMk cId="888217120" sldId="298"/>
        </pc:sldMkLst>
        <pc:spChg chg="add mod">
          <ac:chgData name="Stephen Millmore" userId="7b2404fb-f360-4859-a21a-833f72764a74" providerId="ADAL" clId="{81ACD43F-62AC-445E-9ACE-F10791BBB929}" dt="2026-10-06T10:07:12.449" v="2988" actId="207"/>
          <ac:spMkLst>
            <pc:docMk/>
            <pc:sldMk cId="888217120" sldId="298"/>
            <ac:spMk id="2" creationId="{590FDD4E-7247-9B4B-CA1B-6CCF8E7D57C9}"/>
          </ac:spMkLst>
        </pc:spChg>
        <pc:spChg chg="add del mod ord">
          <ac:chgData name="Stephen Millmore" userId="7b2404fb-f360-4859-a21a-833f72764a74" providerId="ADAL" clId="{81ACD43F-62AC-445E-9ACE-F10791BBB929}" dt="2026-10-06T10:03:52.330" v="2985" actId="700"/>
          <ac:spMkLst>
            <pc:docMk/>
            <pc:sldMk cId="888217120" sldId="298"/>
            <ac:spMk id="3" creationId="{F21B6EF2-94F3-66DB-5CD6-C42C4DB2C66B}"/>
          </ac:spMkLst>
        </pc:spChg>
      </pc:sldChg>
      <pc:sldChg chg="addSp modSp mod">
        <pc:chgData name="Stephen Millmore" userId="7b2404fb-f360-4859-a21a-833f72764a74" providerId="ADAL" clId="{81ACD43F-62AC-445E-9ACE-F10791BBB929}" dt="2026-10-06T10:07:23.663" v="2991" actId="207"/>
        <pc:sldMkLst>
          <pc:docMk/>
          <pc:sldMk cId="1591900258" sldId="299"/>
        </pc:sldMkLst>
        <pc:spChg chg="add mod">
          <ac:chgData name="Stephen Millmore" userId="7b2404fb-f360-4859-a21a-833f72764a74" providerId="ADAL" clId="{81ACD43F-62AC-445E-9ACE-F10791BBB929}" dt="2026-10-06T10:07:23.663" v="2991" actId="207"/>
          <ac:spMkLst>
            <pc:docMk/>
            <pc:sldMk cId="1591900258" sldId="299"/>
            <ac:spMk id="3" creationId="{BA85B7C4-69D2-31D5-6D6A-0CA283C2C42D}"/>
          </ac:spMkLst>
        </pc:spChg>
      </pc:sldChg>
      <pc:sldChg chg="addSp modSp mod">
        <pc:chgData name="Stephen Millmore" userId="7b2404fb-f360-4859-a21a-833f72764a74" providerId="ADAL" clId="{81ACD43F-62AC-445E-9ACE-F10791BBB929}" dt="2026-10-06T10:07:52.332" v="2998" actId="207"/>
        <pc:sldMkLst>
          <pc:docMk/>
          <pc:sldMk cId="1372292610" sldId="300"/>
        </pc:sldMkLst>
        <pc:spChg chg="add mod">
          <ac:chgData name="Stephen Millmore" userId="7b2404fb-f360-4859-a21a-833f72764a74" providerId="ADAL" clId="{81ACD43F-62AC-445E-9ACE-F10791BBB929}" dt="2026-10-06T10:07:52.332" v="2998" actId="207"/>
          <ac:spMkLst>
            <pc:docMk/>
            <pc:sldMk cId="1372292610" sldId="300"/>
            <ac:spMk id="3" creationId="{18019FC0-C26A-D655-21EA-B346A2D93F43}"/>
          </ac:spMkLst>
        </pc:spChg>
      </pc:sldChg>
      <pc:sldChg chg="addSp modSp mod">
        <pc:chgData name="Stephen Millmore" userId="7b2404fb-f360-4859-a21a-833f72764a74" providerId="ADAL" clId="{81ACD43F-62AC-445E-9ACE-F10791BBB929}" dt="2026-10-06T10:07:59.352" v="3000" actId="207"/>
        <pc:sldMkLst>
          <pc:docMk/>
          <pc:sldMk cId="2279563038" sldId="301"/>
        </pc:sldMkLst>
        <pc:spChg chg="add mod">
          <ac:chgData name="Stephen Millmore" userId="7b2404fb-f360-4859-a21a-833f72764a74" providerId="ADAL" clId="{81ACD43F-62AC-445E-9ACE-F10791BBB929}" dt="2026-10-06T10:07:59.352" v="3000" actId="207"/>
          <ac:spMkLst>
            <pc:docMk/>
            <pc:sldMk cId="2279563038" sldId="301"/>
            <ac:spMk id="3" creationId="{048A4B93-D9DC-210E-D3CF-7CF57F13CB7F}"/>
          </ac:spMkLst>
        </pc:spChg>
      </pc:sldChg>
      <pc:sldChg chg="addSp modSp mod">
        <pc:chgData name="Stephen Millmore" userId="7b2404fb-f360-4859-a21a-833f72764a74" providerId="ADAL" clId="{81ACD43F-62AC-445E-9ACE-F10791BBB929}" dt="2026-10-06T10:08:22.415" v="3009" actId="1035"/>
        <pc:sldMkLst>
          <pc:docMk/>
          <pc:sldMk cId="227160303" sldId="302"/>
        </pc:sldMkLst>
        <pc:spChg chg="add mod">
          <ac:chgData name="Stephen Millmore" userId="7b2404fb-f360-4859-a21a-833f72764a74" providerId="ADAL" clId="{81ACD43F-62AC-445E-9ACE-F10791BBB929}" dt="2026-10-06T10:08:22.415" v="3009" actId="1035"/>
          <ac:spMkLst>
            <pc:docMk/>
            <pc:sldMk cId="227160303" sldId="302"/>
            <ac:spMk id="3" creationId="{BE1110FB-7055-E086-26D2-42449DCF04E0}"/>
          </ac:spMkLst>
        </pc:spChg>
      </pc:sldChg>
      <pc:sldChg chg="addSp delSp mod">
        <pc:chgData name="Stephen Millmore" userId="7b2404fb-f360-4859-a21a-833f72764a74" providerId="ADAL" clId="{81ACD43F-62AC-445E-9ACE-F10791BBB929}" dt="2026-10-06T10:08:25.883" v="3011" actId="478"/>
        <pc:sldMkLst>
          <pc:docMk/>
          <pc:sldMk cId="1388317061" sldId="303"/>
        </pc:sldMkLst>
        <pc:spChg chg="add del">
          <ac:chgData name="Stephen Millmore" userId="7b2404fb-f360-4859-a21a-833f72764a74" providerId="ADAL" clId="{81ACD43F-62AC-445E-9ACE-F10791BBB929}" dt="2026-10-06T10:08:25.883" v="3011" actId="478"/>
          <ac:spMkLst>
            <pc:docMk/>
            <pc:sldMk cId="1388317061" sldId="303"/>
            <ac:spMk id="3" creationId="{71286E6C-3324-448E-931D-A29E7132BF91}"/>
          </ac:spMkLst>
        </pc:spChg>
        <pc:spChg chg="add">
          <ac:chgData name="Stephen Millmore" userId="7b2404fb-f360-4859-a21a-833f72764a74" providerId="ADAL" clId="{81ACD43F-62AC-445E-9ACE-F10791BBB929}" dt="2026-10-06T10:08:24.529" v="3010" actId="22"/>
          <ac:spMkLst>
            <pc:docMk/>
            <pc:sldMk cId="1388317061" sldId="303"/>
            <ac:spMk id="5" creationId="{AD5B7439-E710-806C-8A35-8325F48BA2B3}"/>
          </ac:spMkLst>
        </pc:spChg>
      </pc:sldChg>
      <pc:sldChg chg="addSp modSp mod ord">
        <pc:chgData name="Stephen Millmore" userId="7b2404fb-f360-4859-a21a-833f72764a74" providerId="ADAL" clId="{81ACD43F-62AC-445E-9ACE-F10791BBB929}" dt="2026-10-06T10:08:39.106" v="3015" actId="207"/>
        <pc:sldMkLst>
          <pc:docMk/>
          <pc:sldMk cId="1586107713" sldId="304"/>
        </pc:sldMkLst>
        <pc:spChg chg="add mod">
          <ac:chgData name="Stephen Millmore" userId="7b2404fb-f360-4859-a21a-833f72764a74" providerId="ADAL" clId="{81ACD43F-62AC-445E-9ACE-F10791BBB929}" dt="2026-10-06T10:08:39.106" v="3015" actId="207"/>
          <ac:spMkLst>
            <pc:docMk/>
            <pc:sldMk cId="1586107713" sldId="304"/>
            <ac:spMk id="3" creationId="{B6BA3452-DE41-F7B9-1C44-D2FC51AFE4A1}"/>
          </ac:spMkLst>
        </pc:spChg>
      </pc:sldChg>
      <pc:sldChg chg="delSp modSp add mod">
        <pc:chgData name="Stephen Millmore" userId="7b2404fb-f360-4859-a21a-833f72764a74" providerId="ADAL" clId="{81ACD43F-62AC-445E-9ACE-F10791BBB929}" dt="2026-10-06T09:47:31.093" v="2780" actId="478"/>
        <pc:sldMkLst>
          <pc:docMk/>
          <pc:sldMk cId="3723336678" sldId="305"/>
        </pc:sldMkLst>
        <pc:spChg chg="mod">
          <ac:chgData name="Stephen Millmore" userId="7b2404fb-f360-4859-a21a-833f72764a74" providerId="ADAL" clId="{81ACD43F-62AC-445E-9ACE-F10791BBB929}" dt="2026-10-06T09:47:28.946" v="2779" actId="20577"/>
          <ac:spMkLst>
            <pc:docMk/>
            <pc:sldMk cId="3723336678" sldId="305"/>
            <ac:spMk id="4" creationId="{9800A55E-D47A-5784-9F93-BAB608003E85}"/>
          </ac:spMkLst>
        </pc:spChg>
        <pc:picChg chg="del">
          <ac:chgData name="Stephen Millmore" userId="7b2404fb-f360-4859-a21a-833f72764a74" providerId="ADAL" clId="{81ACD43F-62AC-445E-9ACE-F10791BBB929}" dt="2026-10-06T09:47:31.093" v="2780" actId="478"/>
          <ac:picMkLst>
            <pc:docMk/>
            <pc:sldMk cId="3723336678" sldId="305"/>
            <ac:picMk id="7" creationId="{C26803FA-73A4-BDFC-504E-F899DE7D2E06}"/>
          </ac:picMkLst>
        </pc:picChg>
      </pc:sldChg>
      <pc:sldChg chg="addSp modSp add mod">
        <pc:chgData name="Stephen Millmore" userId="7b2404fb-f360-4859-a21a-833f72764a74" providerId="ADAL" clId="{81ACD43F-62AC-445E-9ACE-F10791BBB929}" dt="2026-10-06T10:07:31.537" v="2993" actId="207"/>
        <pc:sldMkLst>
          <pc:docMk/>
          <pc:sldMk cId="592142604" sldId="306"/>
        </pc:sldMkLst>
        <pc:spChg chg="mod">
          <ac:chgData name="Stephen Millmore" userId="7b2404fb-f360-4859-a21a-833f72764a74" providerId="ADAL" clId="{81ACD43F-62AC-445E-9ACE-F10791BBB929}" dt="2026-10-06T10:07:31.537" v="2993" actId="207"/>
          <ac:spMkLst>
            <pc:docMk/>
            <pc:sldMk cId="592142604" sldId="306"/>
            <ac:spMk id="3" creationId="{D3A0D876-5E93-4E43-9EBC-4D012EE01212}"/>
          </ac:spMkLst>
        </pc:spChg>
        <pc:picChg chg="add mod">
          <ac:chgData name="Stephen Millmore" userId="7b2404fb-f360-4859-a21a-833f72764a74" providerId="ADAL" clId="{81ACD43F-62AC-445E-9ACE-F10791BBB929}" dt="2026-10-06T10:07:31.537" v="2993" actId="207"/>
          <ac:picMkLst>
            <pc:docMk/>
            <pc:sldMk cId="592142604" sldId="306"/>
            <ac:picMk id="4" creationId="{6091D5F3-824C-826B-0B17-320E7C242257}"/>
          </ac:picMkLst>
        </pc:picChg>
      </pc:sldChg>
      <pc:sldChg chg="addSp modSp add mod">
        <pc:chgData name="Stephen Millmore" userId="7b2404fb-f360-4859-a21a-833f72764a74" providerId="ADAL" clId="{81ACD43F-62AC-445E-9ACE-F10791BBB929}" dt="2026-10-06T10:07:41.053" v="2996" actId="207"/>
        <pc:sldMkLst>
          <pc:docMk/>
          <pc:sldMk cId="218895030" sldId="307"/>
        </pc:sldMkLst>
        <pc:spChg chg="mod">
          <ac:chgData name="Stephen Millmore" userId="7b2404fb-f360-4859-a21a-833f72764a74" providerId="ADAL" clId="{81ACD43F-62AC-445E-9ACE-F10791BBB929}" dt="2026-10-06T10:07:41.053" v="2996" actId="207"/>
          <ac:spMkLst>
            <pc:docMk/>
            <pc:sldMk cId="218895030" sldId="307"/>
            <ac:spMk id="3" creationId="{089DC637-7083-E621-48C1-33FC6A4A00CA}"/>
          </ac:spMkLst>
        </pc:spChg>
        <pc:picChg chg="add mod">
          <ac:chgData name="Stephen Millmore" userId="7b2404fb-f360-4859-a21a-833f72764a74" providerId="ADAL" clId="{81ACD43F-62AC-445E-9ACE-F10791BBB929}" dt="2026-10-06T10:07:41.053" v="2996" actId="207"/>
          <ac:picMkLst>
            <pc:docMk/>
            <pc:sldMk cId="218895030" sldId="307"/>
            <ac:picMk id="4" creationId="{8C179CFE-9847-2149-F771-2BEC013A36A6}"/>
          </ac:picMkLst>
        </pc:picChg>
      </pc:sldChg>
      <pc:sldChg chg="add addAnim delAnim modAnim">
        <pc:chgData name="Stephen Millmore" userId="7b2404fb-f360-4859-a21a-833f72764a74" providerId="ADAL" clId="{81ACD43F-62AC-445E-9ACE-F10791BBB929}" dt="2026-10-06T09:55:07.479" v="2888"/>
        <pc:sldMkLst>
          <pc:docMk/>
          <pc:sldMk cId="906027344" sldId="308"/>
        </pc:sldMkLst>
      </pc:sldChg>
      <pc:sldChg chg="addSp modSp add mod modAnim">
        <pc:chgData name="Stephen Millmore" userId="7b2404fb-f360-4859-a21a-833f72764a74" providerId="ADAL" clId="{81ACD43F-62AC-445E-9ACE-F10791BBB929}" dt="2026-10-06T10:08:13.949" v="3004" actId="1076"/>
        <pc:sldMkLst>
          <pc:docMk/>
          <pc:sldMk cId="3039899756" sldId="309"/>
        </pc:sldMkLst>
        <pc:spChg chg="add mod">
          <ac:chgData name="Stephen Millmore" userId="7b2404fb-f360-4859-a21a-833f72764a74" providerId="ADAL" clId="{81ACD43F-62AC-445E-9ACE-F10791BBB929}" dt="2026-10-06T10:08:13.949" v="3004" actId="1076"/>
          <ac:spMkLst>
            <pc:docMk/>
            <pc:sldMk cId="3039899756" sldId="309"/>
            <ac:spMk id="3" creationId="{5C474AEA-7DF7-105A-ED3F-1A954BC76F8B}"/>
          </ac:spMkLst>
        </pc:spChg>
        <pc:picChg chg="add mod">
          <ac:chgData name="Stephen Millmore" userId="7b2404fb-f360-4859-a21a-833f72764a74" providerId="ADAL" clId="{81ACD43F-62AC-445E-9ACE-F10791BBB929}" dt="2026-10-06T10:08:13.949" v="3004" actId="1076"/>
          <ac:picMkLst>
            <pc:docMk/>
            <pc:sldMk cId="3039899756" sldId="309"/>
            <ac:picMk id="4" creationId="{0AA3F802-5B77-1462-D0C7-BE4E758EA437}"/>
          </ac:picMkLst>
        </pc:picChg>
      </pc:sldChg>
      <pc:sldChg chg="addSp delSp add mod">
        <pc:chgData name="Stephen Millmore" userId="7b2404fb-f360-4859-a21a-833f72764a74" providerId="ADAL" clId="{81ACD43F-62AC-445E-9ACE-F10791BBB929}" dt="2026-10-06T10:08:30.204" v="3013" actId="478"/>
        <pc:sldMkLst>
          <pc:docMk/>
          <pc:sldMk cId="2795560636" sldId="310"/>
        </pc:sldMkLst>
        <pc:spChg chg="del">
          <ac:chgData name="Stephen Millmore" userId="7b2404fb-f360-4859-a21a-833f72764a74" providerId="ADAL" clId="{81ACD43F-62AC-445E-9ACE-F10791BBB929}" dt="2026-10-06T10:08:30.204" v="3013" actId="478"/>
          <ac:spMkLst>
            <pc:docMk/>
            <pc:sldMk cId="2795560636" sldId="310"/>
            <ac:spMk id="3" creationId="{C44F0B14-5595-DCC4-BBF8-F122C8456F8A}"/>
          </ac:spMkLst>
        </pc:spChg>
        <pc:spChg chg="add">
          <ac:chgData name="Stephen Millmore" userId="7b2404fb-f360-4859-a21a-833f72764a74" providerId="ADAL" clId="{81ACD43F-62AC-445E-9ACE-F10791BBB929}" dt="2026-10-06T10:08:27.612" v="3012" actId="22"/>
          <ac:spMkLst>
            <pc:docMk/>
            <pc:sldMk cId="2795560636" sldId="310"/>
            <ac:spMk id="4" creationId="{34568355-3C4F-DE9A-E05A-34CB275D64EF}"/>
          </ac:spMkLst>
        </pc:spChg>
      </pc:sldChg>
      <pc:sldChg chg="add del">
        <pc:chgData name="Stephen Millmore" userId="7b2404fb-f360-4859-a21a-833f72764a74" providerId="ADAL" clId="{81ACD43F-62AC-445E-9ACE-F10791BBB929}" dt="2026-10-06T10:59:18.043" v="3023"/>
        <pc:sldMkLst>
          <pc:docMk/>
          <pc:sldMk cId="620439216" sldId="311"/>
        </pc:sldMkLst>
      </pc:sldChg>
      <pc:sldChg chg="delSp modSp add mod delAnim">
        <pc:chgData name="Stephen Millmore" userId="7b2404fb-f360-4859-a21a-833f72764a74" providerId="ADAL" clId="{81ACD43F-62AC-445E-9ACE-F10791BBB929}" dt="2026-10-06T11:00:19.725" v="3027" actId="114"/>
        <pc:sldMkLst>
          <pc:docMk/>
          <pc:sldMk cId="3483687494" sldId="312"/>
        </pc:sldMkLst>
        <pc:spChg chg="mod">
          <ac:chgData name="Stephen Millmore" userId="7b2404fb-f360-4859-a21a-833f72764a74" providerId="ADAL" clId="{81ACD43F-62AC-445E-9ACE-F10791BBB929}" dt="2026-10-06T11:00:19.725" v="3027" actId="114"/>
          <ac:spMkLst>
            <pc:docMk/>
            <pc:sldMk cId="3483687494" sldId="312"/>
            <ac:spMk id="8" creationId="{00000000-0000-0000-0000-000000000000}"/>
          </ac:spMkLst>
        </pc:spChg>
        <pc:picChg chg="del">
          <ac:chgData name="Stephen Millmore" userId="7b2404fb-f360-4859-a21a-833f72764a74" providerId="ADAL" clId="{81ACD43F-62AC-445E-9ACE-F10791BBB929}" dt="2026-10-06T10:59:36.067" v="3024"/>
          <ac:picMkLst>
            <pc:docMk/>
            <pc:sldMk cId="3483687494" sldId="312"/>
            <ac:picMk id="6" creationId="{00000000-0000-0000-0000-000000000000}"/>
          </ac:picMkLst>
        </pc:picChg>
        <pc:picChg chg="del">
          <ac:chgData name="Stephen Millmore" userId="7b2404fb-f360-4859-a21a-833f72764a74" providerId="ADAL" clId="{81ACD43F-62AC-445E-9ACE-F10791BBB929}" dt="2026-10-06T10:59:36.067" v="3025"/>
          <ac:picMkLst>
            <pc:docMk/>
            <pc:sldMk cId="3483687494" sldId="312"/>
            <ac:picMk id="7" creationId="{00000000-0000-0000-0000-000000000000}"/>
          </ac:picMkLst>
        </pc:picChg>
      </pc:sldChg>
      <pc:sldChg chg="delSp modSp add del mod delAnim">
        <pc:chgData name="Stephen Millmore" userId="7b2404fb-f360-4859-a21a-833f72764a74" providerId="ADAL" clId="{81ACD43F-62AC-445E-9ACE-F10791BBB929}" dt="2026-10-06T11:03:03.206" v="3039"/>
        <pc:sldMkLst>
          <pc:docMk/>
          <pc:sldMk cId="3720415488" sldId="313"/>
        </pc:sldMkLst>
        <pc:spChg chg="del">
          <ac:chgData name="Stephen Millmore" userId="7b2404fb-f360-4859-a21a-833f72764a74" providerId="ADAL" clId="{81ACD43F-62AC-445E-9ACE-F10791BBB929}" dt="2026-10-06T11:02:47.134" v="3035"/>
          <ac:spMkLst>
            <pc:docMk/>
            <pc:sldMk cId="3720415488" sldId="313"/>
            <ac:spMk id="9" creationId="{00000000-0000-0000-0000-000000000000}"/>
          </ac:spMkLst>
        </pc:spChg>
        <pc:spChg chg="del mod">
          <ac:chgData name="Stephen Millmore" userId="7b2404fb-f360-4859-a21a-833f72764a74" providerId="ADAL" clId="{81ACD43F-62AC-445E-9ACE-F10791BBB929}" dt="2026-10-06T11:02:47.135" v="3036"/>
          <ac:spMkLst>
            <pc:docMk/>
            <pc:sldMk cId="3720415488" sldId="313"/>
            <ac:spMk id="10" creationId="{00000000-0000-0000-0000-000000000000}"/>
          </ac:spMkLst>
        </pc:spChg>
        <pc:spChg chg="del mod">
          <ac:chgData name="Stephen Millmore" userId="7b2404fb-f360-4859-a21a-833f72764a74" providerId="ADAL" clId="{81ACD43F-62AC-445E-9ACE-F10791BBB929}" dt="2026-10-06T11:02:47.135" v="3037"/>
          <ac:spMkLst>
            <pc:docMk/>
            <pc:sldMk cId="3720415488" sldId="313"/>
            <ac:spMk id="11" creationId="{00000000-0000-0000-0000-000000000000}"/>
          </ac:spMkLst>
        </pc:spChg>
        <pc:picChg chg="del">
          <ac:chgData name="Stephen Millmore" userId="7b2404fb-f360-4859-a21a-833f72764a74" providerId="ADAL" clId="{81ACD43F-62AC-445E-9ACE-F10791BBB929}" dt="2026-10-06T11:02:28.546" v="3030"/>
          <ac:picMkLst>
            <pc:docMk/>
            <pc:sldMk cId="3720415488" sldId="313"/>
            <ac:picMk id="6" creationId="{00000000-0000-0000-0000-000000000000}"/>
          </ac:picMkLst>
        </pc:picChg>
        <pc:picChg chg="del">
          <ac:chgData name="Stephen Millmore" userId="7b2404fb-f360-4859-a21a-833f72764a74" providerId="ADAL" clId="{81ACD43F-62AC-445E-9ACE-F10791BBB929}" dt="2026-10-06T11:02:28.546" v="3031"/>
          <ac:picMkLst>
            <pc:docMk/>
            <pc:sldMk cId="3720415488" sldId="313"/>
            <ac:picMk id="7" creationId="{00000000-0000-0000-0000-000000000000}"/>
          </ac:picMkLst>
        </pc:picChg>
        <pc:picChg chg="del">
          <ac:chgData name="Stephen Millmore" userId="7b2404fb-f360-4859-a21a-833f72764a74" providerId="ADAL" clId="{81ACD43F-62AC-445E-9ACE-F10791BBB929}" dt="2026-10-06T11:02:28.550" v="3032"/>
          <ac:picMkLst>
            <pc:docMk/>
            <pc:sldMk cId="3720415488" sldId="313"/>
            <ac:picMk id="8" creationId="{08562F78-D182-5734-52FF-7D50AB7EB161}"/>
          </ac:picMkLst>
        </pc:picChg>
      </pc:sldChg>
      <pc:sldChg chg="modSp add">
        <pc:chgData name="Stephen Millmore" userId="7b2404fb-f360-4859-a21a-833f72764a74" providerId="ADAL" clId="{81ACD43F-62AC-445E-9ACE-F10791BBB929}" dt="2026-10-06T11:03:25.957" v="3041" actId="114"/>
        <pc:sldMkLst>
          <pc:docMk/>
          <pc:sldMk cId="1397775826" sldId="314"/>
        </pc:sldMkLst>
        <pc:spChg chg="mod">
          <ac:chgData name="Stephen Millmore" userId="7b2404fb-f360-4859-a21a-833f72764a74" providerId="ADAL" clId="{81ACD43F-62AC-445E-9ACE-F10791BBB929}" dt="2026-10-06T11:03:22.225" v="3040" actId="113"/>
          <ac:spMkLst>
            <pc:docMk/>
            <pc:sldMk cId="1397775826" sldId="314"/>
            <ac:spMk id="13" creationId="{00000000-0000-0000-0000-000000000000}"/>
          </ac:spMkLst>
        </pc:spChg>
        <pc:spChg chg="mod">
          <ac:chgData name="Stephen Millmore" userId="7b2404fb-f360-4859-a21a-833f72764a74" providerId="ADAL" clId="{81ACD43F-62AC-445E-9ACE-F10791BBB929}" dt="2026-10-06T11:03:25.957" v="3041" actId="114"/>
          <ac:spMkLst>
            <pc:docMk/>
            <pc:sldMk cId="1397775826" sldId="314"/>
            <ac:spMk id="14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8:24:35.456"/>
    </inkml:context>
    <inkml:brush xml:id="br0">
      <inkml:brushProperty name="width" value="0.05" units="cm"/>
      <inkml:brushProperty name="height" value="0.05" units="cm"/>
      <inkml:brushProperty name="color" value="#662BAD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2:35.563"/>
    </inkml:context>
    <inkml:brush xml:id="br0">
      <inkml:brushProperty name="width" value="0.05" units="cm"/>
      <inkml:brushProperty name="height" value="0.05" units="cm"/>
      <inkml:brushProperty name="color" value="#662BAD"/>
    </inkml:brush>
  </inkml:definitions>
  <inkml:trace contextRef="#ctx0" brushRef="#br0">695 173 1376 0 0,'-7'-12'-70'0'0,"1"1"1318"0"0,-1 0 1 0 0,0 0-1 0 0,0 0 1 0 0,-1 1-1 0 0,-13-13 1 0 0,12 14-623 0 0,-2 0 0 0 0,1 1 0 0 0,-1 1 0 0 0,0-1 0 0 0,0 2 0 0 0,-1 0 0 0 0,0 0 0 0 0,0 1 1 0 0,-1 0-1 0 0,1 1 0 0 0,-14-2 0 0 0,15 4-304 0 0,0 1 0 0 0,0 0-1 0 0,-1 0 1 0 0,1 1 0 0 0,0 1 0 0 0,0 0 0 0 0,0 1-1 0 0,0 0 1 0 0,0 0 0 0 0,0 1 0 0 0,1 1 0 0 0,-1 0-1 0 0,-14 7 1 0 0,4 1-171 0 0,0 2 0 0 0,0 0 0 0 0,2 1 0 0 0,0 0 0 0 0,0 2-1 0 0,2 0 1 0 0,0 1 0 0 0,1 1 0 0 0,0 1 0 0 0,2 0 0 0 0,1 1 0 0 0,-18 36 0 0 0,18-30-113 0 0,2 1 1 0 0,1 0-1 0 0,1 1 0 0 0,1 0 1 0 0,2 1-1 0 0,1-1 1 0 0,1 1-1 0 0,1 0 1 0 0,2 0-1 0 0,3 31 1 0 0,-1-49-36 0 0,0 1 1 0 0,2 0 0 0 0,-1-1-1 0 0,1 1 1 0 0,1-1 0 0 0,0 0 0 0 0,1 0-1 0 0,0 0 1 0 0,1-1 0 0 0,0 0-1 0 0,1 0 1 0 0,0 0 0 0 0,1-1-1 0 0,0 0 1 0 0,1 0 0 0 0,0-1 0 0 0,19 15-1 0 0,-5-6-14 0 0,1-1 0 0 0,1-1 0 0 0,1-2 0 0 0,0 0-1 0 0,0-2 1 0 0,2-1 0 0 0,54 15 0 0 0,-65-22 17 0 0,0 0-1 0 0,1-2 1 0 0,0 0 0 0 0,0-1-1 0 0,-1 0 1 0 0,1-2 0 0 0,0 0-1 0 0,0-1 1 0 0,-1-1 0 0 0,1-1 0 0 0,-1 0-1 0 0,0-1 1 0 0,0-1 0 0 0,20-10-1 0 0,-24 9-40 0 0,0-1-1 0 0,-1 0 1 0 0,0 0-1 0 0,-1-2 1 0 0,1 1-1 0 0,-2-1 1 0 0,0-1-1 0 0,0 0 1 0 0,-1-1-1 0 0,0 1 1 0 0,-1-2-1 0 0,0 1 1 0 0,-1-1 0 0 0,-1 0-1 0 0,0-1 1 0 0,5-14-1 0 0,-6 12-1 0 0,-1 0 1 0 0,-1-1-1 0 0,0 1 0 0 0,-1-1 1 0 0,-1 0-1 0 0,-1 1 1 0 0,0-1-1 0 0,-1 0 0 0 0,-1 1 1 0 0,0-1-1 0 0,-1 1 0 0 0,-1-1 1 0 0,-11-28-1 0 0,0 12 58 0 0,-1 0 1 0 0,-1 2-1 0 0,-2 0 0 0 0,-1 1 1 0 0,-2 0-1 0 0,-39-41 0 0 0,25 35 30 0 0,-2 1 1 0 0,-1 2-1 0 0,-2 2 0 0 0,-49-29 0 0 0,81 55-193 0 0,-34-20-74 0 0,39 23 9 0 0,0 1-1 0 0,0-1 0 0 0,0 1 1 0 0,0 0-1 0 0,0 0 0 0 0,0 0 1 0 0,-1 0-1 0 0,-7 0 0 0 0,10 2 5 0 0,0-1-1 0 0,0 0 0 0 0,0 1 1 0 0,1 0-1 0 0,-1-1 0 0 0,0 1 1 0 0,0 0-1 0 0,1 0 0 0 0,-1 0 1 0 0,1 0-1 0 0,-1 0 0 0 0,1 1 1 0 0,-1-1-1 0 0,1 0 0 0 0,-1 1 1 0 0,1-1-1 0 0,0 1 0 0 0,0-1 1 0 0,0 1-1 0 0,-2 3 0 0 0,-6 13-264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2:38.060"/>
    </inkml:context>
    <inkml:brush xml:id="br0">
      <inkml:brushProperty name="width" value="0.05" units="cm"/>
      <inkml:brushProperty name="height" value="0.05" units="cm"/>
      <inkml:brushProperty name="color" value="#662BAD"/>
    </inkml:brush>
  </inkml:definitions>
  <inkml:trace contextRef="#ctx0" brushRef="#br0">1 350 1840 0 0,'2'1'70'0'0,"-1"1"-1"0"0,1-1 0 0 0,0-1 0 0 0,0 1 0 0 0,0 0 0 0 0,0 0 0 0 0,0-1 0 0 0,0 1 0 0 0,0-1 1 0 0,4 1-1 0 0,6 2 137 0 0,154 39 2135 0 0,-23-6 82 0 0,-53-10-853 0 0,248 68 149 0 0,-27-25-579 0 0,-129-30-313 0 0,146 11 148 0 0,-56-12-286 0 0,124 10-293 0 0,-331-42-360 0 0,89 11-38 0 0,61 5 15 0 0,58-9 26 0 0,-65-3-25 0 0,142-2-14 0 0,-83-3 0 0 0,90-6-40 0 0,-102-3 16 0 0,133 0 24 0 0,-282 2 0 0 0,76 1-36 0 0,191-9-169 0 0,-127-3-285 0 0,113-12-911 0 0,9-6 765 0 0,-75 11 609 0 0,49-2 30 0 0,21 4-6 0 0,-77 3-739 0 0,343-37-1748 0 0,-486 37 2189 0 0,210-27-98 0 0,-51 5 413 0 0,210-34 66 0 0,-309 40-80 0 0,-6 2-75 0 0,772-104 1926 0 0,-793 112-1326 0 0,276-29 89 0 0,-196 22-591 0 0,183-15-25 0 0,-202 18 53 0 0,11 0-19 0 0,234-11 478 0 0,-161 17-209 0 0,-84 7-290 0 0,185-8 266 0 0,-128 8-216 0 0,392-5 9 0 0,-419 20 307 0 0,-47 1 94 0 0,174 4-24 0 0,-263-4-446 0 0,-109-4-1 0 0,493 22 0 0 0,-370-14 7 0 0,64 7-3 0 0,-3 16 401 0 0,17 10-261 0 0,80 20 140 0 0,-54 21 706 0 0,-120-37-480 0 0,122 43 210 0 0,-7 18-530 0 0,54 28 133 0 0,-254-117-324 0 0,46 27 0 0 0,-72-34 65 0 0,0 2-1 0 0,-1 0 1 0 0,0 0-1 0 0,29 30 1 0 0,-31-26-246 0 0,1-1 0 0 0,1-1 0 0 0,0 0 0 0 0,28 16 0 0 0,-31-22-713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2:43.268"/>
    </inkml:context>
    <inkml:brush xml:id="br0">
      <inkml:brushProperty name="width" value="0.05" units="cm"/>
      <inkml:brushProperty name="height" value="0.05" units="cm"/>
      <inkml:brushProperty name="color" value="#662BAD"/>
    </inkml:brush>
  </inkml:definitions>
  <inkml:trace contextRef="#ctx0" brushRef="#br0">42 446 11979 0 0,'-4'0'561'0'0,"0"0"185"0"0,0 0-1 0 0,0 0 1 0 0,0 0-1 0 0,1 0 1 0 0,-1 1-1 0 0,0 0 1 0 0,-6 2-1 0 0,10-3-654 0 0,0 0 0 0 0,0 1 0 0 0,0-1 0 0 0,0 0 1 0 0,0 1-1 0 0,1-1 0 0 0,-1 0 0 0 0,0 1 0 0 0,0-1 0 0 0,0 0 0 0 0,0 0 0 0 0,1 1 0 0 0,-1-1 0 0 0,0 0 1 0 0,0 0-1 0 0,1 1 0 0 0,-1-1 0 0 0,0 0 0 0 0,0 0 0 0 0,1 0 0 0 0,-1 1 0 0 0,0-1 0 0 0,1 0 1 0 0,-1 0-1 0 0,0 0 0 0 0,1 0 0 0 0,-1 0 0 0 0,0 0 0 0 0,1 0 0 0 0,-1 1 0 0 0,0-1 0 0 0,1 0 1 0 0,13 5 286 0 0,54 13 584 0 0,105 14 1 0 0,-74-16-644 0 0,11 4-53 0 0,-1 6 0 0 0,128 47 0 0 0,-230-71-233 0 0,20 10-100 0 0,-26-12 72 0 0,0 1 0 0 0,0 0-1 0 0,0-1 1 0 0,0 1 0 0 0,0-1-1 0 0,0 1 1 0 0,-1 0 0 0 0,1 0-1 0 0,0 0 1 0 0,0-1 0 0 0,-1 1 0 0 0,1 0-1 0 0,0 0 1 0 0,-1 0 0 0 0,1 0-1 0 0,-1 0 1 0 0,0 0 0 0 0,1 0 0 0 0,-1 0-1 0 0,0 0 1 0 0,1 0 0 0 0,-1 2-1 0 0,0-3-2 0 0,0 0-1 0 0,0 0 1 0 0,0 1 0 0 0,0-1-1 0 0,0 0 1 0 0,0 0-1 0 0,0 1 1 0 0,0-1-1 0 0,0 0 1 0 0,0 0-1 0 0,0 1 1 0 0,0-1-1 0 0,0 0 1 0 0,0 0-1 0 0,-1 1 1 0 0,1-1 0 0 0,0 0-1 0 0,0 0 1 0 0,0 1-1 0 0,0-1 1 0 0,0 0-1 0 0,-1 0 1 0 0,1 0-1 0 0,0 0 1 0 0,0 1-1 0 0,0-1 1 0 0,-1 0 0 0 0,1 0-1 0 0,0 0 1 0 0,0 0-1 0 0,-1 1 1 0 0,-8-4 30 0 0,-7-10 32 0 0,15 12-52 0 0,-16-16-18 0 0,1 0 1 0 0,-17-26 0 0 0,-1-1 110 0 0,-90-93-56 0 0,-82-105-10 0 0,197 229-86 0 0,1 0-1 0 0,0 0 1 0 0,-10-24-1 0 0,16 32 19 0 0,0 0-1 0 0,1-1 1 0 0,-1 1 0 0 0,1 0-1 0 0,1 0 1 0 0,-1-7-1 0 0,1 9-31 0 0,0 0-1 0 0,0 1 1 0 0,0-1-1 0 0,1 0 0 0 0,0 1 1 0 0,-1-1-1 0 0,1 1 1 0 0,0-1-1 0 0,0 1 1 0 0,0-1-1 0 0,0 1 1 0 0,1 0-1 0 0,1-4 0 0 0,7-3-1905 0 0,2 4-6025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2:50.49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875 259 3225 0 0,'5'-10'1123'0'0,"0"0"0"0"0,-1-1 1 0 0,-1 0-1 0 0,0 0 0 0 0,3-20 0 0 0,-5 27-716 0 0,-1-1 0 0 0,1 0-1 0 0,-1 1 1 0 0,0-1 0 0 0,-1 0 0 0 0,1 0-1 0 0,-1 1 1 0 0,0-1 0 0 0,0 0-1 0 0,0 1 1 0 0,-1-1 0 0 0,0 1-1 0 0,1-1 1 0 0,-2 1 0 0 0,1 0 0 0 0,-5-7-1 0 0,3 7-151 0 0,0 0 0 0 0,0 1-1 0 0,0 0 1 0 0,-1-1-1 0 0,1 1 1 0 0,-1 1 0 0 0,0-1-1 0 0,0 1 1 0 0,0-1 0 0 0,-7-1-1 0 0,0 1 55 0 0,1 0-1 0 0,-2 0 0 0 0,-18 0 0 0 0,7 2-182 0 0,0 1-1 0 0,0 2 1 0 0,0 0-1 0 0,0 2 1 0 0,1 1-1 0 0,-1 0 0 0 0,1 2 1 0 0,0 0-1 0 0,1 2 1 0 0,-23 12-1 0 0,7-1-80 0 0,2 1-1 0 0,1 2 0 0 0,1 2 1 0 0,-61 55-1 0 0,69-54 23 0 0,1 1 0 0 0,2 0 0 0 0,0 2 0 0 0,2 1 0 0 0,1 0 0 0 0,2 2 0 0 0,-24 54 0 0 0,33-67-19 0 0,2 2 0 0 0,1-1 0 0 0,0 1 0 0 0,2 0 0 0 0,0 0 0 0 0,2 0 0 0 0,0 1 0 0 0,1-1 0 0 0,1 1 0 0 0,1-1 0 0 0,1 1 0 0 0,1-1 0 0 0,1 0 0 0 0,8 27 0 0 0,-4-30-35 0 0,0 0-1 0 0,0 0 1 0 0,2-1 0 0 0,0 0-1 0 0,1-1 1 0 0,1 0-1 0 0,0-1 1 0 0,1-1-1 0 0,27 25 1 0 0,-10-15 9 0 0,1 0 0 0 0,0-2-1 0 0,2-1 1 0 0,36 16 0 0 0,-45-25-47 0 0,1-1 0 0 0,1-1 0 0 0,0-1 0 0 0,1-2 0 0 0,35 7 0 0 0,-44-12 6 0 0,-1 0-1 0 0,1-2 1 0 0,0 0-1 0 0,0 0 1 0 0,-1-2 0 0 0,1 0-1 0 0,-1-1 1 0 0,0-1-1 0 0,24-8 1 0 0,-21 4-13 0 0,1-1 0 0 0,-2-1 0 0 0,1 0 1 0 0,-1-2-1 0 0,-1 0 0 0 0,0-1 0 0 0,25-24 0 0 0,-23 17-65 0 0,-2-1-1 0 0,0-1 1 0 0,-1 0 0 0 0,-1-1-1 0 0,18-35 1 0 0,-13 13-148 0 0,-2-1 0 0 0,-2-1-1 0 0,-2-1 1 0 0,-2 0 0 0 0,-2-1 0 0 0,7-71 0 0 0,-14 78-117 0 0,-1-1 0 0 0,-2 1 0 0 0,-7-74 0 0 0,3 97 232 0 0,0 1 0 0 0,-2 0 1 0 0,0 0-1 0 0,0 0 0 0 0,-2 0 0 0 0,0 1 1 0 0,-1 0-1 0 0,-1 0 0 0 0,-1 1 1 0 0,0 1-1 0 0,-13-16 0 0 0,10 16-191 0 0,0 1-1 0 0,-2 0 1 0 0,-19-15-1 0 0,27 23 50 0 0,-1 1 0 0 0,0 0 1 0 0,0 0-1 0 0,0 1 0 0 0,0 0 0 0 0,-1 1 0 0 0,0 0 0 0 0,1 0 0 0 0,-13-2 0 0 0,-2 2 243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2:52.29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 41 5065 0 0,'-2'-5'795'0'0,"0"0"0"0"0,0 0 0 0 0,1 0-1 0 0,0-1 1 0 0,-2-6 0 0 0,3 12-766 0 0,0 0-1 0 0,0 0 1 0 0,0 0-1 0 0,0-1 1 0 0,0 1-1 0 0,0 0 1 0 0,0 0 0 0 0,0 0-1 0 0,0 0 1 0 0,0 0-1 0 0,0 0 1 0 0,0 0-1 0 0,0 0 1 0 0,0 0-1 0 0,0-1 1 0 0,1 1 0 0 0,-1 0-1 0 0,0 0 1 0 0,0 0-1 0 0,0 0 1 0 0,0 0-1 0 0,0 0 1 0 0,0 0-1 0 0,0 0 30 0 0,0 0-30 0 0,0 0 1 0 0,0-1-1 0 0,0 1 1 0 0,0 0-1 0 0,0 0 1 0 0,1 0-1 0 0,-1 0 1 0 0,0 0 0 0 0,0 0-1 0 0,0 0 1 0 0,0 0-1 0 0,0 0 1 0 0,0 0-1 0 0,0 0 1 0 0,0 0-1 0 0,0 0 1 0 0,1 0 0 0 0,-1 0-1 0 0,0 0 1 0 0,0 0-1 0 0,0 0 1 0 0,0 0-1 0 0,0 0 1 0 0,0 0-1 0 0,0 0 1 0 0,0 0 0 0 0,0 0-1 0 0,1 0 1 0 0,6 5 814 0 0,4 7 153 0 0,17 24 651 0 0,-13-17-1123 0 0,0 0 1 0 0,19 17 0 0 0,10 3-24 0 0,60 40 0 0 0,55 25-105 0 0,-131-86-346 0 0,33 18-7 0 0,2-2-1 0 0,118 44 1 0 0,144 27-11 0 0,-283-92-29 0 0,271 98-3 0 0,-96-32 0 0 0,240 48 0 0 0,-405-114 0 0 0,221 60-47 0 0,236 51-74 0 0,-25-41 57 0 0,-251-53 64 0 0,43 8 0 0 0,390 59-145 0 0,-530-79 102 0 0,547 64-441 0 0,81 11-477 0 0,-273 0 271 0 0,-56 42 676 0 0,-316-92 14 0 0,63 22 0 0 0,253 114 781 0 0,-323-128-648 0 0,-48-23 51 0 0,391 188 327 0 0,-262-126-444 0 0,46 26 260 0 0,-232-112-321 0 0,0 0-1 0 0,0 1 0 0 0,-1 0 1 0 0,0 0-1 0 0,0 1 0 0 0,0 0 1 0 0,0 0-1 0 0,-1 0 0 0 0,7 11 1 0 0,-11-16-30 0 0,-1 0 0 0 0,1 0 0 0 0,-1 0 0 0 0,0-1 0 0 0,0 1 0 0 0,1 0 0 0 0,-1 0 0 0 0,0 0 0 0 0,0 0 0 0 0,0 0 0 0 0,0 0 0 0 0,0-1 0 0 0,0 1 1 0 0,0 0-1 0 0,0 0 0 0 0,0 0 0 0 0,0 0 0 0 0,0 0 0 0 0,0 0 0 0 0,-1-1 0 0 0,1 1 0 0 0,0 0 0 0 0,-1 0 0 0 0,1 0 0 0 0,-1-1 0 0 0,1 1 0 0 0,-1 0 0 0 0,1-1 0 0 0,-1 1 0 0 0,0 0 0 0 0,1-1 1 0 0,-1 1-1 0 0,0 0 0 0 0,1-1 0 0 0,-1 1 0 0 0,0-1 0 0 0,1 0 0 0 0,-1 1 0 0 0,0-1 0 0 0,0 1 0 0 0,0-1 0 0 0,0 0 0 0 0,-1 1 0 0 0,-4 1-732 0 0,0-1 0 0 0,0 1 0 0 0,-1-1 0 0 0,-11 1-1 0 0,1-3-570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2:52.81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0 137 1376 0 0,'24'6'1399'0'0,"0"0"-1"0"0,-1 1 0 0 0,29 13 1 0 0,2 1 194 0 0,323 105 6808 0 0,-343-114-7765 0 0,59 17 575 0 0,-84-26-1072 0 0,1-2 1 0 0,0 1-1 0 0,0-1 1 0 0,0 0-1 0 0,0-1 1 0 0,0 0-1 0 0,14-3 1 0 0,-20 2-102 0 0,-1 1 1 0 0,1-1 0 0 0,-1 0-1 0 0,1 0 1 0 0,-1-1-1 0 0,1 1 1 0 0,-1-1-1 0 0,0 0 1 0 0,0 0 0 0 0,0 0-1 0 0,0 0 1 0 0,0 0-1 0 0,0-1 1 0 0,-1 1-1 0 0,1-1 1 0 0,-1 0-1 0 0,1 1 1 0 0,-1-1 0 0 0,0 0-1 0 0,0-1 1 0 0,-1 1-1 0 0,1 0 1 0 0,-1 0-1 0 0,1-1 1 0 0,-1 1 0 0 0,0-1-1 0 0,0 1 1 0 0,-1-1-1 0 0,1 0 1 0 0,-1 1-1 0 0,1-1 1 0 0,-1 0-1 0 0,0 1 1 0 0,-2-8 0 0 0,0-9 125 0 0,-2 1 0 0 0,-1-1 0 0 0,0 1 0 0 0,-1 0 0 0 0,-13-28 1 0 0,12 33-417 0 0,-1 1 0 0 0,1 1 1 0 0,-12-14-1 0 0,12 18-937 0 0,0 0 0 0 0,0 0-1 0 0,-1 1 1 0 0,-17-12 0 0 0,8 8-5398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8:09.985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6 1652 3681 0 0,'-6'5'8872'0'0,"47"-4"-7703"0"0,48 3 1710 0 0,249 10-404 0 0,-249-15-2153 0 0,77 2 251 0 0,179-7 255 0 0,-28 1-409 0 0,-36 0-294 0 0,-135 0-43 0 0,385-28 74 0 0,-259 14-156 0 0,70-8 0 0 0,-239 14 0 0 0,343-52 0 0 0,-34 12 0 0 0,-190 19 0 0 0,2 0 0 0 0,57-4 0 0 0,205-29 0 0 0,-216 29 0 0 0,-58 5 0 0 0,-146 25 0 0 0,474-65 0 0 0,-147 19 0 0 0,-53 9 0 0 0,-71 6 0 0 0,95-17 0 0 0,-226 32 0 0 0,108-24 0 0 0,-141 25 0 0 0,0 4 0 0 0,108-5 0 0 0,69-13 0 0 0,-18 0 0 0 0,-214 33 0 0 0,214-26 0 0 0,139-20 0 0 0,-32 8 0 0 0,-70 7 0 0 0,469-58 282 0 0,-612 73-181 0 0,27-3 17 0 0,339-57 107 0 0,81-13 73 0 0,-240 40-303 0 0,-84 15 63 0 0,-20 10 23 0 0,-18 3-23 0 0,225-19 6 0 0,-334 36-94 0 0,178-33 0 0 0,-306 40-46 0 0,-4 1-113 0 0,-1 0 0 0 0,0 0 0 0 0,1-1 0 0 0,-1 1 0 0 0,0 0 0 0 0,1-1 0 0 0,-1 1 0 0 0,0-1 0 0 0,0 1 0 0 0,1-1 0 0 0,-1 1 0 0 0,1-2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8:10.318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1 11 3681 0 0,'1'-1'49'0'0,"0"0"1"0"0,0 0 0 0 0,0 0-1 0 0,0 0 1 0 0,0 0 0 0 0,0 1-1 0 0,0-1 1 0 0,0 0 0 0 0,0 1-1 0 0,0-1 1 0 0,1 1 0 0 0,-1-1-1 0 0,0 1 1 0 0,0 0 0 0 0,1 0-1 0 0,-1-1 1 0 0,0 1 0 0 0,1 0-1 0 0,1 0 1 0 0,30 3 1894 0 0,-22-1-1295 0 0,103 15 3752 0 0,-101-14-3973 0 0,1 1 0 0 0,-1 0 0 0 0,1 1 0 0 0,-2 1 0 0 0,1 0 0 0 0,14 9 0 0 0,-24-14-356 0 0,-1 1 0 0 0,0 0-1 0 0,1 0 1 0 0,-1 0-1 0 0,0 0 1 0 0,0 1-1 0 0,0-1 1 0 0,0 1-1 0 0,-1-1 1 0 0,1 1 0 0 0,-1-1-1 0 0,1 1 1 0 0,-1 0-1 0 0,0 0 1 0 0,0-1-1 0 0,1 5 1 0 0,-1-2 2 0 0,-1 0 0 0 0,1 0-1 0 0,-1 0 1 0 0,0-1 0 0 0,-1 1 0 0 0,1 0 0 0 0,-1 0 0 0 0,0 0-1 0 0,-2 6 1 0 0,-1 1 100 0 0,-1-1 0 0 0,0 1 0 0 0,-1-1 1 0 0,0 0-1 0 0,-1-1 0 0 0,0 0 0 0 0,-10 12 0 0 0,-16 13 189 0 0,19-22-104 0 0,-23 30-1 0 0,30-34-554 0 0,0-1 0 0 0,-14 13 0 0 0,16-17 101 0 0,-6 7-810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8:12.341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0 336 2761 0 0,'0'-1'147'0'0,"0"0"-1"0"0,0 0 1 0 0,0 0 0 0 0,0 0 0 0 0,0-1 0 0 0,0 1 0 0 0,1 0 0 0 0,-1 0 0 0 0,0 0 0 0 0,0 0 0 0 0,1 0 0 0 0,-1 0 0 0 0,1 0 0 0 0,-1 1 0 0 0,1-1 0 0 0,-1 0 0 0 0,2-1 0 0 0,-1 1 136 0 0,1 0 1 0 0,-1 0 0 0 0,1 0-1 0 0,0 0 1 0 0,0 1-1 0 0,0-1 1 0 0,0 0 0 0 0,-1 1-1 0 0,4-1 1 0 0,15-2 694 0 0,0 1 1 0 0,0 1 0 0 0,27 1 0 0 0,13-1-103 0 0,195-19 980 0 0,123-4-774 0 0,-134 14-584 0 0,1-1-187 0 0,100-8 166 0 0,-123 3-186 0 0,111-7 468 0 0,-155 10-195 0 0,52 11-90 0 0,-57 4-256 0 0,260 9 193 0 0,-275-2-405 0 0,33-9 132 0 0,-26 0 34 0 0,-22 5-64 0 0,186 2 154 0 0,-192-9-232 0 0,392-17 212 0 0,-163-6 9 0 0,-99 8-56 0 0,4 14 4 0 0,-209 5-150 0 0,174-9 122 0 0,20 1-59 0 0,210 8-59 0 0,-195 5-41 0 0,-7 0-13 0 0,81-5 1 0 0,78-2 0 0 0,-228-3 0 0 0,184-10 0 0 0,42 5-72 0 0,-358 9 80 0 0,111-3-8 0 0,128 8 0 0 0,-192 0 0 0 0,156-11 0 0 0,-214 2 0 0 0,170 4 0 0 0,70-5 0 0 0,-164-8 0 0 0,146 6 0 0 0,92-9 0 0 0,-365 15 0 0 0,143-10-3 0 0,168-20-112 0 0,-271 23 61 0 0,27-5-24 0 0,127-6 0 0 0,-123 16-311 0 0,-42 0-2546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8:12.807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1 1 1376 0 0,'4'3'435'0'0,"0"0"-1"0"0,0-1 1 0 0,1 1 0 0 0,-1-1-1 0 0,1 0 1 0 0,8 3-1 0 0,5 2 390 0 0,82 37 2750 0 0,87 44-67 0 0,-180-84-3393 0 0,1 0 0 0 0,-2 1 1 0 0,1 0-1 0 0,0 0 0 0 0,-1 1 1 0 0,8 8-1 0 0,-13-12-74 0 0,0-1-1 0 0,1 1 1 0 0,-1-1-1 0 0,0 1 1 0 0,0 0 0 0 0,0 0-1 0 0,0 0 1 0 0,-1-1-1 0 0,1 1 1 0 0,0 0-1 0 0,-1 0 1 0 0,0 0 0 0 0,1 0-1 0 0,-1 0 1 0 0,0 0-1 0 0,0 0 1 0 0,0 0 0 0 0,0 0-1 0 0,0 0 1 0 0,-1 0-1 0 0,1 0 1 0 0,0 0-1 0 0,-1 0 1 0 0,0 0 0 0 0,1 0-1 0 0,-1 0 1 0 0,0 0-1 0 0,0 0 1 0 0,0-1 0 0 0,0 1-1 0 0,-2 2 1 0 0,-14 15 713 0 0,-1 0-1 0 0,-1-1 1 0 0,-37 28 0 0 0,-5 5 978 0 0,-21 13-850 0 0,6-5-2859 0 0,48-36 1165 0 0,15-14 787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8:15.106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1 160 1376 0 0,'123'-8'2839'0'0,"-50"1"-1614"0"0,490-18 4720 0 0,-342 15-4462 0 0,-26 0-784 0 0,461 4 675 0 0,-516 6-940 0 0,279-4 74 0 0,191-14 245 0 0,-379 14-417 0 0,67-2 40 0 0,176-6 97 0 0,-252 10-347 0 0,-92-1-30 0 0,426-4 542 0 0,-449 8-591 0 0,141-4 77 0 0,178-15 80 0 0,-115 6-48 0 0,-9 9 405 0 0,-24 1-226 0 0,124 1-216 0 0,-83 3-46 0 0,-18 1 19 0 0,-68 1-56 0 0,167 7 122 0 0,-1-1 210 0 0,122 18-144 0 0,-441-21-213 0 0,267 38-11 0 0,-56-6 0 0 0,-126-22 44 0 0,519 45 360 0 0,-363-31-404 0 0,-110-9 0 0 0,8 11 0 0 0,-45-5 0 0 0,295 47 0 0 0,-391-61 0 0 0,153 21 28 0 0,135 28 72 0 0,-141-27-4 0 0,-35-8 20 0 0,-89-8-57 0 0,301 54 142 0 0,-43-30-173 0 0,60 10 8 0 0,-93-11-36 0 0,-324-43-1 0 0,0 0-8 0 0,0 0 1 0 0,0 1-1 0 0,-1-1 0 0 0,1 0 0 0 0,0 0 0 0 0,0 1 0 0 0,-1-1 1 0 0,1 1-1 0 0,0-1 0 0 0,-1 1 0 0 0,1 0 0 0 0,-1 0 0 0 0,1 0 0 0 0,-1 0 1 0 0,1 0-1 0 0,-1 0 0 0 0,1 0 0 0 0,-1 0 0 0 0,2 3 0 0 0,-2-2-190 0 0,1-1 0 0 0,-1 1-1 0 0,1-1 1 0 0,-1 0 0 0 0,1 1-1 0 0,-1-1 1 0 0,1 0 0 0 0,2 1-1 0 0,6 6-3895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8:15.691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79 26 2304 0 0,'0'0'19'0'0,"8"-2"133"0"0,-9 0-103 0 0,-3-2 1110 0 0,4 4-1033 0 0,0 0 0 0 0,0-1 0 0 0,-1 1 0 0 0,1-1 0 0 0,0 1 0 0 0,0 0-1 0 0,0-1 1 0 0,-1 1 0 0 0,1-1 0 0 0,0 1 0 0 0,0-1 0 0 0,0 1 0 0 0,0 0-1 0 0,0-1 1 0 0,0 1 0 0 0,0-1 0 0 0,0 1 0 0 0,0-1 0 0 0,0 1 0 0 0,0-1-1 0 0,1 1 1 0 0,-1 0 0 0 0,0-1 0 0 0,0 1 0 0 0,0-1 0 0 0,0 1 0 0 0,1 0-1 0 0,-1-1 1 0 0,0 1 0 0 0,1-1 0 0 0,0 0 77 0 0,0 1 1 0 0,0-1-1 0 0,0 1 1 0 0,0-1-1 0 0,0 1 1 0 0,0 0-1 0 0,0-1 0 0 0,0 1 1 0 0,0 0-1 0 0,1 0 1 0 0,1-1-1 0 0,29 4 2152 0 0,-3 3-944 0 0,0 2 0 0 0,45 18 0 0 0,-65-22-1301 0 0,1 2-1 0 0,-1-1 0 0 0,0 1 1 0 0,0 0-1 0 0,0 1 0 0 0,-1 0 1 0 0,0 1-1 0 0,-1 0 0 0 0,11 13 1 0 0,-16-18-97 0 0,0-1 1 0 0,-1 1-1 0 0,1-1 1 0 0,-1 1-1 0 0,0 0 1 0 0,1 0-1 0 0,-1 0 1 0 0,0 0-1 0 0,-1 0 1 0 0,1 0-1 0 0,-1 0 1 0 0,1 0-1 0 0,-1 0 1 0 0,0 5-1 0 0,0-3 11 0 0,-1-1-1 0 0,0 1 1 0 0,0-1-1 0 0,-1 1 1 0 0,1-1-1 0 0,-1 1 1 0 0,0-1-1 0 0,-4 7 1 0 0,-4 3 54 0 0,-1 0 0 0 0,0-1 0 0 0,-1 0 0 0 0,-14 12 0 0 0,22-22-61 0 0,-128 103 883 0 0,92-77-621 0 0,33-19-279 0 0,7-9 0 0 0,0 0 0 0 0,0-1 0 0 0,-1 1 0 0 0,1 0 0 0 0,-1-1 0 0 0,1 1 0 0 0,0 0 0 0 0,-1 0 0 0 0,0-1 0 0 0,1 1 0 0 0,-1-1 0 0 0,1 1 0 0 0,-1-1 0 0 0,0 1 0 0 0,1-1 0 0 0,-1 1 0 0 0,0-1 0 0 0,1 1 0 0 0,-2-1 0 0 0,-12 7-477 0 0,1 0-1 0 0,0 1 0 0 0,0 0 1 0 0,1 1-1 0 0,-15 13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9:52.477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203 1 456 0 0,'-1'16'1251'0'0,"0"1"0"0"0,-2-1 0 0 0,-4 17 0 0 0,-4 29 2238 0 0,-16 151 1224 0 0,14-119-3804 0 0,-28 178-672 0 0,4-36-298 0 0,24-40-126 0 0,10-115-243 0 0,3-75 264 0 0,-1 0 0 0 0,0 0-1 0 0,0 1 1 0 0,0-1 0 0 0,-4 10 0 0 0,4-13-16 0 0,0-1 0 0 0,0 1-1 0 0,-1-1 1 0 0,1 1-1 0 0,-1-1 1 0 0,0 0 0 0 0,0 0-1 0 0,1 0 1 0 0,-1 0 0 0 0,-1 0-1 0 0,1 0 1 0 0,0 0 0 0 0,0-1-1 0 0,-1 1 1 0 0,-2 1 0 0 0,1-2-504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30T12:09:53.243"/>
    </inkml:context>
    <inkml:brush xml:id="br0">
      <inkml:brushProperty name="width" value="0.1" units="cm"/>
      <inkml:brushProperty name="height" value="0.1" units="cm"/>
      <inkml:brushProperty name="color" value="#662BAD"/>
    </inkml:brush>
  </inkml:definitions>
  <inkml:trace contextRef="#ctx0" brushRef="#br0">20 96 5065 0 0,'-20'-22'7428'0'0,"44"60"-3169"0"0,-12-20-3957 0 0,114 162 268 0 0,-111-160-751 0 0,2-1-1 0 0,0-1 1 0 0,1 0 0 0 0,1-1 0 0 0,0-1 0 0 0,29 18-1 0 0,-37-27 110 0 0,-8-5 7 0 0,-1-1 0 0 0,0 1-1 0 0,1 0 1 0 0,0-1 0 0 0,-1 0 0 0 0,1 1-1 0 0,4 0 1 0 0,-6-2 31 0 0,0 0-1 0 0,0 0 1 0 0,0 0 0 0 0,0 0-1 0 0,0 0 1 0 0,0 0 0 0 0,0-1-1 0 0,0 1 1 0 0,0 0 0 0 0,0 0-1 0 0,0-1 1 0 0,0 1 0 0 0,0-1-1 0 0,0 1 1 0 0,0-1 0 0 0,0 1-1 0 0,0-1 1 0 0,0 0 0 0 0,-1 1-1 0 0,1-1 1 0 0,0 0 0 0 0,0 0-1 0 0,-1 0 1 0 0,1 1 0 0 0,0-3 0 0 0,8-10-118 0 0,-1 0 0 0 0,-1 0 0 0 0,7-20 0 0 0,5-8 21 0 0,-11 26 117 0 0,1 0-1 0 0,0 0 1 0 0,1 1 0 0 0,20-22 0 0 0,-19 24 58 0 0,-1-2-1 0 0,-1 1 1 0 0,9-17-1 0 0,12-17 142 0 0,46-41-445 0 0,-48 57-1382 0 0,-14 16-2920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C7051-9062-409C-AE15-A6F1197FF95B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D7100-7860-40F6-91C6-0D4E22308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88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8D7100-7860-40F6-91C6-0D4E22308A49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345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3FA55-AB30-DC00-E2D5-68E8C958A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A787B-CFE3-6DC2-8024-0F3E64B0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CCD79-E43C-F3C8-544C-5A174FC3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E6D58-05B8-F5C3-A035-F7C00C8D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D760-E676-D76C-E7A6-BC0710FA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727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D004-397A-980E-C179-F9B825D6D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DE7A-C9BD-5D48-8ED9-FDF82A7FB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54283-3B57-036F-F7E5-7440DB72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F0BA2-5F33-A0ED-F607-756FFF37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A7E19-6197-C66B-8306-F294C21E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531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A67F-2255-BDD7-8A59-2118FE32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F4723-D975-03E2-44E8-702199E7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B290E-EDF0-FA32-8161-B3B394D7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57736-164F-E5EE-675C-A1395E71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7AFD4-CC0F-D913-3A93-8EC16447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13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B428-181F-BFCF-DA92-29995069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1729-74D5-9433-CDFD-80218A593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5E06B-69F1-EADB-BB1F-62CC49C00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22311-E765-9BF3-8FC2-739EF31D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F365E-9401-08DE-D3A0-C6BC8359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48CD9-152A-EBD8-E221-A59FDA6D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25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DA84-A405-DEDE-EA19-DCCA0926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D0D1A-A68D-F8FA-432C-F87A52F35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FA5-083B-CBBD-4F35-7AEB939DC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84906-4322-6720-6959-0CE1F2352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CA1C4C-F47B-0BAE-085B-C1E99F07B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42B9B-7E19-D371-AF0A-18673069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3848B-B261-DEB6-BD59-38888DEE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06104-ECD0-28DA-19E8-BB91DF18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81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76DB-4410-7DCC-AD51-8273A2B2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F26A-640A-6217-7A3C-69A7D466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21451-4B3C-E455-432C-DB73D818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6006B-E5FE-AEBF-E534-5D04132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312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AB999-75F0-0393-64BD-5629BE26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F2CEA-D6F9-5458-EC7A-78F58486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71D6-C3C0-D0E4-AB1A-6EC9C35F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28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7551-8117-0F02-0917-94FA1193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1FE65-537B-4FF0-1431-53208C90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10B7D-C6D8-36CB-7941-F7654D5DE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84519-A286-3C31-40A6-C84E19D8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535EE-7C1C-48EF-6443-1332DA1B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1B981-C8BD-5C93-3F1B-E3EB2335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17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D123-13C3-9EE5-FD39-128AAA98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8C6E1-9D2E-9B5C-5E04-27DD6C893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3B5C8-693E-CED5-5E09-7367C4B03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8B8B8-A322-D829-23F6-A2C77D33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25D4F-B481-C386-8315-B4452FFC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B3BDF-E459-D9C0-2F7B-C51F031C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CFC3-DD72-FEF3-0E01-5837CE22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7BEFA-5226-117B-AE48-BF37D9518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1218-7C69-8DCC-959F-2AEBD9FE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D6782-4812-5023-7D77-3EDF9DCC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EE6C2-F748-15D4-B64F-EAFD75D1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85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333F4-1559-3508-32AC-D6792F1D3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6504C-601D-55EA-12FF-0B2BA1886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D5D75-F368-364E-BDB5-EF5AFCEA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7816-F9B0-36E6-989C-53A724F3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C50D4-B7F9-700B-20CB-364B3518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804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Quote on C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EF71B-F60E-7B48-83E4-55A1FCF58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" t="1868" r="1868" b="1620"/>
          <a:stretch/>
        </p:blipFill>
        <p:spPr>
          <a:xfrm>
            <a:off x="2" y="1"/>
            <a:ext cx="12191999" cy="686077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F1FDF40F-AA30-C342-848B-716B6756B99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90553" y="6356352"/>
            <a:ext cx="249423" cy="246217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ctr" defTabSz="685748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bg1"/>
                </a:solidFill>
                <a:latin typeface="Arial" panose="020B0604020202020204" pitchFamily="34" charset="0"/>
                <a:ea typeface="Open Sans Regular"/>
                <a:cs typeface="Arial" panose="020B0604020202020204" pitchFamily="34" charset="0"/>
                <a:sym typeface="Open Sans Regular"/>
              </a:defRPr>
            </a:lvl1pPr>
          </a:lstStyle>
          <a:p>
            <a:fld id="{72DA58F3-7ABE-4823-8671-C5AB3367817B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38C8141-5A82-894D-AA12-C382770E5E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1507" y="2077279"/>
            <a:ext cx="9588988" cy="30105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50" b="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Extrabold" panose="020B060603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“Click to add a quote here”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61086-B098-5A56-B1BB-C5AFF0ABC48D}"/>
              </a:ext>
            </a:extLst>
          </p:cNvPr>
          <p:cNvGrpSpPr/>
          <p:nvPr/>
        </p:nvGrpSpPr>
        <p:grpSpPr>
          <a:xfrm>
            <a:off x="191344" y="116632"/>
            <a:ext cx="3695217" cy="644279"/>
            <a:chOff x="191344" y="116632"/>
            <a:chExt cx="3695217" cy="6442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E1A39C-3555-4F26-6768-2FDE7A7D4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6561" y="360257"/>
              <a:ext cx="3600000" cy="400654"/>
            </a:xfrm>
            <a:prstGeom prst="rect">
              <a:avLst/>
            </a:prstGeom>
          </p:spPr>
        </p:pic>
        <p:sp>
          <p:nvSpPr>
            <p:cNvPr id="10" name="Text Box 1">
              <a:extLst>
                <a:ext uri="{FF2B5EF4-FFF2-40B4-BE49-F238E27FC236}">
                  <a16:creationId xmlns:a16="http://schemas.microsoft.com/office/drawing/2014/main" id="{D79D3A15-557E-A135-7056-EF2918A3AA75}"/>
                </a:ext>
              </a:extLst>
            </p:cNvPr>
            <p:cNvSpPr txBox="1"/>
            <p:nvPr/>
          </p:nvSpPr>
          <p:spPr>
            <a:xfrm>
              <a:off x="191344" y="116632"/>
              <a:ext cx="3300437" cy="31034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8574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rPr>
                <a:t>Laboratory for Scientific Computing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6753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ext and me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8">
            <a:extLst>
              <a:ext uri="{FF2B5EF4-FFF2-40B4-BE49-F238E27FC236}">
                <a16:creationId xmlns:a16="http://schemas.microsoft.com/office/drawing/2014/main" id="{B4B0D22C-051D-4147-AAAA-FD7CE0AE94C2}"/>
              </a:ext>
            </a:extLst>
          </p:cNvPr>
          <p:cNvSpPr/>
          <p:nvPr/>
        </p:nvSpPr>
        <p:spPr>
          <a:xfrm>
            <a:off x="-366504" y="-9012"/>
            <a:ext cx="12206479" cy="6858000"/>
          </a:xfrm>
          <a:prstGeom prst="rect">
            <a:avLst/>
          </a:prstGeom>
          <a:solidFill>
            <a:srgbClr val="F2F2F2">
              <a:alpha val="29851"/>
            </a:srgbClr>
          </a:solidFill>
          <a:ln w="12700">
            <a:miter lim="400000"/>
          </a:ln>
        </p:spPr>
        <p:txBody>
          <a:bodyPr lIns="34289" tIns="34289" rIns="34289" bIns="34289" anchor="ctr"/>
          <a:lstStyle/>
          <a:p>
            <a:pPr marL="0" marR="0" lvl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King"/>
                <a:ea typeface="King"/>
                <a:cs typeface="King"/>
                <a:sym typeface="King"/>
              </a:defRPr>
            </a:pPr>
            <a:endParaRPr kumimoji="0" sz="13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ing"/>
              <a:sym typeface="King"/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1FDF40F-AA30-C342-848B-716B6756B99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590553" y="6356352"/>
            <a:ext cx="249423" cy="246217"/>
          </a:xfrm>
          <a:prstGeom prst="rect">
            <a:avLst/>
          </a:prstGeom>
        </p:spPr>
        <p:txBody>
          <a:bodyPr lIns="45718" tIns="45718" rIns="45718" bIns="45718" anchor="t"/>
          <a:lstStyle>
            <a:lvl1pPr algn="ctr" defTabSz="685748">
              <a:lnSpc>
                <a:spcPct val="100000"/>
              </a:lnSpc>
              <a:spcBef>
                <a:spcPts val="0"/>
              </a:spcBef>
              <a:defRPr sz="7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Regular"/>
                <a:cs typeface="Arial" panose="020B0604020202020204" pitchFamily="34" charset="0"/>
                <a:sym typeface="Open Sans Regular"/>
              </a:defRPr>
            </a:lvl1pPr>
          </a:lstStyle>
          <a:p>
            <a:fld id="{72DA58F3-7ABE-4823-8671-C5AB3367817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190112-CEED-9340-B787-75A4C7E33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05" y="1212589"/>
            <a:ext cx="10936297" cy="4597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Your heading here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5A38A35-98AD-244B-BC56-964CBC1CCA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72200" y="2438931"/>
            <a:ext cx="5181600" cy="34226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3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200" b="0" i="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</a:lstStyle>
          <a:p>
            <a:pPr lvl="0"/>
            <a:r>
              <a:rPr lang="en-GB" dirty="0"/>
              <a:t>Click to add your text here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BE56363-26EA-0E45-92A7-DC3D5187182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17503" y="2438931"/>
            <a:ext cx="5181600" cy="34226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350" b="0" i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200" b="0" i="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</a:lstStyle>
          <a:p>
            <a:pPr lvl="0"/>
            <a:r>
              <a:rPr lang="en-GB" dirty="0"/>
              <a:t>Click to add your text here</a:t>
            </a:r>
          </a:p>
        </p:txBody>
      </p:sp>
      <p:pic>
        <p:nvPicPr>
          <p:cNvPr id="11" name="UoC_BrandTexture_SingleColour_RGB_UoC_SingleColour_CB_Texture_CMYK.png">
            <a:extLst>
              <a:ext uri="{FF2B5EF4-FFF2-40B4-BE49-F238E27FC236}">
                <a16:creationId xmlns:a16="http://schemas.microsoft.com/office/drawing/2014/main" id="{29EF94AE-3313-FC4E-B5A9-4CAF3AD8C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9" t="7599" r="11393" b="85049"/>
          <a:stretch/>
        </p:blipFill>
        <p:spPr>
          <a:xfrm>
            <a:off x="0" y="-9013"/>
            <a:ext cx="12192000" cy="85567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A160D4D-5096-A1F4-9D53-0787DCD52149}"/>
              </a:ext>
            </a:extLst>
          </p:cNvPr>
          <p:cNvGrpSpPr/>
          <p:nvPr/>
        </p:nvGrpSpPr>
        <p:grpSpPr>
          <a:xfrm>
            <a:off x="191344" y="116632"/>
            <a:ext cx="3695217" cy="644279"/>
            <a:chOff x="191344" y="116632"/>
            <a:chExt cx="3695217" cy="64427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70DEE98-C849-78F9-388D-56620E03B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6561" y="360257"/>
              <a:ext cx="3600000" cy="400654"/>
            </a:xfrm>
            <a:prstGeom prst="rect">
              <a:avLst/>
            </a:prstGeom>
          </p:spPr>
        </p:pic>
        <p:sp>
          <p:nvSpPr>
            <p:cNvPr id="13" name="Text Box 1">
              <a:extLst>
                <a:ext uri="{FF2B5EF4-FFF2-40B4-BE49-F238E27FC236}">
                  <a16:creationId xmlns:a16="http://schemas.microsoft.com/office/drawing/2014/main" id="{9E52DE24-BFF0-8348-2945-978021348D6E}"/>
                </a:ext>
              </a:extLst>
            </p:cNvPr>
            <p:cNvSpPr txBox="1"/>
            <p:nvPr/>
          </p:nvSpPr>
          <p:spPr>
            <a:xfrm>
              <a:off x="191344" y="116632"/>
              <a:ext cx="3300437" cy="31034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85748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Calibri"/>
                </a:rPr>
                <a:t>Laboratory for Scientific Computing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428200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4DAC2-C681-6B3A-B639-151DB377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5ED96-5809-0B63-9264-FF8207CBE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B3C83-BFD9-BA2A-0350-15A308C00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FAEA0-57BE-473E-ABDC-BF68B67FABA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39C97-1B4B-EC4A-D21A-09382ECE7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CB7C1-05E5-FFC1-E6D3-B48A31F72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C4D4B-4E77-4E13-BD0A-801E02CDC7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94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7.xml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5.xml"/><Relationship Id="rId1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12" Type="http://schemas.openxmlformats.org/officeDocument/2006/relationships/customXml" Target="../ink/ink12.xml"/><Relationship Id="rId2" Type="http://schemas.openxmlformats.org/officeDocument/2006/relationships/image" Target="../media/image26.png"/><Relationship Id="rId16" Type="http://schemas.openxmlformats.org/officeDocument/2006/relationships/image" Target="../media/image33.gif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9.xml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29.png"/><Relationship Id="rId14" Type="http://schemas.openxmlformats.org/officeDocument/2006/relationships/customXml" Target="../ink/ink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5.xml"/><Relationship Id="rId5" Type="http://schemas.openxmlformats.org/officeDocument/2006/relationships/image" Target="../media/image340.png"/><Relationship Id="rId4" Type="http://schemas.openxmlformats.org/officeDocument/2006/relationships/customXml" Target="../ink/ink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0.png"/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9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r>
              <a:rPr sz="3400" b="1" i="0" dirty="0"/>
              <a:t>Mathematical Methods for Scientific Computing</a:t>
            </a:r>
          </a:p>
          <a:p>
            <a:r>
              <a:rPr lang="en-GB" sz="2400" i="1" dirty="0"/>
              <a:t>Introduction and </a:t>
            </a:r>
            <a:r>
              <a:rPr sz="2400" i="1" dirty="0"/>
              <a:t>Vector Calculus</a:t>
            </a:r>
          </a:p>
          <a:p>
            <a:r>
              <a:rPr sz="1000" dirty="0"/>
              <a:t> </a:t>
            </a:r>
          </a:p>
          <a:p>
            <a:r>
              <a:rPr sz="1600" i="0" dirty="0"/>
              <a:t>Stephen Millmore </a:t>
            </a:r>
            <a:endParaRPr lang="en-GB" sz="1600" i="0" dirty="0"/>
          </a:p>
          <a:p>
            <a:r>
              <a:rPr sz="1600" i="0" dirty="0"/>
              <a:t>Laboratory for Scientific Computing,</a:t>
            </a:r>
            <a:endParaRPr lang="en-GB" sz="1600" i="0" dirty="0"/>
          </a:p>
          <a:p>
            <a:r>
              <a:rPr sz="1600" i="0" dirty="0"/>
              <a:t>University of Cambridge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38308D-56CE-C4AC-2120-DF5C8D1CFD65}"/>
                  </a:ext>
                </a:extLst>
              </p14:cNvPr>
              <p14:cNvContentPartPr/>
              <p14:nvPr/>
            </p14:nvContentPartPr>
            <p14:xfrm>
              <a:off x="5824969" y="32108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38308D-56CE-C4AC-2120-DF5C8D1CFD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16329" y="320220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methods for scientific computing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704053" y="2481961"/>
            <a:ext cx="5181600" cy="3422608"/>
          </a:xfrm>
        </p:spPr>
        <p:txBody>
          <a:bodyPr wrap="square">
            <a:normAutofit/>
          </a:bodyPr>
          <a:lstStyle/>
          <a:p>
            <a:r>
              <a:rPr sz="1600" dirty="0"/>
              <a:t>We start with a system of equations, e.g. the compressible Euler equations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sz="1600" dirty="0"/>
              <a:t>From these, numerical methods for their solution are developed</a:t>
            </a:r>
          </a:p>
        </p:txBody>
      </p:sp>
      <p:pic>
        <p:nvPicPr>
          <p:cNvPr id="6" name="Picture 5" descr="c0c38ea43ea17c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022" y="3012148"/>
            <a:ext cx="3923189" cy="1636776"/>
          </a:xfrm>
          <a:prstGeom prst="rect">
            <a:avLst/>
          </a:prstGeom>
        </p:spPr>
      </p:pic>
      <p:pic>
        <p:nvPicPr>
          <p:cNvPr id="7" name="Picture 6" descr="35c083e56b7668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29" y="5695708"/>
            <a:ext cx="4417407" cy="5637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AED4B-A9FA-5090-53FF-568F16CD0490}"/>
              </a:ext>
            </a:extLst>
          </p:cNvPr>
          <p:cNvSpPr txBox="1"/>
          <p:nvPr/>
        </p:nvSpPr>
        <p:spPr>
          <a:xfrm>
            <a:off x="790687" y="1753496"/>
            <a:ext cx="98808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Scientific computing could be considered the field of turning equations into code, to solve problems which are otherwise intractable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71A6BEE-395B-0EE3-486A-164B33646896}"/>
              </a:ext>
            </a:extLst>
          </p:cNvPr>
          <p:cNvSpPr txBox="1">
            <a:spLocks/>
          </p:cNvSpPr>
          <p:nvPr/>
        </p:nvSpPr>
        <p:spPr>
          <a:xfrm>
            <a:off x="6172200" y="2481961"/>
            <a:ext cx="5181600" cy="406944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And finally, we get to simulation results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In order to derive, and understand the properties of these methods, we need appropriate mathematical techniques</a:t>
            </a:r>
          </a:p>
        </p:txBody>
      </p:sp>
      <p:pic>
        <p:nvPicPr>
          <p:cNvPr id="10" name="Picture 9" descr="The image is a vibrant, abstract representation of colorful, swirling geometric patterns.&#10;&#10;AI-generated content may be incorrect.">
            <a:extLst>
              <a:ext uri="{FF2B5EF4-FFF2-40B4-BE49-F238E27FC236}">
                <a16:creationId xmlns:a16="http://schemas.microsoft.com/office/drawing/2014/main" id="{92639BED-4874-7321-D0A9-BA31135A42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047" y="2888428"/>
            <a:ext cx="2343542" cy="23435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7800E7-76B0-C5E2-66C6-508C66151976}"/>
              </a:ext>
            </a:extLst>
          </p:cNvPr>
          <p:cNvSpPr txBox="1"/>
          <p:nvPr/>
        </p:nvSpPr>
        <p:spPr>
          <a:xfrm>
            <a:off x="68530" y="3385055"/>
            <a:ext cx="2610123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You may see these equations rather a lot, and if you are not on the continuum stream you may not care about them, but they are my favourite equations so I keep using them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uiExpand="1" build="p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methods for scientific computing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20624" y="2468880"/>
            <a:ext cx="10936224" cy="3383280"/>
          </a:xfrm>
        </p:spPr>
        <p:txBody>
          <a:bodyPr wrap="square"/>
          <a:lstStyle/>
          <a:p>
            <a:r>
              <a:rPr sz="1500" dirty="0"/>
              <a:t>Throughout the MPhil in Scientific Computing, you will frequently need to use the mathematical techniques in this course — either for deriving or manipulating the equations you are going to solve, or for processing and understanding solution data</a:t>
            </a:r>
          </a:p>
          <a:p>
            <a:r>
              <a:rPr sz="1500" dirty="0"/>
              <a:t>Some of this course is likely to have been covered in previous courses</a:t>
            </a:r>
            <a:r>
              <a:rPr lang="en-GB" sz="1500" dirty="0"/>
              <a:t> you will have taken</a:t>
            </a:r>
            <a:r>
              <a:rPr sz="1500" dirty="0"/>
              <a:t>, but that may have been a while ago, or approached in a different way</a:t>
            </a:r>
          </a:p>
          <a:p>
            <a:r>
              <a:rPr sz="1500" dirty="0"/>
              <a:t>In this course, the aim is to set the methods lectured in the context of numerical methods and scientific computing</a:t>
            </a:r>
          </a:p>
          <a:p>
            <a:r>
              <a:rPr sz="1500" dirty="0"/>
              <a:t>Accompanying this course are a series of problems — these will help reinforce the content of this course, but will likely take longer than the gap between lectures, so can be completed throughout term, and for revision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Assumed knowledge — 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519700" y="2739255"/>
                <a:ext cx="5181600" cy="3422608"/>
              </a:xfrm>
            </p:spPr>
            <p:txBody>
              <a:bodyPr wrap="square"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sz="1600" dirty="0"/>
                  <a:t>The first fundamental theorem of calculus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lang="en-GB" sz="1600" dirty="0"/>
                  <a:t>The derivative of the integral of a function returns the function itself (</a:t>
                </a:r>
                <a:r>
                  <a:rPr sz="1600" dirty="0"/>
                  <a:t>providing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1600" dirty="0"/>
                  <a:t> is </a:t>
                </a:r>
                <a:r>
                  <a:rPr sz="1600" b="1" dirty="0"/>
                  <a:t>continuous</a:t>
                </a:r>
                <a:r>
                  <a:rPr sz="1600" dirty="0"/>
                  <a:t>)</a:t>
                </a:r>
              </a:p>
              <a:p>
                <a:pPr marL="0" indent="0">
                  <a:buNone/>
                </a:pPr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519700" y="2739255"/>
                <a:ext cx="5181600" cy="3422608"/>
              </a:xfrm>
              <a:blipFill>
                <a:blip r:embed="rId2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0bdbdb5fdf0871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52" y="3668359"/>
            <a:ext cx="3397946" cy="800569"/>
          </a:xfrm>
          <a:prstGeom prst="rect">
            <a:avLst/>
          </a:prstGeom>
        </p:spPr>
      </p:pic>
      <p:pic>
        <p:nvPicPr>
          <p:cNvPr id="7" name="Picture 6" descr="9ef4ef771015e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848" y="3659659"/>
            <a:ext cx="3552713" cy="809269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49ECB30-BDA1-745F-97FA-A7159D2B2389}"/>
              </a:ext>
            </a:extLst>
          </p:cNvPr>
          <p:cNvSpPr txBox="1">
            <a:spLocks/>
          </p:cNvSpPr>
          <p:nvPr/>
        </p:nvSpPr>
        <p:spPr>
          <a:xfrm>
            <a:off x="417503" y="1789886"/>
            <a:ext cx="11125452" cy="139975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ea typeface="Open Sans Light" panose="020B0606030504020204" pitchFamily="34" charset="0"/>
                <a:cs typeface="Arial" panose="020B0604020202020204" pitchFamily="34" charset="0"/>
              </a:defRPr>
            </a:lvl1pPr>
            <a:lvl2pPr marL="3429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>
                    <a:lumMod val="50000"/>
                  </a:schemeClr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Whilst this course will build on your previous maths background, it’s worth repeating a few of the key expressions which will be used repeatedly, just in case they’ve faded from memory a little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B6534C78-1D13-F909-ACF1-FCB13BBD96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7974" y="2739255"/>
                <a:ext cx="5181600" cy="342260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350" b="0" i="0" kern="120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ea typeface="Open Sans Light" panose="020B0606030504020204" pitchFamily="34" charset="0"/>
                    <a:cs typeface="Arial" panose="020B0604020202020204" pitchFamily="34" charset="0"/>
                  </a:defRPr>
                </a:lvl1pPr>
                <a:lvl2pPr marL="3429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b="0" i="0" kern="1200">
                    <a:solidFill>
                      <a:schemeClr val="tx1">
                        <a:lumMod val="50000"/>
                      </a:schemeClr>
                    </a:solidFill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+mj-lt"/>
                  <a:buAutoNum type="arabicPeriod" startAt="2"/>
                </a:pPr>
                <a:r>
                  <a:rPr lang="en-GB" sz="1600" dirty="0"/>
                  <a:t>The second fundamental theorem of calculus</a:t>
                </a: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br>
                  <a:rPr lang="en-GB" sz="1600" dirty="0"/>
                </a:br>
                <a:r>
                  <a:rPr lang="en-GB" sz="1600" dirty="0"/>
                  <a:t>The integral of the derivative of a function, between two points, returns the difference of the function evaluated at these points (providing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600" dirty="0"/>
                  <a:t> is </a:t>
                </a:r>
                <a:r>
                  <a:rPr lang="en-GB" sz="1600" b="1" dirty="0"/>
                  <a:t>differentiable</a:t>
                </a:r>
                <a:r>
                  <a:rPr lang="en-GB" sz="1600" dirty="0"/>
                  <a:t>)</a:t>
                </a:r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B6534C78-1D13-F909-ACF1-FCB13BBD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974" y="2739255"/>
                <a:ext cx="5181600" cy="3422608"/>
              </a:xfrm>
              <a:prstGeom prst="rect">
                <a:avLst/>
              </a:prstGeom>
              <a:blipFill>
                <a:blip r:embed="rId5"/>
                <a:stretch>
                  <a:fillRect l="-471" r="-824" b="-10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Assumed knowledge — series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4" y="1976352"/>
            <a:ext cx="11157723" cy="4440584"/>
          </a:xfrm>
        </p:spPr>
        <p:txBody>
          <a:bodyPr wrap="square">
            <a:norm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sz="1600" dirty="0"/>
              <a:t>Taylor series</a:t>
            </a:r>
            <a:endParaRPr lang="en-GB" sz="1600" dirty="0"/>
          </a:p>
          <a:p>
            <a:pPr marL="342900" indent="-342900">
              <a:buFont typeface="+mj-lt"/>
              <a:buAutoNum type="arabicPeriod" startAt="3"/>
            </a:pPr>
            <a:endParaRPr lang="en-GB" sz="1600" dirty="0"/>
          </a:p>
          <a:p>
            <a:pPr marL="342900" indent="-342900">
              <a:buFont typeface="+mj-lt"/>
              <a:buAutoNum type="arabicPeriod" startAt="3"/>
            </a:pPr>
            <a:endParaRPr lang="en-GB" sz="1600" dirty="0"/>
          </a:p>
          <a:p>
            <a:pPr marL="342900" indent="-342900">
              <a:buFont typeface="+mj-lt"/>
              <a:buAutoNum type="arabicPeriod" startAt="3"/>
            </a:pPr>
            <a:endParaRPr lang="en-GB" sz="1600" dirty="0"/>
          </a:p>
          <a:p>
            <a:pPr marL="342900" indent="-342900">
              <a:buFont typeface="+mj-lt"/>
              <a:buAutoNum type="arabicPeriod" startAt="3"/>
            </a:pPr>
            <a:r>
              <a:rPr sz="1600" dirty="0"/>
              <a:t>Fourier series for a function with period L</a:t>
            </a:r>
          </a:p>
        </p:txBody>
      </p:sp>
      <p:pic>
        <p:nvPicPr>
          <p:cNvPr id="6" name="Picture 5" descr="2399fcf9c39ebc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33" y="3217464"/>
            <a:ext cx="5120640" cy="588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012998-5801-7FAD-634C-E757B9FAF757}"/>
                  </a:ext>
                </a:extLst>
              </p:cNvPr>
              <p:cNvSpPr txBox="1"/>
              <p:nvPr/>
            </p:nvSpPr>
            <p:spPr>
              <a:xfrm>
                <a:off x="2525357" y="2264628"/>
                <a:ext cx="7758086" cy="755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3!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012998-5801-7FAD-634C-E757B9FAF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57" y="2264628"/>
                <a:ext cx="7758086" cy="7559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00D1F4-0C89-5610-9B73-6199174E8A5E}"/>
                  </a:ext>
                </a:extLst>
              </p:cNvPr>
              <p:cNvSpPr txBox="1"/>
              <p:nvPr/>
            </p:nvSpPr>
            <p:spPr>
              <a:xfrm>
                <a:off x="3031853" y="4561349"/>
                <a:ext cx="5285293" cy="7552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𝑛𝑥</m:t>
                                          </m:r>
                                        </m:num>
                                        <m:den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𝑛𝑥</m:t>
                                          </m:r>
                                        </m:num>
                                        <m:den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00D1F4-0C89-5610-9B73-6199174E8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853" y="4561349"/>
                <a:ext cx="5285293" cy="7552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5E73B4-3717-ABA7-0A4F-E0D374BBFBC6}"/>
                  </a:ext>
                </a:extLst>
              </p:cNvPr>
              <p:cNvSpPr txBox="1"/>
              <p:nvPr/>
            </p:nvSpPr>
            <p:spPr>
              <a:xfrm>
                <a:off x="2525357" y="5698863"/>
                <a:ext cx="6956392" cy="657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𝑛𝑥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𝑛𝑥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5E73B4-3717-ABA7-0A4F-E0D374BBF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57" y="5698863"/>
                <a:ext cx="6956392" cy="6570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Assumed knowledge — further identities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5" y="1902247"/>
            <a:ext cx="11152344" cy="4821281"/>
          </a:xfrm>
        </p:spPr>
        <p:txBody>
          <a:bodyPr wrap="square">
            <a:norm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sz="1600" dirty="0"/>
              <a:t>Binomial expansion, in particular</a:t>
            </a:r>
            <a:endParaRPr lang="en-GB" sz="1600" dirty="0"/>
          </a:p>
          <a:p>
            <a:pPr marL="342900" indent="-342900">
              <a:buFont typeface="+mj-lt"/>
              <a:buAutoNum type="arabicPeriod" startAt="5"/>
            </a:pPr>
            <a:endParaRPr lang="en-GB" sz="1600" dirty="0"/>
          </a:p>
          <a:p>
            <a:pPr marL="342900" indent="-342900">
              <a:buFont typeface="+mj-lt"/>
              <a:buAutoNum type="arabicPeriod" startAt="5"/>
            </a:pPr>
            <a:r>
              <a:rPr lang="en-GB" sz="1600" dirty="0"/>
              <a:t>Stokes' theorem</a:t>
            </a:r>
          </a:p>
          <a:p>
            <a:pPr marL="342900" indent="-342900">
              <a:buFont typeface="+mj-lt"/>
              <a:buAutoNum type="arabicPeriod" startAt="5"/>
            </a:pPr>
            <a:endParaRPr lang="en-GB" sz="1600" dirty="0"/>
          </a:p>
          <a:p>
            <a:pPr marL="342900" indent="-342900">
              <a:buFont typeface="+mj-lt"/>
              <a:buAutoNum type="arabicPeriod" startAt="5"/>
            </a:pPr>
            <a:r>
              <a:rPr sz="1600" dirty="0"/>
              <a:t>Divergence theorem </a:t>
            </a:r>
            <a:endParaRPr lang="en-GB" sz="1600" dirty="0"/>
          </a:p>
          <a:p>
            <a:pPr marL="342900" indent="-342900">
              <a:buFont typeface="+mj-lt"/>
              <a:buAutoNum type="arabicPeriod" startAt="5"/>
            </a:pPr>
            <a:endParaRPr lang="en-GB" sz="1600" dirty="0"/>
          </a:p>
          <a:p>
            <a:pPr marL="342900" indent="-342900">
              <a:buFont typeface="+mj-lt"/>
              <a:buAutoNum type="arabicPeriod" startAt="5"/>
            </a:pPr>
            <a:endParaRPr lang="en-GB" sz="1600" dirty="0"/>
          </a:p>
          <a:p>
            <a:pPr marL="0" indent="0">
              <a:buNone/>
            </a:pPr>
            <a:r>
              <a:rPr sz="1600" dirty="0"/>
              <a:t>Note — despite the last two often being core components of vector calculus, we won't really use these here: they appear more in analytic calculations than computational ones</a:t>
            </a:r>
          </a:p>
        </p:txBody>
      </p:sp>
      <p:pic>
        <p:nvPicPr>
          <p:cNvPr id="6" name="Picture 5" descr="f8efc8a160d5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778" y="2105923"/>
            <a:ext cx="5120640" cy="419798"/>
          </a:xfrm>
          <a:prstGeom prst="rect">
            <a:avLst/>
          </a:prstGeom>
        </p:spPr>
      </p:pic>
      <p:pic>
        <p:nvPicPr>
          <p:cNvPr id="7" name="Picture 6" descr="ee5a0bfafca059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315" y="3065854"/>
            <a:ext cx="3671047" cy="726292"/>
          </a:xfrm>
          <a:prstGeom prst="rect">
            <a:avLst/>
          </a:prstGeom>
        </p:spPr>
      </p:pic>
      <p:pic>
        <p:nvPicPr>
          <p:cNvPr id="8" name="Picture 7" descr="eb8c0c07c5539e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315" y="4161292"/>
            <a:ext cx="3464500" cy="731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Notation 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20624" y="2468880"/>
                <a:ext cx="10936224" cy="3383280"/>
              </a:xfrm>
            </p:spPr>
            <p:txBody>
              <a:bodyPr wrap="square"/>
              <a:lstStyle/>
              <a:p>
                <a:r>
                  <a:rPr sz="1500" dirty="0"/>
                  <a:t>In keeping with standard mathematical notation, vector quantities will always be emboldened, e.g. </a:t>
                </a:r>
                <a14:m>
                  <m:oMath xmlns:m="http://schemas.openxmlformats.org/officeDocument/2006/math"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sz="1500" dirty="0"/>
                  <a:t> is a vector, </a:t>
                </a:r>
                <a14:m>
                  <m:oMath xmlns:m="http://schemas.openxmlformats.org/officeDocument/2006/math">
                    <m:r>
                      <a:rPr lang="en-GB" sz="15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1500" dirty="0"/>
                  <a:t> is a scalar</a:t>
                </a:r>
              </a:p>
              <a:p>
                <a:r>
                  <a:rPr sz="1500" dirty="0"/>
                  <a:t>Often, vectors will be represented by lower case letters, matrices by upper case — but this is not universal</a:t>
                </a:r>
              </a:p>
              <a:p>
                <a:r>
                  <a:rPr sz="1500" dirty="0"/>
                  <a:t>The reason: conflicting conventions — for example, magnetic field is typically </a:t>
                </a:r>
                <a14:m>
                  <m:oMath xmlns:m="http://schemas.openxmlformats.org/officeDocument/2006/math"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endParaRPr sz="1500" b="1" dirty="0"/>
              </a:p>
              <a:p>
                <a:r>
                  <a:rPr sz="1500" dirty="0"/>
                  <a:t>Matrices will be kept non-italic and non-bold (but</a:t>
                </a:r>
                <a:r>
                  <a:rPr lang="en-GB" sz="1500" dirty="0"/>
                  <a:t> I</a:t>
                </a:r>
                <a:r>
                  <a:rPr sz="1500" dirty="0"/>
                  <a:t> may forget, sometimes) — context is often more important than typeface</a:t>
                </a:r>
              </a:p>
              <a:p>
                <a:r>
                  <a:rPr sz="1500" dirty="0"/>
                  <a:t>When we move to index notation, indices are the only important thing to look at — they provide the context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20624" y="2468880"/>
                <a:ext cx="10936224" cy="3383280"/>
              </a:xfrm>
              <a:blipFill>
                <a:blip r:embed="rId2"/>
                <a:stretch>
                  <a:fillRect l="-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78" y="2033195"/>
            <a:ext cx="10936224" cy="3383280"/>
          </a:xfrm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</a:pPr>
            <a:r>
              <a:rPr sz="1800" dirty="0"/>
              <a:t>1.  Vector calculus</a:t>
            </a:r>
          </a:p>
          <a:p>
            <a:pPr>
              <a:spcAft>
                <a:spcPts val="1400"/>
              </a:spcAft>
            </a:pPr>
            <a:r>
              <a:rPr sz="1800" dirty="0"/>
              <a:t>2.  Index notation</a:t>
            </a:r>
          </a:p>
          <a:p>
            <a:pPr>
              <a:spcAft>
                <a:spcPts val="1400"/>
              </a:spcAft>
            </a:pPr>
            <a:r>
              <a:rPr sz="1800" dirty="0"/>
              <a:t>3.  Tensors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Vector Calculus</a:t>
            </a:r>
          </a:p>
        </p:txBody>
      </p:sp>
      <p:pic>
        <p:nvPicPr>
          <p:cNvPr id="4" name="Picture 3" descr="The image depicts a stylized, neon-colored, abstract visualization of four interconnected, swirling, geometric shapes with glowing lines and arrows.&#10;&#10;AI-generated content may be incorrect.">
            <a:extLst>
              <a:ext uri="{FF2B5EF4-FFF2-40B4-BE49-F238E27FC236}">
                <a16:creationId xmlns:a16="http://schemas.microsoft.com/office/drawing/2014/main" id="{8E5D0934-CF48-F8AE-ABE8-0997F00EE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259" y="2916381"/>
            <a:ext cx="5738757" cy="31302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calculus and evolution equations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022438"/>
            <a:ext cx="6268375" cy="3839101"/>
          </a:xfrm>
        </p:spPr>
        <p:txBody>
          <a:bodyPr wrap="square">
            <a:normAutofit/>
          </a:bodyPr>
          <a:lstStyle/>
          <a:p>
            <a:r>
              <a:rPr sz="1600" dirty="0"/>
              <a:t>The first topic we shall consider is vector calculus, with a key focus on index notation</a:t>
            </a:r>
          </a:p>
          <a:p>
            <a:r>
              <a:rPr sz="1600" dirty="0"/>
              <a:t>When describing physical systems, we expect to find both </a:t>
            </a:r>
            <a:r>
              <a:rPr sz="1600" b="1" dirty="0">
                <a:solidFill>
                  <a:schemeClr val="accent5"/>
                </a:solidFill>
              </a:rPr>
              <a:t>vectors</a:t>
            </a:r>
            <a:r>
              <a:rPr sz="1600" dirty="0"/>
              <a:t> (velocity, relative position) and </a:t>
            </a:r>
            <a:r>
              <a:rPr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calculus</a:t>
            </a:r>
            <a:r>
              <a:rPr sz="1600" dirty="0"/>
              <a:t> (gradients, rates of change)</a:t>
            </a:r>
          </a:p>
          <a:p>
            <a:r>
              <a:rPr lang="en-GB" sz="1600" dirty="0"/>
              <a:t>My favourite Euler equations are a good example of this:</a:t>
            </a:r>
            <a:endParaRPr sz="1600" dirty="0"/>
          </a:p>
        </p:txBody>
      </p:sp>
      <p:pic>
        <p:nvPicPr>
          <p:cNvPr id="6" name="Picture 5" descr="c0c38ea43ea17c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225" y="3684495"/>
            <a:ext cx="5120640" cy="213635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86D6582-FEF8-88C9-3E47-A6C48A27855E}"/>
              </a:ext>
            </a:extLst>
          </p:cNvPr>
          <p:cNvGrpSpPr/>
          <p:nvPr/>
        </p:nvGrpSpPr>
        <p:grpSpPr>
          <a:xfrm>
            <a:off x="2482817" y="3550543"/>
            <a:ext cx="7570080" cy="835920"/>
            <a:chOff x="2482817" y="3550543"/>
            <a:chExt cx="7570080" cy="83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C24DF5-EBD6-7936-6233-A16D93CD3C5C}"/>
                    </a:ext>
                  </a:extLst>
                </p14:cNvPr>
                <p14:cNvContentPartPr/>
                <p14:nvPr/>
              </p14:nvContentPartPr>
              <p14:xfrm>
                <a:off x="9748337" y="4026463"/>
                <a:ext cx="304560" cy="360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C24DF5-EBD6-7936-6233-A16D93CD3C5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39337" y="4017472"/>
                  <a:ext cx="322200" cy="3776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E00C45-F9CB-9106-AC97-94B79F1004E6}"/>
                    </a:ext>
                  </a:extLst>
                </p14:cNvPr>
                <p14:cNvContentPartPr/>
                <p14:nvPr/>
              </p14:nvContentPartPr>
              <p14:xfrm>
                <a:off x="2482817" y="3550543"/>
                <a:ext cx="7002720" cy="323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3E00C45-F9CB-9106-AC97-94B79F1004E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73817" y="3541543"/>
                  <a:ext cx="7020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95641A4-C515-607F-B3AC-FCBBDFC14377}"/>
                    </a:ext>
                  </a:extLst>
                </p14:cNvPr>
                <p14:cNvContentPartPr/>
                <p14:nvPr/>
              </p14:nvContentPartPr>
              <p14:xfrm>
                <a:off x="9312017" y="3734143"/>
                <a:ext cx="312480" cy="248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95641A4-C515-607F-B3AC-FCBBDFC1437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03017" y="3725143"/>
                  <a:ext cx="33012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FC8E1D-8E23-0D19-538F-D1877B58FEC7}"/>
              </a:ext>
            </a:extLst>
          </p:cNvPr>
          <p:cNvGrpSpPr/>
          <p:nvPr/>
        </p:nvGrpSpPr>
        <p:grpSpPr>
          <a:xfrm>
            <a:off x="4761617" y="3606343"/>
            <a:ext cx="3553920" cy="1469880"/>
            <a:chOff x="4761617" y="3606343"/>
            <a:chExt cx="3553920" cy="146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5E52DE-A49F-1BB2-FB59-73F41F5D9D71}"/>
                    </a:ext>
                  </a:extLst>
                </p14:cNvPr>
                <p14:cNvContentPartPr/>
                <p14:nvPr/>
              </p14:nvContentPartPr>
              <p14:xfrm>
                <a:off x="7897577" y="4612903"/>
                <a:ext cx="417960" cy="463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5E52DE-A49F-1BB2-FB59-73F41F5D9D7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79577" y="4594903"/>
                  <a:ext cx="45360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5A38FF-F7BA-F396-4A6B-EF2D2E1E505D}"/>
                    </a:ext>
                  </a:extLst>
                </p14:cNvPr>
                <p14:cNvContentPartPr/>
                <p14:nvPr/>
              </p14:nvContentPartPr>
              <p14:xfrm>
                <a:off x="4761617" y="3606343"/>
                <a:ext cx="3233160" cy="979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5A38FF-F7BA-F396-4A6B-EF2D2E1E505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43617" y="3588343"/>
                  <a:ext cx="3268800" cy="10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F3884-378A-985D-C906-D19AC06FF13C}"/>
                    </a:ext>
                  </a:extLst>
                </p14:cNvPr>
                <p14:cNvContentPartPr/>
                <p14:nvPr/>
              </p14:nvContentPartPr>
              <p14:xfrm>
                <a:off x="7777697" y="4494823"/>
                <a:ext cx="305280" cy="133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F3884-378A-985D-C906-D19AC06FF13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59697" y="4476823"/>
                  <a:ext cx="340920" cy="169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these equations?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374472" y="1944078"/>
                <a:ext cx="6865424" cy="4564297"/>
              </a:xfrm>
            </p:spPr>
            <p:txBody>
              <a:bodyPr wrap="square">
                <a:normAutofit fontScale="92500" lnSpcReduction="10000"/>
              </a:bodyPr>
              <a:lstStyle/>
              <a:p>
                <a:r>
                  <a:rPr lang="en-GB" sz="1600" dirty="0"/>
                  <a:t>Those on the continuum stream will see these equations a lot, and those on the HPC stream probably can’t avoid them either</a:t>
                </a:r>
              </a:p>
              <a:p>
                <a:r>
                  <a:rPr lang="en-GB" sz="1600" dirty="0"/>
                  <a:t>They were picked partly because I like them, but also because their natural form requires vector calculus operations</a:t>
                </a:r>
              </a:p>
              <a:p>
                <a:r>
                  <a:rPr lang="en-GB" sz="1600" dirty="0"/>
                  <a:t>If we want to rearrange such equations, we need vector calculus (or an excessive amount of paper by writing out every single component)</a:t>
                </a:r>
              </a:p>
              <a:p>
                <a:r>
                  <a:rPr lang="en-GB" sz="1600" dirty="0"/>
                  <a:t>Physically, these are just equations which describe the conservation of things we expect to be conserved:</a:t>
                </a:r>
              </a:p>
              <a:p>
                <a:pPr lvl="2"/>
                <a:r>
                  <a:rPr lang="en-GB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Mass (or density, </a:t>
                </a: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GB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2"/>
                <a:r>
                  <a:rPr lang="en-GB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Momentum (</a:t>
                </a: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500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GB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lvl="2"/>
                <a:r>
                  <a:rPr lang="en-GB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Energy (</a:t>
                </a:r>
                <a14:m>
                  <m:oMath xmlns:m="http://schemas.openxmlformats.org/officeDocument/2006/math">
                    <m:r>
                      <a:rPr lang="en-GB" sz="15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sz="15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r>
                  <a:rPr lang="en-GB" sz="1600" dirty="0"/>
                  <a:t>The conservation of mass says, for example, that the change in mass over time is related to the gradient in momentum (a rate of flow of mass)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374472" y="1944078"/>
                <a:ext cx="6865424" cy="4564297"/>
              </a:xfrm>
              <a:blipFill>
                <a:blip r:embed="rId2"/>
                <a:stretch>
                  <a:fillRect l="-2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0c38ea43ea17c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653" y="3947573"/>
            <a:ext cx="5120640" cy="213635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DB6129C-01F7-D507-365A-6603A78B5C28}"/>
              </a:ext>
            </a:extLst>
          </p:cNvPr>
          <p:cNvGrpSpPr/>
          <p:nvPr/>
        </p:nvGrpSpPr>
        <p:grpSpPr>
          <a:xfrm>
            <a:off x="3194177" y="4386463"/>
            <a:ext cx="5373720" cy="700200"/>
            <a:chOff x="3194177" y="4386463"/>
            <a:chExt cx="5373720" cy="7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0A068D-634D-DC83-145D-D3CEEE415629}"/>
                    </a:ext>
                  </a:extLst>
                </p14:cNvPr>
                <p14:cNvContentPartPr/>
                <p14:nvPr/>
              </p14:nvContentPartPr>
              <p14:xfrm>
                <a:off x="3194177" y="4482943"/>
                <a:ext cx="5276880" cy="603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0A068D-634D-DC83-145D-D3CEEE4156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76177" y="4464943"/>
                  <a:ext cx="531252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F707A3-9033-8843-8442-9A8DFDDCA4C2}"/>
                    </a:ext>
                  </a:extLst>
                </p14:cNvPr>
                <p14:cNvContentPartPr/>
                <p14:nvPr/>
              </p14:nvContentPartPr>
              <p14:xfrm>
                <a:off x="8451617" y="4386463"/>
                <a:ext cx="116280" cy="146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CF707A3-9033-8843-8442-9A8DFDDCA4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33617" y="4368463"/>
                  <a:ext cx="15192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5FB7F42-EDF0-87EB-417E-F2C41AA46694}"/>
              </a:ext>
            </a:extLst>
          </p:cNvPr>
          <p:cNvGrpSpPr/>
          <p:nvPr/>
        </p:nvGrpSpPr>
        <p:grpSpPr>
          <a:xfrm>
            <a:off x="2931737" y="5096383"/>
            <a:ext cx="4472640" cy="227520"/>
            <a:chOff x="2931737" y="5096383"/>
            <a:chExt cx="447264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3E6010-0F8D-3016-F4EE-1547AFD2D0C1}"/>
                    </a:ext>
                  </a:extLst>
                </p14:cNvPr>
                <p14:cNvContentPartPr/>
                <p14:nvPr/>
              </p14:nvContentPartPr>
              <p14:xfrm>
                <a:off x="2931737" y="5202943"/>
                <a:ext cx="4397760" cy="120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3E6010-0F8D-3016-F4EE-1547AFD2D0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13737" y="5184943"/>
                  <a:ext cx="4433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CD14C10-B55E-B691-EAAE-7C15CD922DF1}"/>
                    </a:ext>
                  </a:extLst>
                </p14:cNvPr>
                <p14:cNvContentPartPr/>
                <p14:nvPr/>
              </p14:nvContentPartPr>
              <p14:xfrm>
                <a:off x="7256057" y="5096383"/>
                <a:ext cx="148320" cy="206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CD14C10-B55E-B691-EAAE-7C15CD922D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38057" y="5078383"/>
                  <a:ext cx="18396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BFE681-C4D7-3951-1BC3-4EEBE64B44DF}"/>
              </a:ext>
            </a:extLst>
          </p:cNvPr>
          <p:cNvGrpSpPr/>
          <p:nvPr/>
        </p:nvGrpSpPr>
        <p:grpSpPr>
          <a:xfrm>
            <a:off x="2533217" y="5495623"/>
            <a:ext cx="5437440" cy="406080"/>
            <a:chOff x="2533217" y="5495623"/>
            <a:chExt cx="5437440" cy="4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E067C3-2237-E219-7D83-D3A76868786D}"/>
                    </a:ext>
                  </a:extLst>
                </p14:cNvPr>
                <p14:cNvContentPartPr/>
                <p14:nvPr/>
              </p14:nvContentPartPr>
              <p14:xfrm>
                <a:off x="2533217" y="5495623"/>
                <a:ext cx="5356800" cy="311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E067C3-2237-E219-7D83-D3A7686878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15216" y="5477623"/>
                  <a:ext cx="5392442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788A15-BA35-E33A-B2C9-0DC8F56ED419}"/>
                    </a:ext>
                  </a:extLst>
                </p14:cNvPr>
                <p14:cNvContentPartPr/>
                <p14:nvPr/>
              </p14:nvContentPartPr>
              <p14:xfrm>
                <a:off x="7836377" y="5715583"/>
                <a:ext cx="134280" cy="186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788A15-BA35-E33A-B2C9-0DC8F56ED4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18377" y="5697583"/>
                  <a:ext cx="169920" cy="221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" name="Picture 15" descr="A graph of a four color&#10;&#10;Description automatically generated with medium confidence">
            <a:extLst>
              <a:ext uri="{FF2B5EF4-FFF2-40B4-BE49-F238E27FC236}">
                <a16:creationId xmlns:a16="http://schemas.microsoft.com/office/drawing/2014/main" id="{F93BC89B-2E14-6EED-08E1-89171FC457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503" y="990559"/>
            <a:ext cx="3352220" cy="2940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form of equations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/>
        <p:txBody>
          <a:bodyPr wrap="square">
            <a:normAutofit/>
          </a:bodyPr>
          <a:lstStyle/>
          <a:p>
            <a:r>
              <a:rPr sz="1600" dirty="0"/>
              <a:t>Real-world simulations typically cannot be described by a single variable; we need to consider the interaction of multiple variables in a </a:t>
            </a:r>
            <a:r>
              <a:rPr sz="1600" b="1" dirty="0"/>
              <a:t>coupled system</a:t>
            </a:r>
          </a:p>
          <a:p>
            <a:r>
              <a:rPr sz="1600" dirty="0"/>
              <a:t>The density depends on the momentum, but the momentum itself also depends on density (and pressure)</a:t>
            </a:r>
          </a:p>
          <a:p>
            <a:r>
              <a:rPr sz="1600" dirty="0"/>
              <a:t>It is therefore common to find these systems described in “vector form”</a:t>
            </a:r>
          </a:p>
        </p:txBody>
      </p:sp>
      <p:pic>
        <p:nvPicPr>
          <p:cNvPr id="6" name="Picture 5" descr="9e77d21502355e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99" y="4606299"/>
            <a:ext cx="4273475" cy="1039112"/>
          </a:xfrm>
          <a:prstGeom prst="rect">
            <a:avLst/>
          </a:prstGeom>
        </p:spPr>
      </p:pic>
      <p:pic>
        <p:nvPicPr>
          <p:cNvPr id="7" name="Picture 6" descr="c0c38ea43ea17cd4.png">
            <a:extLst>
              <a:ext uri="{FF2B5EF4-FFF2-40B4-BE49-F238E27FC236}">
                <a16:creationId xmlns:a16="http://schemas.microsoft.com/office/drawing/2014/main" id="{E48DBD42-F122-DCEA-02A8-A3052B3BE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604" y="1580891"/>
            <a:ext cx="5120640" cy="213635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A5F5D19-E1D4-CA52-FCDC-AB28FB97A7FD}"/>
              </a:ext>
            </a:extLst>
          </p:cNvPr>
          <p:cNvGrpSpPr/>
          <p:nvPr/>
        </p:nvGrpSpPr>
        <p:grpSpPr>
          <a:xfrm>
            <a:off x="8628607" y="3764880"/>
            <a:ext cx="250200" cy="523440"/>
            <a:chOff x="8628607" y="3764880"/>
            <a:chExt cx="250200" cy="52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72A65E8-6BE9-EA18-593B-31FF3E068A52}"/>
                    </a:ext>
                  </a:extLst>
                </p14:cNvPr>
                <p14:cNvContentPartPr/>
                <p14:nvPr/>
              </p14:nvContentPartPr>
              <p14:xfrm>
                <a:off x="8738047" y="3764880"/>
                <a:ext cx="73440" cy="47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72A65E8-6BE9-EA18-593B-31FF3E068A5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19958" y="3746866"/>
                  <a:ext cx="109256" cy="511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C5FA94F-31AC-E7FD-CEA2-D4D0FC81FBA4}"/>
                    </a:ext>
                  </a:extLst>
                </p14:cNvPr>
                <p14:cNvContentPartPr/>
                <p14:nvPr/>
              </p14:nvContentPartPr>
              <p14:xfrm>
                <a:off x="8628607" y="4118400"/>
                <a:ext cx="250200" cy="16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C5FA94F-31AC-E7FD-CEA2-D4D0FC81FB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10607" y="4100400"/>
                  <a:ext cx="285840" cy="205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Unpacking this vector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3205507"/>
                <a:ext cx="11292197" cy="3324385"/>
              </a:xfrm>
            </p:spPr>
            <p:txBody>
              <a:bodyPr wrap="square">
                <a:normAutofit fontScale="85000" lnSpcReduction="20000"/>
              </a:bodyPr>
              <a:lstStyle/>
              <a:p>
                <a:r>
                  <a:rPr lang="en-GB" sz="1600" dirty="0"/>
                  <a:t>Although a very concise definition of the equations, there is perhaps some unexpected notation</a:t>
                </a:r>
              </a:p>
              <a:p>
                <a:r>
                  <a:rPr lang="en-GB" sz="1600" dirty="0"/>
                  <a:t>We have the velocity, </a:t>
                </a:r>
                <a14:m>
                  <m:oMath xmlns:m="http://schemas.openxmlformats.org/officeDocument/2006/math">
                    <m:r>
                      <a:rPr lang="en-GB" sz="1600" b="1" i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GB" sz="1600" dirty="0"/>
                  <a:t>, within the vector brackets, i.e. we have placed vectors within vectors</a:t>
                </a:r>
              </a:p>
              <a:p>
                <a:r>
                  <a:rPr lang="en-GB" sz="1600" dirty="0"/>
                  <a:t>Really, we are abusing notation by having two forms of vectors; velocity is a mathematical vector, a quantity with direction and magnitude, whilst these brackets are more of a computational vector; a list of components – but this is scientific computing, so we are allowed to work from both worlds</a:t>
                </a:r>
              </a:p>
              <a:p>
                <a:r>
                  <a:rPr lang="en-GB" sz="1600" dirty="0"/>
                  <a:t>This is convenient here, because we can't write out the velocity terms explicitly in this list, since we haven't chosen our coordinate system yet</a:t>
                </a:r>
              </a:p>
              <a:p>
                <a:r>
                  <a:rPr lang="en-GB" sz="1600" dirty="0"/>
                  <a:t>Technically, the second vector is actually a matrix, and now we also have the divergence of a matrix</a:t>
                </a:r>
              </a:p>
              <a:p>
                <a:r>
                  <a:rPr lang="en-GB" sz="1600" dirty="0"/>
                  <a:t>This does have a reasonable mathematical definition — we shall come to this shortly</a:t>
                </a:r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3205507"/>
                <a:ext cx="11292197" cy="3324385"/>
              </a:xfrm>
              <a:blipFill>
                <a:blip r:embed="rId2"/>
                <a:stretch>
                  <a:fillRect l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9e77d21502355e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633" y="1816379"/>
            <a:ext cx="5120640" cy="12451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Coordinate-independent expressions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4" y="3076681"/>
            <a:ext cx="11120071" cy="3422608"/>
          </a:xfrm>
        </p:spPr>
        <p:txBody>
          <a:bodyPr wrap="square">
            <a:normAutofit/>
          </a:bodyPr>
          <a:lstStyle/>
          <a:p>
            <a:r>
              <a:rPr sz="1600" dirty="0"/>
              <a:t>It is common to reduce dimensionality by appealing to symmetries, e.g. cylindrical symmetry</a:t>
            </a:r>
            <a:endParaRPr lang="en-GB" sz="1600" dirty="0"/>
          </a:p>
          <a:p>
            <a:r>
              <a:rPr sz="1600" dirty="0"/>
              <a:t>The vector-form equation holds regardless of whether</a:t>
            </a:r>
            <a:br>
              <a:rPr lang="en-GB" sz="1600" dirty="0"/>
            </a:br>
            <a:endParaRPr sz="1600" dirty="0"/>
          </a:p>
          <a:p>
            <a:r>
              <a:rPr sz="1600" dirty="0"/>
              <a:t>Once you know your coordinate system, you might be able to simply use</a:t>
            </a:r>
            <a:r>
              <a:rPr lang="en-GB" sz="1600" dirty="0"/>
              <a:t> a form like</a:t>
            </a:r>
            <a:br>
              <a:rPr lang="en-GB" sz="1600" dirty="0"/>
            </a:br>
            <a:br>
              <a:rPr lang="en-GB" sz="1600" dirty="0"/>
            </a:br>
            <a:endParaRPr sz="1600" dirty="0"/>
          </a:p>
          <a:p>
            <a:r>
              <a:rPr sz="1600" dirty="0"/>
              <a:t>However, this coordinate-independent approach hides an additional complication: when expressing the equation in your chosen coordinates, the basis vectors themselves might have non-zero derivatives</a:t>
            </a:r>
          </a:p>
        </p:txBody>
      </p:sp>
      <p:pic>
        <p:nvPicPr>
          <p:cNvPr id="6" name="Picture 5" descr="b2d232645e08de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80" y="4104393"/>
            <a:ext cx="5120640" cy="232590"/>
          </a:xfrm>
          <a:prstGeom prst="rect">
            <a:avLst/>
          </a:prstGeom>
        </p:spPr>
      </p:pic>
      <p:pic>
        <p:nvPicPr>
          <p:cNvPr id="7" name="Picture 6" descr="d96b1bec642f99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0" y="4336983"/>
            <a:ext cx="1562676" cy="1296296"/>
          </a:xfrm>
          <a:prstGeom prst="rect">
            <a:avLst/>
          </a:prstGeom>
        </p:spPr>
      </p:pic>
      <p:pic>
        <p:nvPicPr>
          <p:cNvPr id="8" name="Picture 7" descr="9e77d21502355e80.png">
            <a:extLst>
              <a:ext uri="{FF2B5EF4-FFF2-40B4-BE49-F238E27FC236}">
                <a16:creationId xmlns:a16="http://schemas.microsoft.com/office/drawing/2014/main" id="{85CC483F-7207-14FA-8D19-F96B17971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447" y="1816379"/>
            <a:ext cx="4590826" cy="1116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review of v</a:t>
            </a:r>
            <a:r>
              <a:rPr dirty="0" err="1"/>
              <a:t>ector</a:t>
            </a:r>
            <a:r>
              <a:rPr dirty="0"/>
              <a:t> operations —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514321" y="2222803"/>
                <a:ext cx="6913833" cy="3422608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For now, we shall assume we are working in Cartesian coordinates, and define everything in terms of the three directions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1600" dirty="0"/>
              </a:p>
              <a:p>
                <a:r>
                  <a:rPr sz="1600" dirty="0"/>
                  <a:t>In these coordinates, </a:t>
                </a:r>
                <a:r>
                  <a:rPr sz="1600" b="1" dirty="0"/>
                  <a:t>gradient</a:t>
                </a:r>
                <a:r>
                  <a:rPr sz="1600" dirty="0"/>
                  <a:t>, </a:t>
                </a:r>
                <a:r>
                  <a:rPr sz="1600" b="1" dirty="0"/>
                  <a:t>divergence </a:t>
                </a:r>
                <a:r>
                  <a:rPr sz="1600" dirty="0"/>
                  <a:t>and </a:t>
                </a:r>
                <a:r>
                  <a:rPr sz="1600" b="1" dirty="0"/>
                  <a:t>curl </a:t>
                </a:r>
                <a:r>
                  <a:rPr sz="1600" dirty="0"/>
                  <a:t>are the key calculus operators</a:t>
                </a:r>
              </a:p>
              <a:p>
                <a:r>
                  <a:rPr sz="1600" dirty="0"/>
                  <a:t>Gradient operates on scalar fields, and provides their rate of change in arbitrary directions as a vector field</a:t>
                </a:r>
              </a:p>
              <a:p>
                <a:r>
                  <a:rPr sz="1600" dirty="0"/>
                  <a:t>Note </a:t>
                </a:r>
                <a:r>
                  <a:rPr lang="en-GB" sz="1600" dirty="0"/>
                  <a:t>-</a:t>
                </a:r>
                <a:r>
                  <a:rPr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sz="1600" dirty="0"/>
                  <a:t> is perpendicular to the field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514321" y="2222803"/>
                <a:ext cx="6913833" cy="3422608"/>
              </a:xfrm>
              <a:blipFill>
                <a:blip r:embed="rId2"/>
                <a:stretch>
                  <a:fillRect l="-352" r="-7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669222255f15b0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872" y="2736485"/>
            <a:ext cx="1982785" cy="2194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review of v</a:t>
            </a:r>
            <a:r>
              <a:rPr dirty="0" err="1"/>
              <a:t>ector</a:t>
            </a:r>
            <a:r>
              <a:rPr dirty="0"/>
              <a:t> operations — divergence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704052" y="2046277"/>
            <a:ext cx="10295641" cy="4112476"/>
          </a:xfrm>
        </p:spPr>
        <p:txBody>
          <a:bodyPr wrap="square">
            <a:normAutofit/>
          </a:bodyPr>
          <a:lstStyle/>
          <a:p>
            <a:r>
              <a:rPr sz="1600" dirty="0"/>
              <a:t>Divergence (div) can be considered the rate at which a vector field enters or leaves a given volume</a:t>
            </a:r>
            <a:endParaRPr lang="en-GB" sz="1600" dirty="0"/>
          </a:p>
          <a:p>
            <a:pPr marL="0" indent="0">
              <a:buNone/>
            </a:pPr>
            <a:br>
              <a:rPr lang="en-GB" sz="1600" dirty="0"/>
            </a:br>
            <a:br>
              <a:rPr lang="en-GB" sz="1600" dirty="0"/>
            </a:br>
            <a:endParaRPr sz="1600" dirty="0"/>
          </a:p>
          <a:p>
            <a:endParaRPr lang="en-GB" sz="1600" dirty="0"/>
          </a:p>
          <a:p>
            <a:r>
              <a:rPr sz="1600" dirty="0"/>
              <a:t>This is why it appears in expressions like conservation of mass — it lets us track mass loss/gain in a volume</a:t>
            </a:r>
          </a:p>
          <a:p>
            <a:r>
              <a:rPr sz="1600" dirty="0"/>
              <a:t>Mathematically, this is technically </a:t>
            </a:r>
            <a:r>
              <a:rPr lang="en-GB" sz="1600" b="1" dirty="0"/>
              <a:t>not</a:t>
            </a:r>
            <a:r>
              <a:rPr lang="en-GB" sz="1600" dirty="0"/>
              <a:t> </a:t>
            </a:r>
            <a:r>
              <a:rPr sz="1600" dirty="0"/>
              <a:t>a dot product, but it is nearly universally used this way</a:t>
            </a:r>
          </a:p>
        </p:txBody>
      </p:sp>
      <p:pic>
        <p:nvPicPr>
          <p:cNvPr id="6" name="Picture 5" descr="f71929613103a6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266" y="2597076"/>
            <a:ext cx="3267635" cy="688652"/>
          </a:xfrm>
          <a:prstGeom prst="rect">
            <a:avLst/>
          </a:prstGeom>
        </p:spPr>
      </p:pic>
      <p:pic>
        <p:nvPicPr>
          <p:cNvPr id="7" name="Picture 6" descr="d4d03d7a858e4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266" y="3427229"/>
            <a:ext cx="3523577" cy="7815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review of v</a:t>
            </a:r>
            <a:r>
              <a:rPr dirty="0" err="1"/>
              <a:t>ector</a:t>
            </a:r>
            <a:r>
              <a:rPr dirty="0"/>
              <a:t> operations — curl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4" y="1949457"/>
            <a:ext cx="11077041" cy="4548161"/>
          </a:xfrm>
        </p:spPr>
        <p:txBody>
          <a:bodyPr wrap="square">
            <a:normAutofit/>
          </a:bodyPr>
          <a:lstStyle/>
          <a:p>
            <a:r>
              <a:rPr sz="1600" dirty="0"/>
              <a:t>Curl is a measure of circulation — related to the </a:t>
            </a:r>
            <a:r>
              <a:rPr sz="1600" b="1" dirty="0"/>
              <a:t>rate of rotation</a:t>
            </a:r>
            <a:r>
              <a:rPr sz="1600" dirty="0"/>
              <a:t>, not directly to the rotation itself</a:t>
            </a:r>
            <a:endParaRPr lang="en-GB" sz="1600" dirty="0"/>
          </a:p>
          <a:p>
            <a:r>
              <a:rPr lang="en-GB" sz="1600" dirty="0"/>
              <a:t>It also has a definition as a limit of an integral</a:t>
            </a:r>
          </a:p>
          <a:p>
            <a:endParaRPr lang="en-GB" sz="1600" dirty="0"/>
          </a:p>
          <a:p>
            <a:pPr marL="0" indent="0">
              <a:buNone/>
            </a:pPr>
            <a:br>
              <a:rPr lang="en-GB" sz="1600" dirty="0"/>
            </a:br>
            <a:endParaRPr sz="1600" dirty="0"/>
          </a:p>
          <a:p>
            <a:endParaRPr lang="en-GB" sz="1600" dirty="0"/>
          </a:p>
          <a:p>
            <a:r>
              <a:rPr sz="1600" dirty="0"/>
              <a:t>Commonly encountered with electric and magnetic fields, since these act perpendicularly to each other</a:t>
            </a:r>
          </a:p>
          <a:p>
            <a:endParaRPr lang="en-GB" sz="1600" dirty="0"/>
          </a:p>
          <a:p>
            <a:r>
              <a:rPr sz="1600" dirty="0"/>
              <a:t>Again, technically this is not a true cross product mathematically</a:t>
            </a:r>
          </a:p>
        </p:txBody>
      </p:sp>
      <p:pic>
        <p:nvPicPr>
          <p:cNvPr id="6" name="Picture 5" descr="9cc9a7f4fd8487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103" y="2512310"/>
            <a:ext cx="3660289" cy="733111"/>
          </a:xfrm>
          <a:prstGeom prst="rect">
            <a:avLst/>
          </a:prstGeom>
        </p:spPr>
      </p:pic>
      <p:pic>
        <p:nvPicPr>
          <p:cNvPr id="7" name="Picture 6" descr="7a4ae29843c256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432" y="3473899"/>
            <a:ext cx="6589217" cy="1103233"/>
          </a:xfrm>
          <a:prstGeom prst="rect">
            <a:avLst/>
          </a:prstGeom>
        </p:spPr>
      </p:pic>
      <p:pic>
        <p:nvPicPr>
          <p:cNvPr id="8" name="Picture 7" descr="865456fb8067fb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500" y="5202765"/>
            <a:ext cx="2084845" cy="611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vector operations — the outer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941755"/>
                <a:ext cx="5563749" cy="4598894"/>
              </a:xfrm>
            </p:spPr>
            <p:txBody>
              <a:bodyPr wrap="square">
                <a:normAutofit/>
              </a:bodyPr>
              <a:lstStyle/>
              <a:p>
                <a:r>
                  <a:rPr sz="1600" dirty="0"/>
                  <a:t>Sometimes less familiar operations appear — for example the outer product, ⊗, and the</a:t>
                </a:r>
                <a:r>
                  <a:rPr lang="en-GB" sz="1600" dirty="0"/>
                  <a:t> previously mentioned</a:t>
                </a:r>
                <a:r>
                  <a:rPr sz="1600" dirty="0"/>
                  <a:t> divergence of a matrix (tensor)</a:t>
                </a:r>
              </a:p>
              <a:p>
                <a:r>
                  <a:rPr sz="1600" dirty="0"/>
                  <a:t>The physical use of </a:t>
                </a:r>
                <a:r>
                  <a:rPr lang="en-GB" sz="1600" dirty="0"/>
                  <a:t>the outer product </a:t>
                </a:r>
                <a:r>
                  <a:rPr sz="1600" dirty="0"/>
                  <a:t>is, for example, when a quantity moving in one direction is affected by quantities in other directions</a:t>
                </a:r>
              </a:p>
              <a:p>
                <a:r>
                  <a:rPr sz="1600" dirty="0"/>
                  <a:t>E.g. a gradient in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ₓ</m:t>
                    </m:r>
                  </m:oMath>
                </a14:m>
                <a:r>
                  <a:rPr sz="1600" dirty="0"/>
                  <a:t> can exist in the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600" dirty="0"/>
                  <a:t>-direction, so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1600" dirty="0"/>
                  <a:t>-momentum can move in the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1600" dirty="0"/>
                  <a:t>-direction</a:t>
                </a:r>
              </a:p>
              <a:p>
                <a:r>
                  <a:rPr sz="1600" dirty="0"/>
                  <a:t>Some papers are lazy, and write this as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b="1" i="0" dirty="0" smtClean="0">
                        <a:latin typeface="Cambria Math" panose="02040503050406030204" pitchFamily="18" charset="0"/>
                      </a:rPr>
                      <m:t>𝐯𝐯</m:t>
                    </m:r>
                  </m:oMath>
                </a14:m>
                <a:r>
                  <a:rPr sz="1600" dirty="0"/>
                  <a:t> (a non-dot-product multiplication of two vectors, column × row)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941755"/>
                <a:ext cx="5563749" cy="4598894"/>
              </a:xfrm>
              <a:blipFill>
                <a:blip r:embed="rId2"/>
                <a:stretch>
                  <a:fillRect l="-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ac7df94ef0348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96210"/>
            <a:ext cx="5120640" cy="1582114"/>
          </a:xfrm>
          <a:prstGeom prst="rect">
            <a:avLst/>
          </a:prstGeom>
        </p:spPr>
      </p:pic>
      <p:pic>
        <p:nvPicPr>
          <p:cNvPr id="7" name="Picture 6" descr="61180605f5ecb6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888" y="4521349"/>
            <a:ext cx="4327264" cy="7616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vector operations - t</a:t>
            </a:r>
            <a:r>
              <a:rPr dirty="0"/>
              <a:t>he divergence of a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352959" y="3287267"/>
                <a:ext cx="11216890" cy="3422608"/>
              </a:xfrm>
            </p:spPr>
            <p:txBody>
              <a:bodyPr wrap="square">
                <a:normAutofit fontScale="92500" lnSpcReduction="10000"/>
              </a:bodyPr>
              <a:lstStyle/>
              <a:p>
                <a:r>
                  <a:rPr lang="en-GB" sz="1600" dirty="0"/>
                  <a:t>The divergence of a matrix is not actually a unique quantity, but the two versions are related to the divergence of a vector</a:t>
                </a:r>
              </a:p>
              <a:p>
                <a:r>
                  <a:rPr lang="en-GB" sz="1600" dirty="0"/>
                  <a:t>Treating it as a dot product, you either take a dot product along each row, or each column, of the matrix to get vector quantity</a:t>
                </a:r>
              </a:p>
              <a:p>
                <a:r>
                  <a:rPr lang="en-GB" sz="1600" dirty="0"/>
                  <a:t>At this point, you may ask whether there is a standard definition</a:t>
                </a:r>
              </a:p>
              <a:p>
                <a:r>
                  <a:rPr lang="en-GB" sz="1600" dirty="0"/>
                  <a:t>Unfortunately, the answer is no — you are often expected to know which version is in use</a:t>
                </a:r>
              </a:p>
              <a:p>
                <a:r>
                  <a:rPr lang="en-GB" sz="1600" dirty="0"/>
                  <a:t>Sometimes the first of these is called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div</m:t>
                    </m:r>
                    <m:r>
                      <a:rPr lang="en-GB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GB" sz="1600" dirty="0"/>
                  <a:t>, and the second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m:rPr>
                        <m:sty m:val="p"/>
                      </m:rPr>
                      <a:rPr lang="en-GB" sz="1600" i="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GB" sz="1600" dirty="0"/>
                  <a:t>, but this is in no way universal, and most of the field of computational fluid dynamics doesn’t do this</a:t>
                </a:r>
              </a:p>
              <a:p>
                <a:r>
                  <a:rPr lang="en-GB" sz="1600" dirty="0"/>
                  <a:t>Ideally, we need a less confusing way of defining these equations, one which we know will be unambiguous, which brings us to index notation</a:t>
                </a:r>
                <a:endParaRPr sz="16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352959" y="3287267"/>
                <a:ext cx="11216890" cy="3422608"/>
              </a:xfrm>
              <a:blipFill>
                <a:blip r:embed="rId2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7"/>
              <p:cNvSpPr txBox="1"/>
              <p:nvPr/>
            </p:nvSpPr>
            <p:spPr>
              <a:xfrm>
                <a:off x="594361" y="1856057"/>
                <a:ext cx="11218580" cy="1052536"/>
              </a:xfrm>
              <a:prstGeom prst="rect">
                <a:avLst/>
              </a:prstGeom>
              <a:noFill/>
            </p:spPr>
            <p:txBody>
              <a:bodyPr wrap="none" lIns="0" r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000" i="0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GB" sz="2000" i="0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GB" sz="2000" i="0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200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𝑧𝑥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𝑧𝑦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GB" sz="2000" i="0" dirty="0">
                          <a:latin typeface="Cambria Math" panose="02040503050406030204" pitchFamily="18" charset="0"/>
                        </a:rPr>
                        <m:t>  </m:t>
                      </m:r>
                      <m:r>
                        <m:rPr>
                          <m:sty m:val="p"/>
                        </m:rPr>
                        <a:rPr lang="en-GB" sz="2000" i="0" dirty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GB" sz="2000" i="0" dirty="0">
                          <a:latin typeface="Cambria Math" panose="02040503050406030204" pitchFamily="18" charset="0"/>
                        </a:rPr>
                        <m:t>  </m:t>
                      </m:r>
                      <m:r>
                        <m:rPr>
                          <m:sty m:val="p"/>
                        </m:rPr>
                        <a:rPr lang="en-GB" sz="2000" i="0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GB" sz="2000" i="0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GB" sz="2000" i="0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200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𝑧𝑥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𝑧𝑦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𝑥𝑧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𝑦𝑧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a:rPr lang="en-GB" sz="2000" i="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lin"/>
                                  <m:ctrlP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</a:rPr>
                                        <m:t>𝑧𝑧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000" i="0" dirty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GB" sz="2000" i="0" dirty="0">
                          <a:latin typeface="Cambria Math" panose="02040503050406030204" pitchFamily="18" charset="0"/>
                        </a:rPr>
                        <m:t> ?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" name="Equation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1" y="1856057"/>
                <a:ext cx="11218580" cy="1052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68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Index Notation</a:t>
            </a:r>
          </a:p>
        </p:txBody>
      </p:sp>
      <p:pic>
        <p:nvPicPr>
          <p:cNvPr id="4" name="Picture 3" descr="The diagram illustrates a series of vector components and mathematical symbols, likely representing a complex vector transformation or equation.&#10;&#10;AI-generated content may be incorrect.">
            <a:extLst>
              <a:ext uri="{FF2B5EF4-FFF2-40B4-BE49-F238E27FC236}">
                <a16:creationId xmlns:a16="http://schemas.microsoft.com/office/drawing/2014/main" id="{C587B535-CFBB-246D-D3C7-D91F6576E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91" y="2806175"/>
            <a:ext cx="6151417" cy="335531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Index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790072"/>
                <a:ext cx="10875338" cy="4016603"/>
              </a:xfrm>
            </p:spPr>
            <p:txBody>
              <a:bodyPr wrap="square">
                <a:normAutofit fontScale="92500" lnSpcReduction="20000"/>
              </a:bodyPr>
              <a:lstStyle/>
              <a:p>
                <a:r>
                  <a:rPr sz="1800" dirty="0"/>
                  <a:t>Some quantities are not natural to work with — for example, we may want to 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·(</m:t>
                    </m:r>
                    <m:r>
                      <a:rPr lang="en-GB" sz="1800" i="1" dirty="0" err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800" b="1" i="0" dirty="0" err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1800" i="1" dirty="0" err="1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GB" sz="1800" b="1" i="0" dirty="0" err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800" dirty="0"/>
                  <a:t> as partial derivatives of just </a:t>
                </a:r>
                <a14:m>
                  <m:oMath xmlns:m="http://schemas.openxmlformats.org/officeDocument/2006/math">
                    <m:r>
                      <a:rPr lang="en-GB" sz="1800" b="1" i="0" dirty="0" smtClean="0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GB" sz="1800" dirty="0"/>
                  <a:t>, without having to write down a separate expression for each dimension, or worse, for each matrix entry</a:t>
                </a:r>
                <a:endParaRPr sz="1800" dirty="0"/>
              </a:p>
              <a:p>
                <a:r>
                  <a:rPr sz="1800" dirty="0"/>
                  <a:t>Additionally, for some cases (such as elasticity) we end up with rank-4 tensors (like a matrix, but in four dimensions...)</a:t>
                </a:r>
              </a:p>
              <a:p>
                <a:r>
                  <a:rPr sz="1800" dirty="0"/>
                  <a:t>In such cases, </a:t>
                </a:r>
                <a:r>
                  <a:rPr sz="1800" b="1" dirty="0"/>
                  <a:t>index notation </a:t>
                </a:r>
                <a:r>
                  <a:rPr sz="1800" dirty="0"/>
                  <a:t>makes life much more straightforward</a:t>
                </a:r>
              </a:p>
              <a:p>
                <a:r>
                  <a:rPr sz="1800" dirty="0"/>
                  <a:t>For example, this vector equation (where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sz="1800" dirty="0"/>
                  <a:t> is a matrix) </a:t>
                </a:r>
                <a:br>
                  <a:rPr lang="en-GB" sz="1800" dirty="0"/>
                </a:br>
                <a:br>
                  <a:rPr lang="en-GB" sz="1800" dirty="0"/>
                </a:br>
                <a:br>
                  <a:rPr lang="en-GB" sz="1800" dirty="0"/>
                </a:br>
                <a:r>
                  <a:rPr sz="1800" dirty="0"/>
                  <a:t>becomes 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790072"/>
                <a:ext cx="10875338" cy="4016603"/>
              </a:xfrm>
              <a:blipFill>
                <a:blip r:embed="rId2"/>
                <a:stretch>
                  <a:fillRect l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b565285ff3871e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851" y="4631115"/>
            <a:ext cx="5120640" cy="698692"/>
          </a:xfrm>
          <a:prstGeom prst="rect">
            <a:avLst/>
          </a:prstGeom>
        </p:spPr>
      </p:pic>
      <p:pic>
        <p:nvPicPr>
          <p:cNvPr id="7" name="Picture 6" descr="a01a3d377707f8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851" y="5690892"/>
            <a:ext cx="5120640" cy="686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index notation — scalars and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1866452"/>
                <a:ext cx="6107010" cy="3329492"/>
              </a:xfrm>
            </p:spPr>
            <p:txBody>
              <a:bodyPr wrap="square">
                <a:normAutofit fontScale="92500"/>
              </a:bodyPr>
              <a:lstStyle/>
              <a:p>
                <a:r>
                  <a:rPr lang="en-GB" sz="1600" dirty="0"/>
                  <a:t>The (unique) indices tell you what you are dealing with</a:t>
                </a:r>
              </a:p>
              <a:p>
                <a:r>
                  <a:rPr lang="en-GB" sz="1600" dirty="0"/>
                  <a:t>In this expression,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1600" dirty="0"/>
                  <a:t> is a unique index, it appears only once in each term, (ignore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1600" dirty="0"/>
                  <a:t> for now which appears either twice or not at all)</a:t>
                </a:r>
              </a:p>
              <a:p>
                <a:r>
                  <a:rPr lang="en-GB" sz="1600" dirty="0"/>
                  <a:t>Scalars have </a:t>
                </a:r>
                <a:r>
                  <a:rPr lang="en-GB" sz="1600" b="1" dirty="0"/>
                  <a:t>no indices</a:t>
                </a:r>
                <a:r>
                  <a:rPr lang="en-GB" sz="1600" dirty="0"/>
                  <a:t>, e.g. ρ and p</a:t>
                </a:r>
              </a:p>
              <a:p>
                <a:r>
                  <a:rPr lang="en-GB" sz="1600" dirty="0"/>
                  <a:t>Vectors have </a:t>
                </a:r>
                <a:r>
                  <a:rPr lang="en-GB" sz="1600" b="1" dirty="0"/>
                  <a:t>one index</a:t>
                </a:r>
              </a:p>
              <a:p>
                <a:r>
                  <a:rPr lang="en-GB" sz="1600" dirty="0"/>
                  <a:t>In Cartesian coordinates, the (1,2,3) and (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sz="1600" dirty="0"/>
                  <a:t>) subscripts are often used to mean the same thing,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fr-FR" sz="1600" i="1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1866452"/>
                <a:ext cx="6107010" cy="3329492"/>
              </a:xfrm>
              <a:blipFill>
                <a:blip r:embed="rId2"/>
                <a:stretch>
                  <a:fillRect l="-299" r="-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e0795ee43d82de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857" y="1866452"/>
            <a:ext cx="5120640" cy="697892"/>
          </a:xfrm>
          <a:prstGeom prst="rect">
            <a:avLst/>
          </a:prstGeom>
        </p:spPr>
      </p:pic>
      <p:pic>
        <p:nvPicPr>
          <p:cNvPr id="7" name="Picture 6" descr="ac06b6ade08d80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857" y="3545134"/>
            <a:ext cx="5120640" cy="10839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8EF763-893F-7C36-CA4E-26F30AE26EC4}"/>
                  </a:ext>
                </a:extLst>
              </p:cNvPr>
              <p:cNvSpPr txBox="1"/>
              <p:nvPr/>
            </p:nvSpPr>
            <p:spPr>
              <a:xfrm>
                <a:off x="417503" y="5390042"/>
                <a:ext cx="9807641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 —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ᵢ</m:t>
                    </m:r>
                    <m:r>
                      <a:rPr lang="en-GB" sz="1400" b="1" i="0" dirty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GB" sz="1400" i="1" dirty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could be considered partial index notation: vector components are represented as indices, but operators (e.g. dot products) aren’t, and is a simple way of writing </a:t>
                </a:r>
                <a14:m>
                  <m:oMath xmlns:m="http://schemas.openxmlformats.org/officeDocument/2006/math"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1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 i="0" smtClean="0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1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sz="1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typical way of writing a vector in terms of basis vectors</a:t>
                </a:r>
              </a:p>
              <a:p>
                <a:endParaRPr lang="en-GB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8EF763-893F-7C36-CA4E-26F30AE26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03" y="5390042"/>
                <a:ext cx="9807641" cy="1277273"/>
              </a:xfrm>
              <a:prstGeom prst="rect">
                <a:avLst/>
              </a:prstGeom>
              <a:blipFill>
                <a:blip r:embed="rId5"/>
                <a:stretch>
                  <a:fillRect l="-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index notation — matrices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5" y="2692403"/>
            <a:ext cx="10936296" cy="3422608"/>
          </a:xfrm>
        </p:spPr>
        <p:txBody>
          <a:bodyPr wrap="square">
            <a:normAutofit/>
          </a:bodyPr>
          <a:lstStyle/>
          <a:p>
            <a:r>
              <a:rPr sz="1600" dirty="0"/>
              <a:t>Matrices have two indices: the first gives the row, the second gives the column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sz="1600" dirty="0"/>
              <a:t>The identity matrix, written in index notation, is typically called the </a:t>
            </a:r>
            <a:r>
              <a:rPr sz="1600" b="1" dirty="0"/>
              <a:t>Kronecker delta</a:t>
            </a:r>
          </a:p>
        </p:txBody>
      </p:sp>
      <p:pic>
        <p:nvPicPr>
          <p:cNvPr id="6" name="Picture 5" descr="470734ba704f72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3162709"/>
            <a:ext cx="5120640" cy="1002151"/>
          </a:xfrm>
          <a:prstGeom prst="rect">
            <a:avLst/>
          </a:prstGeom>
        </p:spPr>
      </p:pic>
      <p:pic>
        <p:nvPicPr>
          <p:cNvPr id="7" name="Picture 6" descr="684a1daaff8f42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138" y="4402969"/>
            <a:ext cx="5120640" cy="1129168"/>
          </a:xfrm>
          <a:prstGeom prst="rect">
            <a:avLst/>
          </a:prstGeom>
        </p:spPr>
      </p:pic>
      <p:pic>
        <p:nvPicPr>
          <p:cNvPr id="8" name="Picture 7" descr="e0795ee43d82dec1.png">
            <a:extLst>
              <a:ext uri="{FF2B5EF4-FFF2-40B4-BE49-F238E27FC236}">
                <a16:creationId xmlns:a16="http://schemas.microsoft.com/office/drawing/2014/main" id="{D4F96C65-16AA-D11A-954F-934AFF38D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579" y="1756402"/>
            <a:ext cx="5120640" cy="697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quantities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761488"/>
                <a:ext cx="11277674" cy="3100051"/>
              </a:xfrm>
            </p:spPr>
            <p:txBody>
              <a:bodyPr wrap="square">
                <a:normAutofit fontScale="92500" lnSpcReduction="10000"/>
              </a:bodyPr>
              <a:lstStyle/>
              <a:p>
                <a:r>
                  <a:rPr lang="en-GB" sz="1600" dirty="0"/>
                  <a:t>Everything separated by addition, subtraction or an equals sign </a:t>
                </a:r>
                <a:r>
                  <a:rPr lang="en-GB" sz="1600" b="1" dirty="0"/>
                  <a:t>must</a:t>
                </a:r>
                <a:r>
                  <a:rPr lang="en-GB" sz="1600" dirty="0"/>
                  <a:t> be the same rank — i.e. the same type of thing</a:t>
                </a:r>
              </a:p>
              <a:p>
                <a:r>
                  <a:rPr lang="en-GB" sz="1600" dirty="0"/>
                  <a:t>Probably an obvious statement, when considering our starting point for these equations, since this is equivalent to statements such as “you can't add a vector to a matrix"</a:t>
                </a:r>
              </a:p>
              <a:p>
                <a:r>
                  <a:rPr lang="en-GB" sz="1600" dirty="0"/>
                  <a:t>Similarly, everything within a set of parentheses (or within an operator) must locally also be the same thing</a:t>
                </a:r>
              </a:p>
              <a:p>
                <a:r>
                  <a:rPr lang="en-GB" sz="1600" dirty="0"/>
                  <a:t>So here, both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ᵢ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ⱼ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ᵢⱼ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have two indices, and hence are both matrices</a:t>
                </a:r>
              </a:p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ᵢⱼ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is a scalar multiplied by a matrix, so we expect a matrix</a:t>
                </a:r>
              </a:p>
              <a:p>
                <a:r>
                  <a:rPr lang="en-GB" sz="1600" dirty="0"/>
                  <a:t>As is the outer product quantity,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GB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600" dirty="0"/>
                  <a:t> , it is now very clear to see what the entries of this matrix should be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761488"/>
                <a:ext cx="11277674" cy="3100051"/>
              </a:xfrm>
              <a:blipFill>
                <a:blip r:embed="rId2"/>
                <a:stretch>
                  <a:fillRect l="-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01a3d377707f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80" y="1873692"/>
            <a:ext cx="5120640" cy="686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FDD4E-7247-9B4B-CA1B-6CCF8E7D57C9}"/>
              </a:ext>
            </a:extLst>
          </p:cNvPr>
          <p:cNvSpPr txBox="1"/>
          <p:nvPr/>
        </p:nvSpPr>
        <p:spPr>
          <a:xfrm>
            <a:off x="100584" y="896112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Addition and vector size</a:t>
            </a:r>
          </a:p>
        </p:txBody>
      </p:sp>
    </p:spTree>
    <p:extLst>
      <p:ext uri="{BB962C8B-B14F-4D97-AF65-F5344CB8AC3E}">
        <p14:creationId xmlns:p14="http://schemas.microsoft.com/office/powerpoint/2010/main" val="88821712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indices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680187"/>
                <a:ext cx="11478841" cy="3181351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We have so far avoided talking about what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1600" dirty="0"/>
                  <a:t> term is, (or how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600" dirty="0"/>
                  <a:t> affects the matrix inside the brackets)</a:t>
                </a:r>
              </a:p>
              <a:p>
                <a:r>
                  <a:rPr lang="en-GB" sz="1600" dirty="0"/>
                  <a:t>It should be a vector, 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1600" i="1" dirty="0" err="1">
                            <a:latin typeface="Cambria Math" panose="02040503050406030204" pitchFamily="18" charset="0"/>
                          </a:rPr>
                          <m:t>𝜌</m:t>
                        </m:r>
                        <m:sSub>
                          <m:sSubPr>
                            <m:ctrlPr>
                              <a:rPr lang="en-GB" sz="16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6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GB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600" dirty="0"/>
                  <a:t> are vectors</a:t>
                </a:r>
              </a:p>
              <a:p>
                <a:r>
                  <a:rPr lang="en-GB" sz="1600" dirty="0"/>
                  <a:t>It also has one index repeated (j) and one which only appears once (</a:t>
                </a:r>
                <a:r>
                  <a:rPr lang="en-GB" sz="1600" dirty="0" err="1"/>
                  <a:t>i</a:t>
                </a:r>
                <a:r>
                  <a:rPr lang="en-GB" sz="1600" dirty="0"/>
                  <a:t>)</a:t>
                </a:r>
              </a:p>
              <a:p>
                <a:r>
                  <a:rPr lang="en-GB" sz="1600" dirty="0"/>
                  <a:t>A </a:t>
                </a:r>
                <a:r>
                  <a:rPr lang="en-GB" sz="1600" b="1" dirty="0"/>
                  <a:t>free index </a:t>
                </a:r>
                <a:r>
                  <a:rPr lang="en-GB" sz="1600" dirty="0"/>
                  <a:t>(previously called a unique index) is one that appears only once per term and this is what determines what type of quantity you have</a:t>
                </a:r>
              </a:p>
              <a:p>
                <a:r>
                  <a:rPr lang="en-GB" sz="1600" dirty="0"/>
                  <a:t>Repeated indices represent a summation</a:t>
                </a:r>
                <a:endParaRPr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680187"/>
                <a:ext cx="11478841" cy="3181351"/>
              </a:xfrm>
              <a:blipFill>
                <a:blip r:embed="rId2"/>
                <a:stretch>
                  <a:fillRect l="-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01a3d377707f8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80" y="1833042"/>
            <a:ext cx="5120640" cy="6864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Repeated indices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1591056"/>
            <a:ext cx="11076505" cy="4270483"/>
          </a:xfrm>
        </p:spPr>
        <p:txBody>
          <a:bodyPr wrap="square">
            <a:normAutofit/>
          </a:bodyPr>
          <a:lstStyle/>
          <a:p>
            <a:r>
              <a:rPr sz="1600" dirty="0"/>
              <a:t>Repeated indices represent a sum over that index — the Einstein summation convention</a:t>
            </a:r>
            <a:endParaRPr lang="en-GB" sz="1600" dirty="0"/>
          </a:p>
          <a:p>
            <a:endParaRPr sz="1600" dirty="0"/>
          </a:p>
          <a:p>
            <a:endParaRPr lang="en-GB" sz="1600" dirty="0"/>
          </a:p>
          <a:p>
            <a:r>
              <a:rPr sz="1600" dirty="0"/>
              <a:t>Used for simplifying notation</a:t>
            </a:r>
            <a:r>
              <a:rPr lang="en-GB" sz="1600" dirty="0"/>
              <a:t> – we can end up with a lot of repeated indices in expressions, and writing out the sum every time (especially for nested summation) gets tiring</a:t>
            </a:r>
            <a:endParaRPr sz="1600" dirty="0"/>
          </a:p>
          <a:p>
            <a:r>
              <a:rPr sz="1600" dirty="0"/>
              <a:t>This index can be repeated in two different quantities (such as the dot product above), or within a single quantity, as in Hooke's law for stress and strain</a:t>
            </a:r>
          </a:p>
        </p:txBody>
      </p:sp>
      <p:pic>
        <p:nvPicPr>
          <p:cNvPr id="6" name="Picture 5" descr="b3b553f51edb8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2098490"/>
            <a:ext cx="5120640" cy="793108"/>
          </a:xfrm>
          <a:prstGeom prst="rect">
            <a:avLst/>
          </a:prstGeom>
        </p:spPr>
      </p:pic>
      <p:pic>
        <p:nvPicPr>
          <p:cNvPr id="7" name="Picture 6" descr="d4abcac692f562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434" y="4931383"/>
            <a:ext cx="5120640" cy="2596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5B87-658C-9644-73D5-D9C91347A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D1D1-F8C1-8E07-92D8-C803A77A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Dummy indices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0A55E-D47A-5784-9F93-BAB608003E8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17502" y="2194560"/>
            <a:ext cx="10936297" cy="4133087"/>
          </a:xfrm>
        </p:spPr>
        <p:txBody>
          <a:bodyPr wrap="square"/>
          <a:lstStyle/>
          <a:p>
            <a:r>
              <a:rPr lang="en-GB" sz="1350" dirty="0"/>
              <a:t>For free indices, the position of the index letter must be used consistently — for example these are all different quantities</a:t>
            </a:r>
          </a:p>
          <a:p>
            <a:endParaRPr lang="en-GB" dirty="0"/>
          </a:p>
          <a:p>
            <a:endParaRPr lang="en-GB" sz="1350" dirty="0"/>
          </a:p>
        </p:txBody>
      </p:sp>
      <p:pic>
        <p:nvPicPr>
          <p:cNvPr id="6" name="Picture 5" descr="45a832c37f76f72c.png">
            <a:extLst>
              <a:ext uri="{FF2B5EF4-FFF2-40B4-BE49-F238E27FC236}">
                <a16:creationId xmlns:a16="http://schemas.microsoft.com/office/drawing/2014/main" id="{53A57DE2-6DA6-81C9-4176-4CA540E65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759915"/>
            <a:ext cx="5120640" cy="2954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8A62F3-12E3-8F11-E2CF-A5F1820243C3}"/>
              </a:ext>
            </a:extLst>
          </p:cNvPr>
          <p:cNvSpPr txBox="1"/>
          <p:nvPr/>
        </p:nvSpPr>
        <p:spPr>
          <a:xfrm>
            <a:off x="5454396" y="296722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336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8175-F555-A7EF-4445-E1DA34E0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5B7C4-69D2-31D5-6D6A-0CA283C2C42D}"/>
              </a:ext>
            </a:extLst>
          </p:cNvPr>
          <p:cNvSpPr txBox="1"/>
          <p:nvPr/>
        </p:nvSpPr>
        <p:spPr>
          <a:xfrm>
            <a:off x="0" y="877824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Index position</a:t>
            </a:r>
          </a:p>
        </p:txBody>
      </p:sp>
    </p:spTree>
    <p:extLst>
      <p:ext uri="{BB962C8B-B14F-4D97-AF65-F5344CB8AC3E}">
        <p14:creationId xmlns:p14="http://schemas.microsoft.com/office/powerpoint/2010/main" val="159190025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Dummy indices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194560"/>
                <a:ext cx="10936297" cy="4133087"/>
              </a:xfrm>
            </p:spPr>
            <p:txBody>
              <a:bodyPr wrap="square"/>
              <a:lstStyle/>
              <a:p>
                <a:r>
                  <a:rPr lang="en-GB" sz="1350" dirty="0"/>
                  <a:t>For free indices, the position of the index letter must be used consistently — for example these are all different quantities</a:t>
                </a:r>
              </a:p>
              <a:p>
                <a:endParaRPr lang="en-GB" dirty="0"/>
              </a:p>
              <a:p>
                <a:endParaRPr lang="en-GB" sz="1350" dirty="0"/>
              </a:p>
              <a:p>
                <a:r>
                  <a:rPr lang="en-GB" sz="1350" dirty="0"/>
                  <a:t>However, if you have lots of sums, it doesn’t matter what letter you actually use for the sum</a:t>
                </a:r>
              </a:p>
              <a:p>
                <a:endParaRPr lang="en-GB" dirty="0"/>
              </a:p>
              <a:p>
                <a:endParaRPr lang="en-GB" sz="1350" dirty="0"/>
              </a:p>
              <a:p>
                <a:r>
                  <a:rPr lang="en-GB" sz="1350" dirty="0"/>
                  <a:t>As a result, repeated indices are sometimes known as </a:t>
                </a:r>
                <a:r>
                  <a:rPr lang="en-GB" sz="1350" b="1" dirty="0"/>
                  <a:t>dummy indices</a:t>
                </a:r>
                <a:r>
                  <a:rPr lang="en-GB" sz="1350" dirty="0"/>
                  <a:t>, because they can be freely renamed whenever you like</a:t>
                </a:r>
              </a:p>
              <a:p>
                <a:r>
                  <a:rPr lang="en-GB" sz="1350" dirty="0"/>
                  <a:t>As a result, we frequently rename repeated indices to make calculations easier to read – don’t be alarmed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3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35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35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GB" sz="1350" dirty="0"/>
                  <a:t> becomes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35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35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350" b="0" i="1" smtClean="0">
                            <a:latin typeface="Cambria Math" panose="02040503050406030204" pitchFamily="18" charset="0"/>
                          </a:rPr>
                          <m:t>𝑗𝑗</m:t>
                        </m:r>
                      </m:sub>
                    </m:sSub>
                  </m:oMath>
                </a14:m>
                <a:r>
                  <a:rPr lang="en-GB" sz="1350" dirty="0"/>
                  <a:t> in a subsequent line of a calculation – it is the same thing</a:t>
                </a:r>
                <a:endParaRPr sz="135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194560"/>
                <a:ext cx="10936297" cy="4133087"/>
              </a:xfrm>
              <a:blipFill>
                <a:blip r:embed="rId2"/>
                <a:stretch>
                  <a:fillRect l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45a832c37f76f7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759915"/>
            <a:ext cx="5120640" cy="295408"/>
          </a:xfrm>
          <a:prstGeom prst="rect">
            <a:avLst/>
          </a:prstGeom>
        </p:spPr>
      </p:pic>
      <p:pic>
        <p:nvPicPr>
          <p:cNvPr id="7" name="Picture 6" descr="0e4c2ba4def0ac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96" y="3987135"/>
            <a:ext cx="5120640" cy="7988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3F8B3A-C4C7-F523-DA3B-FA0A8EDCB6E1}"/>
              </a:ext>
            </a:extLst>
          </p:cNvPr>
          <p:cNvSpPr txBox="1"/>
          <p:nvPr/>
        </p:nvSpPr>
        <p:spPr>
          <a:xfrm>
            <a:off x="5454396" y="296722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and matrix multiplication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075688"/>
            <a:ext cx="11021641" cy="4224527"/>
          </a:xfrm>
        </p:spPr>
        <p:txBody>
          <a:bodyPr wrap="square"/>
          <a:lstStyle/>
          <a:p>
            <a:r>
              <a:rPr sz="1350" dirty="0"/>
              <a:t>We have sort of introduced this already with the dot product and the summation convention</a:t>
            </a:r>
          </a:p>
          <a:p>
            <a:r>
              <a:rPr sz="1350" dirty="0"/>
              <a:t>But</a:t>
            </a:r>
            <a:r>
              <a:rPr lang="en-GB" sz="1350" dirty="0"/>
              <a:t>, unsurprisingly, since </a:t>
            </a:r>
            <a:r>
              <a:rPr sz="1350" dirty="0"/>
              <a:t> vector-matrix and matrix-matrix multiplication involve summation over rows or columns, so these can be described using index notation to</a:t>
            </a:r>
            <a:r>
              <a:rPr lang="en-GB" sz="1350" dirty="0"/>
              <a:t>o</a:t>
            </a:r>
            <a:endParaRPr sz="1350" dirty="0"/>
          </a:p>
          <a:p>
            <a:r>
              <a:rPr sz="1350" dirty="0"/>
              <a:t>For example, since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sz="1350" dirty="0"/>
              <a:t>we can easily see this can be written</a:t>
            </a:r>
            <a:endParaRPr lang="en-GB" sz="1350" dirty="0"/>
          </a:p>
          <a:p>
            <a:endParaRPr lang="en-GB" dirty="0"/>
          </a:p>
          <a:p>
            <a:r>
              <a:rPr lang="en-GB" sz="1350" dirty="0"/>
              <a:t>Similarly</a:t>
            </a:r>
            <a:endParaRPr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uation 11"/>
              <p:cNvSpPr txBox="1"/>
              <p:nvPr/>
            </p:nvSpPr>
            <p:spPr>
              <a:xfrm>
                <a:off x="2870200" y="3378200"/>
                <a:ext cx="5334000" cy="762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8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8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sz="1800" b="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8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800" b="0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800" b="0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sz="1800" b="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8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0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1800" b="0" i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0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GB" sz="1800" b="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12" name="Equation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200" y="3378200"/>
                <a:ext cx="5334000" cy="76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 12"/>
              <p:cNvSpPr txBox="1"/>
              <p:nvPr/>
            </p:nvSpPr>
            <p:spPr>
              <a:xfrm>
                <a:off x="4140200" y="4470400"/>
                <a:ext cx="2032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GB" sz="1800" b="0" i="0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sz="1800" b="1" i="0" dirty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GB" sz="1800" b="0" i="0" dirty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13" name="Equation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200" y="4470400"/>
                <a:ext cx="2032000" cy="381000"/>
              </a:xfrm>
              <a:prstGeom prst="rect">
                <a:avLst/>
              </a:prstGeom>
              <a:blipFill>
                <a:blip r:embed="rId3"/>
                <a:stretch>
                  <a:fillRect l="-3892" b="-7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uation 13"/>
              <p:cNvSpPr txBox="1"/>
              <p:nvPr/>
            </p:nvSpPr>
            <p:spPr>
              <a:xfrm>
                <a:off x="1803400" y="5257800"/>
                <a:ext cx="20320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GB" sz="1800" b="0" i="0" dirty="0">
                          <a:latin typeface="Cambria Math" panose="02040503050406030204" pitchFamily="18" charset="0"/>
                        </a:rPr>
                        <m:t>AB</m:t>
                      </m:r>
                      <m:r>
                        <a:rPr lang="en-GB" sz="1800" b="0" i="0" dirty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GB" sz="18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1800" b="0" i="1" dirty="0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14" name="Equation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400" y="5257800"/>
                <a:ext cx="2032000" cy="381000"/>
              </a:xfrm>
              <a:prstGeom prst="rect">
                <a:avLst/>
              </a:prstGeom>
              <a:blipFill>
                <a:blip r:embed="rId4"/>
                <a:stretch>
                  <a:fillRect l="-4204" b="-8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7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Indices —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20624" y="2468880"/>
                <a:ext cx="10936224" cy="3383280"/>
              </a:xfrm>
            </p:spPr>
            <p:txBody>
              <a:bodyPr wrap="square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5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l-GR" sz="1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5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𝑖𝑖𝑗</m:t>
                        </m:r>
                      </m:sub>
                    </m:sSub>
                  </m:oMath>
                </a14:m>
                <a:r>
                  <a:rPr lang="en-GB" sz="1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500" dirty="0"/>
                  <a:t>: vector (one free index)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50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1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GB" sz="1500" dirty="0"/>
                  <a:t>: matrix (two free indices)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50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GB" sz="1500" dirty="0"/>
                  <a:t>: scalar (no free indices)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50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l-GR" sz="1500" dirty="0"/>
                  <a:t>: </a:t>
                </a:r>
                <a:r>
                  <a:rPr lang="en-GB" sz="1500" dirty="0"/>
                  <a:t>a specific entry of the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50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15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5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500" i="1" dirty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sz="15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15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5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𝑖𝑗𝑘𝑙</m:t>
                        </m:r>
                      </m:sub>
                    </m:sSub>
                  </m:oMath>
                </a14:m>
                <a:r>
                  <a:rPr lang="en-GB" sz="1500" dirty="0"/>
                  <a:t>: rank-four object (e.g. the elasticity tensor)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𝑖𝑖𝑘𝑙</m:t>
                        </m:r>
                      </m:sub>
                    </m:sSub>
                  </m:oMath>
                </a14:m>
                <a:r>
                  <a:rPr lang="en-GB" sz="1500" dirty="0"/>
                  <a:t>: matrix (two free indices)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𝑖𝑖𝑖𝑚</m:t>
                        </m:r>
                      </m:sub>
                    </m:sSub>
                  </m:oMath>
                </a14:m>
                <a:r>
                  <a:rPr lang="en-GB" sz="1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5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𝑖𝑖𝑖</m:t>
                        </m:r>
                      </m:sub>
                    </m:sSub>
                  </m:oMath>
                </a14:m>
                <a:r>
                  <a:rPr lang="en-GB" sz="15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5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5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5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GB" sz="150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1500" dirty="0"/>
                  <a:t>: ❓ ❓ ❓ something has gone wrong – check your calculations!</a:t>
                </a:r>
                <a:endParaRPr sz="15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20624" y="2468880"/>
                <a:ext cx="10936224" cy="3383280"/>
              </a:xfrm>
              <a:blipFill>
                <a:blip r:embed="rId2"/>
                <a:stretch>
                  <a:fillRect l="-167" b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to grad, div and curl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075688"/>
            <a:ext cx="11442265" cy="4389119"/>
          </a:xfrm>
        </p:spPr>
        <p:txBody>
          <a:bodyPr wrap="square"/>
          <a:lstStyle/>
          <a:p>
            <a:r>
              <a:rPr sz="1350" dirty="0"/>
              <a:t>The grad operator, ∇, is a vector operator, so can be written with index notation</a:t>
            </a:r>
            <a:endParaRPr lang="en-GB" sz="1350" dirty="0"/>
          </a:p>
          <a:p>
            <a:endParaRPr lang="en-GB" dirty="0"/>
          </a:p>
          <a:p>
            <a:endParaRPr sz="1350" dirty="0"/>
          </a:p>
          <a:p>
            <a:r>
              <a:rPr sz="1350" dirty="0"/>
              <a:t>Grad and div are now straightforward</a:t>
            </a:r>
            <a:endParaRPr lang="en-GB" sz="1350" dirty="0"/>
          </a:p>
          <a:p>
            <a:endParaRPr lang="en-GB" dirty="0"/>
          </a:p>
          <a:p>
            <a:endParaRPr sz="1350" dirty="0"/>
          </a:p>
          <a:p>
            <a:r>
              <a:rPr sz="1350" dirty="0"/>
              <a:t>Curl requires the addition of a new quantity, the </a:t>
            </a:r>
            <a:r>
              <a:rPr sz="1350" b="1" dirty="0"/>
              <a:t>Levi-Civita symbol</a:t>
            </a:r>
          </a:p>
        </p:txBody>
      </p:sp>
      <p:pic>
        <p:nvPicPr>
          <p:cNvPr id="6" name="Picture 5" descr="176d9cea015aef31.png"/>
          <p:cNvPicPr>
            <a:picLocks noChangeAspect="1"/>
          </p:cNvPicPr>
          <p:nvPr/>
        </p:nvPicPr>
        <p:blipFill>
          <a:blip r:embed="rId2"/>
          <a:srcRect r="52143"/>
          <a:stretch>
            <a:fillRect/>
          </a:stretch>
        </p:blipFill>
        <p:spPr>
          <a:xfrm>
            <a:off x="4544568" y="2554165"/>
            <a:ext cx="2450592" cy="812414"/>
          </a:xfrm>
          <a:prstGeom prst="rect">
            <a:avLst/>
          </a:prstGeom>
        </p:spPr>
      </p:pic>
      <p:pic>
        <p:nvPicPr>
          <p:cNvPr id="7" name="Picture 6" descr="69c75b52bbc87d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314" y="5430416"/>
            <a:ext cx="5120640" cy="752605"/>
          </a:xfrm>
          <a:prstGeom prst="rect">
            <a:avLst/>
          </a:prstGeom>
        </p:spPr>
      </p:pic>
      <p:pic>
        <p:nvPicPr>
          <p:cNvPr id="8" name="Picture 7" descr="176d9cea015aef31.png">
            <a:extLst>
              <a:ext uri="{FF2B5EF4-FFF2-40B4-BE49-F238E27FC236}">
                <a16:creationId xmlns:a16="http://schemas.microsoft.com/office/drawing/2014/main" id="{ADBB1D85-4C3F-E022-54B8-F006FF96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738"/>
          <a:stretch>
            <a:fillRect/>
          </a:stretch>
        </p:blipFill>
        <p:spPr>
          <a:xfrm>
            <a:off x="4575048" y="3864040"/>
            <a:ext cx="2420112" cy="812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Levi-Civita symbol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438930"/>
                <a:ext cx="11268529" cy="3669261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350" dirty="0"/>
                  <a:t>There is one free index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5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sz="1350" b="0" i="1" dirty="0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sSub>
                      <m:sSubPr>
                        <m:ctrlPr>
                          <a:rPr lang="ar-AE" sz="135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50" i="1" dirty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GB" sz="135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sz="135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35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sz="135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350" dirty="0"/>
                  <a:t>, so, as expected, this is a vector term</a:t>
                </a:r>
              </a:p>
              <a:p>
                <a:r>
                  <a:rPr lang="en-GB" sz="1350" dirty="0"/>
                  <a:t>The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350" dirty="0"/>
                  <a:t> is a matrix, and the Levi-Civita symbol a ‘3-D matrix’</a:t>
                </a:r>
              </a:p>
              <a:p>
                <a:endParaRPr lang="en-GB" dirty="0"/>
              </a:p>
              <a:p>
                <a:endParaRPr lang="en-GB" sz="1350" dirty="0"/>
              </a:p>
              <a:p>
                <a:endParaRPr lang="en-GB" sz="1350" dirty="0"/>
              </a:p>
              <a:p>
                <a:endParaRPr lang="en-GB" sz="1350" dirty="0"/>
              </a:p>
              <a:p>
                <a:r>
                  <a:rPr lang="en-GB" sz="1350" dirty="0"/>
                  <a:t>The quantity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350" dirty="0"/>
                  <a:t> then multiplies each ‘slice’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GB" sz="135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350" dirty="0"/>
              </a:p>
              <a:p>
                <a:r>
                  <a:rPr lang="en-GB" dirty="0"/>
                  <a:t>Also note that any cross product is written in index notation with the Levi-Civita symbol,</a:t>
                </a:r>
                <a:endParaRPr sz="135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438930"/>
                <a:ext cx="11268529" cy="3669261"/>
              </a:xfrm>
              <a:blipFill>
                <a:blip r:embed="rId2"/>
                <a:stretch>
                  <a:fillRect l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376017d82dba15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3396901"/>
            <a:ext cx="5120640" cy="1222480"/>
          </a:xfrm>
          <a:prstGeom prst="rect">
            <a:avLst/>
          </a:prstGeom>
        </p:spPr>
      </p:pic>
      <p:pic>
        <p:nvPicPr>
          <p:cNvPr id="7" name="Picture 6" descr="59e5d5dd572b35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631" y="5674189"/>
            <a:ext cx="3618813" cy="580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C6A256-C83F-203C-EBA5-8E960D96C19C}"/>
                  </a:ext>
                </a:extLst>
              </p:cNvPr>
              <p:cNvSpPr txBox="1"/>
              <p:nvPr/>
            </p:nvSpPr>
            <p:spPr>
              <a:xfrm>
                <a:off x="5326615" y="1839019"/>
                <a:ext cx="1796561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C6A256-C83F-203C-EBA5-8E960D96C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5" y="1839019"/>
                <a:ext cx="1796561" cy="299313"/>
              </a:xfrm>
              <a:prstGeom prst="rect">
                <a:avLst/>
              </a:prstGeom>
              <a:blipFill>
                <a:blip r:embed="rId5"/>
                <a:stretch>
                  <a:fillRect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59598CC-C5AD-9A2B-6B85-B7E3C3891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877" y="3374390"/>
            <a:ext cx="2847899" cy="1745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1F32-A36C-2A59-E374-DF18DE4A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0D876-5E93-4E43-9EBC-4D012EE01212}"/>
              </a:ext>
            </a:extLst>
          </p:cNvPr>
          <p:cNvSpPr txBox="1"/>
          <p:nvPr/>
        </p:nvSpPr>
        <p:spPr>
          <a:xfrm>
            <a:off x="0" y="932688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Levi-Civita symbol</a:t>
            </a:r>
          </a:p>
        </p:txBody>
      </p:sp>
      <p:pic>
        <p:nvPicPr>
          <p:cNvPr id="4" name="Picture 3" descr="59e5d5dd572b35d2.png">
            <a:extLst>
              <a:ext uri="{FF2B5EF4-FFF2-40B4-BE49-F238E27FC236}">
                <a16:creationId xmlns:a16="http://schemas.microsoft.com/office/drawing/2014/main" id="{6091D5F3-824C-826B-0B17-320E7C242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932688"/>
            <a:ext cx="2557272" cy="4104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59214260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0626-99F6-4036-8CAE-A44AF3187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9DC637-7083-E621-48C1-33FC6A4A00CA}"/>
              </a:ext>
            </a:extLst>
          </p:cNvPr>
          <p:cNvSpPr txBox="1"/>
          <p:nvPr/>
        </p:nvSpPr>
        <p:spPr>
          <a:xfrm>
            <a:off x="0" y="850392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Levi-Civita symbol</a:t>
            </a:r>
          </a:p>
        </p:txBody>
      </p:sp>
      <p:pic>
        <p:nvPicPr>
          <p:cNvPr id="4" name="Picture 3" descr="59e5d5dd572b35d2.png">
            <a:extLst>
              <a:ext uri="{FF2B5EF4-FFF2-40B4-BE49-F238E27FC236}">
                <a16:creationId xmlns:a16="http://schemas.microsoft.com/office/drawing/2014/main" id="{8C179CFE-9847-2149-F771-2BEC013A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850392"/>
            <a:ext cx="2557272" cy="4104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889503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calculus in index notation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5" y="2432304"/>
            <a:ext cx="11332538" cy="3868147"/>
          </a:xfrm>
        </p:spPr>
        <p:txBody>
          <a:bodyPr wrap="square">
            <a:normAutofit lnSpcReduction="10000"/>
          </a:bodyPr>
          <a:lstStyle/>
          <a:p>
            <a:r>
              <a:rPr sz="1350" dirty="0"/>
              <a:t>Working in index notation has a few advantages</a:t>
            </a:r>
          </a:p>
          <a:p>
            <a:r>
              <a:rPr sz="1350" dirty="0"/>
              <a:t>Notation for matrices, and ‘higher dimensional matrices’, is straightforward, </a:t>
            </a:r>
            <a:r>
              <a:rPr lang="en-GB" sz="1350" dirty="0"/>
              <a:t>and </a:t>
            </a:r>
            <a:r>
              <a:rPr sz="1350" dirty="0"/>
              <a:t>there is no </a:t>
            </a:r>
            <a:r>
              <a:rPr lang="en-GB" sz="1350" dirty="0"/>
              <a:t>other </a:t>
            </a:r>
            <a:r>
              <a:rPr sz="1350" dirty="0"/>
              <a:t>universal convention for these quantities</a:t>
            </a:r>
          </a:p>
          <a:p>
            <a:r>
              <a:rPr sz="1350" dirty="0"/>
              <a:t>Simplification of expressions is also more straightforward — there is no need to </a:t>
            </a:r>
            <a:r>
              <a:rPr lang="en-GB" sz="1350" dirty="0"/>
              <a:t>memorise</a:t>
            </a:r>
            <a:r>
              <a:rPr sz="1350" dirty="0"/>
              <a:t> any relationships</a:t>
            </a:r>
            <a:endParaRPr lang="en-GB" sz="1350" dirty="0"/>
          </a:p>
          <a:p>
            <a:r>
              <a:rPr lang="en-GB" dirty="0"/>
              <a:t>W</a:t>
            </a:r>
            <a:r>
              <a:rPr lang="en-GB" sz="1350" dirty="0"/>
              <a:t>ell</a:t>
            </a:r>
            <a:r>
              <a:rPr sz="1350" dirty="0"/>
              <a:t>, maybe one:</a:t>
            </a:r>
            <a:endParaRPr lang="en-GB" sz="1350" dirty="0"/>
          </a:p>
          <a:p>
            <a:endParaRPr lang="en-GB" dirty="0"/>
          </a:p>
          <a:p>
            <a:endParaRPr lang="en-GB" sz="1350" dirty="0"/>
          </a:p>
          <a:p>
            <a:r>
              <a:rPr sz="1350" dirty="0"/>
              <a:t>Dealing with derivatives is a lot easier too</a:t>
            </a:r>
            <a:endParaRPr lang="en-GB" sz="1350" dirty="0"/>
          </a:p>
          <a:p>
            <a:r>
              <a:rPr lang="en-GB" dirty="0"/>
              <a:t>This is all because</a:t>
            </a:r>
            <a:r>
              <a:rPr lang="en-GB" sz="1350" dirty="0"/>
              <a:t> </a:t>
            </a:r>
            <a:r>
              <a:rPr sz="1350" dirty="0"/>
              <a:t>in index notation you are treating </a:t>
            </a:r>
            <a:r>
              <a:rPr lang="en-GB" sz="1350" dirty="0"/>
              <a:t>everything at the level of a scalar quantity, which means you can re-order things mid-calculation without having to worry about what this quantity actually is, or whether it would make sense written down (we shall see some examples of this soon)</a:t>
            </a:r>
            <a:endParaRPr sz="1350" dirty="0"/>
          </a:p>
        </p:txBody>
      </p:sp>
      <p:pic>
        <p:nvPicPr>
          <p:cNvPr id="6" name="Picture 5" descr="dc527cba4dc3cb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33" y="4184571"/>
            <a:ext cx="5120640" cy="537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Changing indices with the Kronecker delta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2176272"/>
            <a:ext cx="11067361" cy="3849623"/>
          </a:xfrm>
        </p:spPr>
        <p:txBody>
          <a:bodyPr wrap="square"/>
          <a:lstStyle/>
          <a:p>
            <a:r>
              <a:rPr sz="1350" dirty="0"/>
              <a:t>One of the key features of vector calculus operations in index notation is using the Kronecker delta to change indices</a:t>
            </a:r>
          </a:p>
          <a:p>
            <a:r>
              <a:rPr sz="1350" dirty="0"/>
              <a:t>Sometimes this is obvious — multiplying a vector by the identity matrix does not change the vector</a:t>
            </a:r>
            <a:endParaRPr lang="en-GB" sz="1350" dirty="0"/>
          </a:p>
          <a:p>
            <a:endParaRPr lang="en-GB" sz="1350" dirty="0"/>
          </a:p>
          <a:p>
            <a:r>
              <a:rPr sz="1350" dirty="0"/>
              <a:t>Sometimes it takes a bit more thought</a:t>
            </a:r>
            <a:endParaRPr lang="en-GB" sz="1350" dirty="0"/>
          </a:p>
          <a:p>
            <a:endParaRPr sz="1350" dirty="0"/>
          </a:p>
          <a:p>
            <a:r>
              <a:rPr sz="1350" dirty="0"/>
              <a:t>And occasionally, we work backwards</a:t>
            </a:r>
          </a:p>
        </p:txBody>
      </p:sp>
      <p:pic>
        <p:nvPicPr>
          <p:cNvPr id="6" name="Picture 5" descr="6edaa1efa7fce7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3026134"/>
            <a:ext cx="1695392" cy="462583"/>
          </a:xfrm>
          <a:prstGeom prst="rect">
            <a:avLst/>
          </a:prstGeom>
        </p:spPr>
      </p:pic>
      <p:pic>
        <p:nvPicPr>
          <p:cNvPr id="7" name="Picture 6" descr="1d573525fb4524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728" y="3942769"/>
            <a:ext cx="5120640" cy="368524"/>
          </a:xfrm>
          <a:prstGeom prst="rect">
            <a:avLst/>
          </a:prstGeom>
        </p:spPr>
      </p:pic>
      <p:pic>
        <p:nvPicPr>
          <p:cNvPr id="8" name="Picture 7" descr="936dda58ebdc4c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728" y="4958607"/>
            <a:ext cx="5120640" cy="419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9E5E8-2086-D17C-177B-7BB470E5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019FC0-C26A-D655-21EA-B346A2D93F43}"/>
              </a:ext>
            </a:extLst>
          </p:cNvPr>
          <p:cNvSpPr txBox="1"/>
          <p:nvPr/>
        </p:nvSpPr>
        <p:spPr>
          <a:xfrm>
            <a:off x="0" y="841248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Kronecker delta</a:t>
            </a:r>
          </a:p>
        </p:txBody>
      </p:sp>
    </p:spTree>
    <p:extLst>
      <p:ext uri="{BB962C8B-B14F-4D97-AF65-F5344CB8AC3E}">
        <p14:creationId xmlns:p14="http://schemas.microsoft.com/office/powerpoint/2010/main" val="1372292610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 examples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2" y="1865376"/>
            <a:ext cx="11542849" cy="3996163"/>
          </a:xfrm>
        </p:spPr>
        <p:txBody>
          <a:bodyPr wrap="square"/>
          <a:lstStyle/>
          <a:p>
            <a:r>
              <a:rPr sz="1350" dirty="0"/>
              <a:t>All ‘classic’ vector calculus identities can be demonstrated using index notation</a:t>
            </a:r>
            <a:endParaRPr lang="en-GB" sz="1350" dirty="0"/>
          </a:p>
          <a:p>
            <a:endParaRPr lang="en-GB" sz="1350" dirty="0"/>
          </a:p>
        </p:txBody>
      </p:sp>
      <p:pic>
        <p:nvPicPr>
          <p:cNvPr id="6" name="Picture 5" descr="637123ea5b62f7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33" y="2349351"/>
            <a:ext cx="5120640" cy="3547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1113-9B21-7CCD-3FE2-D1B3226C5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8A4B93-D9DC-210E-D3CF-7CF57F13CB7F}"/>
              </a:ext>
            </a:extLst>
          </p:cNvPr>
          <p:cNvSpPr txBox="1"/>
          <p:nvPr/>
        </p:nvSpPr>
        <p:spPr>
          <a:xfrm>
            <a:off x="0" y="859536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Vector identities</a:t>
            </a:r>
          </a:p>
        </p:txBody>
      </p:sp>
    </p:spTree>
    <p:extLst>
      <p:ext uri="{BB962C8B-B14F-4D97-AF65-F5344CB8AC3E}">
        <p14:creationId xmlns:p14="http://schemas.microsoft.com/office/powerpoint/2010/main" val="227956303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2C619-1462-9410-E190-9C8C373F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375D-0B91-A73F-E490-6033E356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Some 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8DE7-F75C-F678-80E4-3AE946F08A5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17502" y="1865376"/>
            <a:ext cx="11542849" cy="3996163"/>
          </a:xfrm>
        </p:spPr>
        <p:txBody>
          <a:bodyPr wrap="square"/>
          <a:lstStyle/>
          <a:p>
            <a:r>
              <a:rPr sz="1350" dirty="0"/>
              <a:t>All ‘classic’ vector calculus identities can be demonstrated using index notation</a:t>
            </a:r>
            <a:endParaRPr lang="en-GB" sz="1350" dirty="0"/>
          </a:p>
          <a:p>
            <a:endParaRPr lang="en-GB" sz="1350" dirty="0"/>
          </a:p>
          <a:p>
            <a:r>
              <a:rPr sz="1350" dirty="0"/>
              <a:t>Throughout the continuum courses, we will use index notation for expressing equations in ‘desired’ forms</a:t>
            </a:r>
          </a:p>
          <a:p>
            <a:r>
              <a:rPr lang="en-GB" sz="1350" dirty="0"/>
              <a:t>For example, if we want </a:t>
            </a:r>
            <a:r>
              <a:rPr sz="1350" dirty="0"/>
              <a:t>to solve the Maxwell–Faraday equation (with</a:t>
            </a:r>
            <a:r>
              <a:rPr lang="en-GB" dirty="0"/>
              <a:t> a few</a:t>
            </a:r>
            <a:r>
              <a:rPr lang="en-GB" sz="1350" dirty="0"/>
              <a:t> </a:t>
            </a:r>
            <a:r>
              <a:rPr sz="1350" dirty="0"/>
              <a:t>other coupled equations, </a:t>
            </a:r>
            <a:r>
              <a:rPr lang="en-GB" sz="1350" dirty="0"/>
              <a:t>and </a:t>
            </a:r>
            <a:r>
              <a:rPr sz="1350" dirty="0"/>
              <a:t>using Ohm's law)</a:t>
            </a:r>
            <a:r>
              <a:rPr lang="en-GB" sz="1350" dirty="0"/>
              <a:t>,</a:t>
            </a:r>
            <a:br>
              <a:rPr lang="en-GB" sz="1350" dirty="0"/>
            </a:br>
            <a:br>
              <a:rPr lang="en-GB" sz="1350" dirty="0"/>
            </a:br>
            <a:br>
              <a:rPr lang="en-GB" sz="1350" dirty="0"/>
            </a:br>
            <a:br>
              <a:rPr lang="en-GB" sz="1350" dirty="0"/>
            </a:br>
            <a:r>
              <a:rPr lang="en-GB" sz="1350" dirty="0"/>
              <a:t>then </a:t>
            </a:r>
            <a:r>
              <a:rPr sz="1350" dirty="0"/>
              <a:t>it is often desirable to express all spatial derivatives through a divergence operator</a:t>
            </a:r>
          </a:p>
        </p:txBody>
      </p:sp>
      <p:pic>
        <p:nvPicPr>
          <p:cNvPr id="6" name="Picture 5" descr="637123ea5b62f7ff.png">
            <a:extLst>
              <a:ext uri="{FF2B5EF4-FFF2-40B4-BE49-F238E27FC236}">
                <a16:creationId xmlns:a16="http://schemas.microsoft.com/office/drawing/2014/main" id="{B872EE50-B74C-81EE-DF47-26DCA4F20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33" y="2349351"/>
            <a:ext cx="5120640" cy="354770"/>
          </a:xfrm>
          <a:prstGeom prst="rect">
            <a:avLst/>
          </a:prstGeom>
        </p:spPr>
      </p:pic>
      <p:pic>
        <p:nvPicPr>
          <p:cNvPr id="7" name="Picture 6" descr="b94f10598bf187b6.png">
            <a:extLst>
              <a:ext uri="{FF2B5EF4-FFF2-40B4-BE49-F238E27FC236}">
                <a16:creationId xmlns:a16="http://schemas.microsoft.com/office/drawing/2014/main" id="{3A3F42B4-3E86-6CA6-B6FC-B5A8E167B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606" y="3730888"/>
            <a:ext cx="5120640" cy="525768"/>
          </a:xfrm>
          <a:prstGeom prst="rect">
            <a:avLst/>
          </a:prstGeom>
        </p:spPr>
      </p:pic>
      <p:pic>
        <p:nvPicPr>
          <p:cNvPr id="8" name="Picture 7" descr="77536188ed66fbde.png">
            <a:extLst>
              <a:ext uri="{FF2B5EF4-FFF2-40B4-BE49-F238E27FC236}">
                <a16:creationId xmlns:a16="http://schemas.microsoft.com/office/drawing/2014/main" id="{C8FB9467-02AA-C5D9-2DC5-3F2F2D0AA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184" y="5082269"/>
            <a:ext cx="3913632" cy="64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2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DACEF-D2DE-1B4B-9762-6868C47E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74AEA-7DF7-105A-ED3F-1A954BC76F8B}"/>
              </a:ext>
            </a:extLst>
          </p:cNvPr>
          <p:cNvSpPr txBox="1"/>
          <p:nvPr/>
        </p:nvSpPr>
        <p:spPr>
          <a:xfrm>
            <a:off x="0" y="932688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Maxwell-Faraday equation</a:t>
            </a:r>
          </a:p>
        </p:txBody>
      </p:sp>
      <p:pic>
        <p:nvPicPr>
          <p:cNvPr id="4" name="Picture 3" descr="b94f10598bf187b6.png">
            <a:extLst>
              <a:ext uri="{FF2B5EF4-FFF2-40B4-BE49-F238E27FC236}">
                <a16:creationId xmlns:a16="http://schemas.microsoft.com/office/drawing/2014/main" id="{0AA3F802-5B77-1462-D0C7-BE4E758EA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94" y="854470"/>
            <a:ext cx="5120640" cy="5257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0398997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disclaimer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672354"/>
                <a:ext cx="11076505" cy="4189185"/>
              </a:xfrm>
            </p:spPr>
            <p:txBody>
              <a:bodyPr wrap="square">
                <a:normAutofit/>
              </a:bodyPr>
              <a:lstStyle/>
              <a:p>
                <a:r>
                  <a:rPr lang="en-GB" sz="1600" dirty="0"/>
                  <a:t>Technically, index notation does not just use subscripts, but also superscripts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Because we tend to focus on Cartesian coordinates, we ignore this distinction (we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ar-AE" sz="16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ar-AE" sz="1600" dirty="0"/>
                  <a:t> </a:t>
                </a:r>
                <a:r>
                  <a:rPr lang="en-GB" sz="1600" dirty="0"/>
                  <a:t>and so on)</a:t>
                </a:r>
              </a:p>
              <a:p>
                <a:r>
                  <a:rPr lang="en-GB" sz="1600" dirty="0"/>
                  <a:t>But in more general coordinate systems this is not true, and a transformation is required to move between the two forms</a:t>
                </a:r>
              </a:p>
              <a:p>
                <a:r>
                  <a:rPr lang="en-GB" sz="1600" dirty="0"/>
                  <a:t>We rarely encounter this in this MPhil; we even write non-Cartesian coordinates in a ‘Cartesian-like’ manner</a:t>
                </a:r>
              </a:p>
              <a:p>
                <a:r>
                  <a:rPr lang="en-GB" sz="1600" dirty="0"/>
                  <a:t>Fusion plasma equilibrium literature is one notable exception — non-orthogonal coordinate systems are common in much of the traditional literature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672354"/>
                <a:ext cx="11076505" cy="4189185"/>
              </a:xfrm>
              <a:blipFill>
                <a:blip r:embed="rId2"/>
                <a:stretch>
                  <a:fillRect l="-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952cdea59b6f2e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468" y="2132119"/>
            <a:ext cx="3941064" cy="1085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Tensors</a:t>
            </a:r>
          </a:p>
        </p:txBody>
      </p:sp>
      <p:pic>
        <p:nvPicPr>
          <p:cNvPr id="4" name="Picture 3" descr="The diagram illustrates a multi-layered structure, where each layer has a specific rank, and connections are denoted by arrows and labels, including mathematical variables and indices.&#10;&#10;AI-generated content may be incorrect.">
            <a:extLst>
              <a:ext uri="{FF2B5EF4-FFF2-40B4-BE49-F238E27FC236}">
                <a16:creationId xmlns:a16="http://schemas.microsoft.com/office/drawing/2014/main" id="{05362348-C77D-918B-ECC2-5FE8769F4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054" y="2758315"/>
            <a:ext cx="6677891" cy="364248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1672354"/>
                <a:ext cx="11158801" cy="4189185"/>
              </a:xfrm>
            </p:spPr>
            <p:txBody>
              <a:bodyPr wrap="square"/>
              <a:lstStyle/>
              <a:p>
                <a:r>
                  <a:rPr lang="en-GB" sz="1350" dirty="0"/>
                  <a:t>Using index notation makes it easy to write down a ‘three-dimensional matrix’ in a straightforward way</a:t>
                </a:r>
              </a:p>
              <a:p>
                <a:r>
                  <a:rPr lang="en-GB" sz="1350" dirty="0"/>
                  <a:t>It is common to refer to these sorts of quantities as </a:t>
                </a:r>
                <a:r>
                  <a:rPr lang="en-GB" sz="1350" b="1" dirty="0"/>
                  <a:t>tensors</a:t>
                </a:r>
                <a:r>
                  <a:rPr lang="en-GB" sz="1350" dirty="0"/>
                  <a:t>, though in reality, tensors have a slightly stricter definition</a:t>
                </a:r>
              </a:p>
              <a:p>
                <a:r>
                  <a:rPr lang="en-GB" sz="1350" dirty="0"/>
                  <a:t>This starts with vectors, which are expressed in a given coordinate system through </a:t>
                </a:r>
                <a:r>
                  <a:rPr lang="en-GB" sz="1350" b="1" dirty="0"/>
                  <a:t>basis vectors</a:t>
                </a:r>
              </a:p>
              <a:p>
                <a:endParaRPr lang="en-GB" b="1" dirty="0"/>
              </a:p>
              <a:p>
                <a:endParaRPr lang="en-GB" sz="1350" b="1" dirty="0"/>
              </a:p>
              <a:p>
                <a:r>
                  <a:rPr lang="en-GB" sz="1350" dirty="0"/>
                  <a:t>For example, we may have Cartesian basis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5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50" b="1" i="0" smtClean="0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ar-AE" sz="135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GB" sz="13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GB" dirty="0"/>
                  <a:t>,</a:t>
                </a:r>
                <a:r>
                  <a:rPr lang="el-GR" sz="1350" dirty="0"/>
                  <a:t> (</a:t>
                </a:r>
                <a:r>
                  <a:rPr lang="en-GB" sz="1350" dirty="0"/>
                  <a:t>often written </a:t>
                </a:r>
                <a14:m>
                  <m:oMath xmlns:m="http://schemas.openxmlformats.org/officeDocument/2006/math">
                    <m:r>
                      <a:rPr lang="en-GB" sz="1350" b="1" i="0" dirty="0" smtClean="0">
                        <a:latin typeface="Cambria Math" panose="02040503050406030204" pitchFamily="18" charset="0"/>
                      </a:rPr>
                      <m:t>𝐢</m:t>
                    </m:r>
                  </m:oMath>
                </a14:m>
                <a:r>
                  <a:rPr lang="en-GB" sz="1350" dirty="0"/>
                  <a:t>, </a:t>
                </a:r>
                <a14:m>
                  <m:oMath xmlns:m="http://schemas.openxmlformats.org/officeDocument/2006/math">
                    <m:r>
                      <a:rPr lang="en-GB" sz="1350" b="1" i="0" dirty="0" smtClean="0">
                        <a:latin typeface="Cambria Math" panose="02040503050406030204" pitchFamily="18" charset="0"/>
                      </a:rPr>
                      <m:t>𝐣</m:t>
                    </m:r>
                  </m:oMath>
                </a14:m>
                <a:r>
                  <a:rPr lang="en-GB" sz="1350" dirty="0"/>
                  <a:t>, </a:t>
                </a:r>
                <a14:m>
                  <m:oMath xmlns:m="http://schemas.openxmlformats.org/officeDocument/2006/math">
                    <m:r>
                      <a:rPr lang="en-GB" sz="1350" b="1" i="0" dirty="0" smtClean="0"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lang="en-GB" sz="1350" dirty="0"/>
                  <a:t>), or spherical polar basis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:endParaRPr lang="el-GR" sz="1350" dirty="0"/>
              </a:p>
              <a:p>
                <a:r>
                  <a:rPr lang="en-GB" sz="1350" dirty="0"/>
                  <a:t>Coordinates transform through</a:t>
                </a:r>
                <a:endParaRPr sz="135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1672354"/>
                <a:ext cx="11158801" cy="4189185"/>
              </a:xfrm>
              <a:blipFill>
                <a:blip r:embed="rId2"/>
                <a:stretch>
                  <a:fillRect l="-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b5ba155db437e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80" y="4753238"/>
            <a:ext cx="5120640" cy="7094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8150ED-A7A8-9BE6-94C5-5C6B9B5D0ADD}"/>
                  </a:ext>
                </a:extLst>
              </p:cNvPr>
              <p:cNvSpPr txBox="1"/>
              <p:nvPr/>
            </p:nvSpPr>
            <p:spPr>
              <a:xfrm>
                <a:off x="4580089" y="3005207"/>
                <a:ext cx="2423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8150ED-A7A8-9BE6-94C5-5C6B9B5D0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089" y="3005207"/>
                <a:ext cx="2423932" cy="276999"/>
              </a:xfrm>
              <a:prstGeom prst="rect">
                <a:avLst/>
              </a:prstGeom>
              <a:blipFill>
                <a:blip r:embed="rId4"/>
                <a:stretch>
                  <a:fillRect l="-1005" r="-503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A6E4E-E9FE-1D28-876E-75AC44A8550C}"/>
                  </a:ext>
                </a:extLst>
              </p:cNvPr>
              <p:cNvSpPr txBox="1"/>
              <p:nvPr/>
            </p:nvSpPr>
            <p:spPr>
              <a:xfrm>
                <a:off x="4393692" y="3429000"/>
                <a:ext cx="2796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𝐞</m:t>
                          </m:r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𝐞</m:t>
                          </m:r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𝐞</m:t>
                          </m:r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EA6E4E-E9FE-1D28-876E-75AC44A85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692" y="3429000"/>
                <a:ext cx="2796727" cy="276999"/>
              </a:xfrm>
              <a:prstGeom prst="rect">
                <a:avLst/>
              </a:prstGeom>
              <a:blipFill>
                <a:blip r:embed="rId5"/>
                <a:stretch>
                  <a:fillRect l="-871" t="-4444" r="-436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DB29518-3C13-5EB9-62D0-E768A3FAD766}"/>
              </a:ext>
            </a:extLst>
          </p:cNvPr>
          <p:cNvSpPr txBox="1"/>
          <p:nvPr/>
        </p:nvSpPr>
        <p:spPr>
          <a:xfrm>
            <a:off x="5449824" y="5632704"/>
            <a:ext cx="5458968" cy="6987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Note – these last two typically correspond specifically to rotation or linear transformation of a coordinate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40B315-94DA-E5B4-42D9-61B839D47229}"/>
              </a:ext>
            </a:extLst>
          </p:cNvPr>
          <p:cNvSpPr txBox="1"/>
          <p:nvPr/>
        </p:nvSpPr>
        <p:spPr>
          <a:xfrm>
            <a:off x="537934" y="5711628"/>
            <a:ext cx="2836202" cy="3755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Jacobian matrix, or just Jacobian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BFE68C-7C9E-3243-9730-A0D1316E3745}"/>
              </a:ext>
            </a:extLst>
          </p:cNvPr>
          <p:cNvCxnSpPr>
            <a:stCxn id="11" idx="3"/>
          </p:cNvCxnSpPr>
          <p:nvPr/>
        </p:nvCxnSpPr>
        <p:spPr>
          <a:xfrm flipV="1">
            <a:off x="3374136" y="5394960"/>
            <a:ext cx="685800" cy="504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/>
      <p:bldP spid="8" grpId="0"/>
      <p:bldP spid="9" grpId="0" animBg="1"/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551A-6F4E-9CC8-F7D6-B7C646FE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1110FB-7055-E086-26D2-42449DCF04E0}"/>
              </a:ext>
            </a:extLst>
          </p:cNvPr>
          <p:cNvSpPr txBox="1"/>
          <p:nvPr/>
        </p:nvSpPr>
        <p:spPr>
          <a:xfrm>
            <a:off x="0" y="859536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Vector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27160303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F762D-E9B0-9707-8C86-7FD7E465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5B7439-E710-806C-8A35-8325F48BA2B3}"/>
              </a:ext>
            </a:extLst>
          </p:cNvPr>
          <p:cNvSpPr txBox="1"/>
          <p:nvPr/>
        </p:nvSpPr>
        <p:spPr>
          <a:xfrm>
            <a:off x="0" y="859536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Vector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38831706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6642-030B-B9CD-976C-FE9C03D6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68355-3C4F-DE9A-E05A-34CB275D64EF}"/>
              </a:ext>
            </a:extLst>
          </p:cNvPr>
          <p:cNvSpPr txBox="1"/>
          <p:nvPr/>
        </p:nvSpPr>
        <p:spPr>
          <a:xfrm>
            <a:off x="0" y="859536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Vector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795560636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care about tensors?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1"/>
          </p:nvPr>
        </p:nvSpPr>
        <p:spPr>
          <a:xfrm>
            <a:off x="417505" y="1802708"/>
            <a:ext cx="11030785" cy="4416787"/>
          </a:xfrm>
        </p:spPr>
        <p:txBody>
          <a:bodyPr wrap="square">
            <a:normAutofit/>
          </a:bodyPr>
          <a:lstStyle/>
          <a:p>
            <a:r>
              <a:rPr sz="1350" dirty="0"/>
              <a:t>Vectors can always be transformed through the Jacobian</a:t>
            </a:r>
          </a:p>
          <a:p>
            <a:r>
              <a:rPr sz="1350" dirty="0"/>
              <a:t>A tensor is a </a:t>
            </a:r>
            <a:r>
              <a:rPr sz="1350" dirty="0" err="1"/>
              <a:t>generalisation</a:t>
            </a:r>
            <a:r>
              <a:rPr sz="1350" dirty="0"/>
              <a:t> of this</a:t>
            </a:r>
            <a:r>
              <a:rPr lang="en-GB" sz="1350" dirty="0"/>
              <a:t> – a</a:t>
            </a:r>
            <a:r>
              <a:rPr sz="1350" dirty="0" err="1"/>
              <a:t>ny</a:t>
            </a:r>
            <a:r>
              <a:rPr sz="1350" dirty="0"/>
              <a:t> quantity that also transforms according to these </a:t>
            </a:r>
            <a:r>
              <a:rPr lang="en-GB" sz="1350" dirty="0"/>
              <a:t>transformation </a:t>
            </a:r>
            <a:r>
              <a:rPr sz="1350" dirty="0"/>
              <a:t>rules</a:t>
            </a:r>
            <a:r>
              <a:rPr lang="en-GB" sz="1350" dirty="0"/>
              <a:t>, e.g.</a:t>
            </a:r>
          </a:p>
          <a:p>
            <a:endParaRPr sz="1350" dirty="0"/>
          </a:p>
          <a:p>
            <a:r>
              <a:rPr sz="1350" dirty="0"/>
              <a:t>The number of indices is also known as its </a:t>
            </a:r>
            <a:r>
              <a:rPr sz="1350" b="1" dirty="0"/>
              <a:t>rank</a:t>
            </a:r>
          </a:p>
          <a:p>
            <a:r>
              <a:rPr sz="1350" dirty="0"/>
              <a:t>One of the key aspects of a tensor is that the quantity represents the same </a:t>
            </a:r>
            <a:r>
              <a:rPr lang="en-GB" sz="1350" dirty="0"/>
              <a:t>physical </a:t>
            </a:r>
            <a:r>
              <a:rPr sz="1350" dirty="0"/>
              <a:t>thing, </a:t>
            </a:r>
            <a:r>
              <a:rPr sz="1350" b="1" dirty="0"/>
              <a:t>no matter what coordinate system we are working in</a:t>
            </a:r>
            <a:r>
              <a:rPr sz="1350" dirty="0"/>
              <a:t> (though individual entries will, of course, be different)</a:t>
            </a:r>
          </a:p>
          <a:p>
            <a:r>
              <a:rPr sz="1350" dirty="0"/>
              <a:t>This is important for consistent definitions of quantities such as stress, or elastic deformation </a:t>
            </a:r>
            <a:endParaRPr lang="en-GB" sz="1350" dirty="0"/>
          </a:p>
          <a:p>
            <a:r>
              <a:rPr lang="en-GB" dirty="0"/>
              <a:t>Though perhaps easiest to understand through quantities such as speed, which is the magnitude of velocity; if computing the magnitude of a velocity in different coordinate systems gave different answers, it would not be a tensor (but, fortunately, this is not the case)</a:t>
            </a:r>
            <a:endParaRPr lang="en-GB" sz="1350" dirty="0"/>
          </a:p>
          <a:p>
            <a:r>
              <a:rPr lang="en-GB" dirty="0"/>
              <a:t>W</a:t>
            </a:r>
            <a:r>
              <a:rPr sz="1350" dirty="0"/>
              <a:t>e see this importance in </a:t>
            </a:r>
            <a:r>
              <a:rPr sz="1350" b="1" dirty="0"/>
              <a:t>invariant quantities</a:t>
            </a:r>
          </a:p>
        </p:txBody>
      </p:sp>
      <p:pic>
        <p:nvPicPr>
          <p:cNvPr id="6" name="Picture 5" descr="8563dce4d90a2f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333" y="2767518"/>
            <a:ext cx="5120640" cy="298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Invariant quantities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3" y="2156908"/>
                <a:ext cx="10936296" cy="3910405"/>
              </a:xfrm>
            </p:spPr>
            <p:txBody>
              <a:bodyPr wrap="square">
                <a:normAutofit fontScale="92500" lnSpcReduction="10000"/>
              </a:bodyPr>
              <a:lstStyle/>
              <a:p>
                <a:r>
                  <a:rPr sz="1600" dirty="0"/>
                  <a:t>Invariant quantities are those which are the same, no matter the coordinate system</a:t>
                </a:r>
                <a:r>
                  <a:rPr lang="en-GB" sz="1600" dirty="0"/>
                  <a:t> used to compute them</a:t>
                </a:r>
              </a:p>
              <a:p>
                <a:r>
                  <a:rPr sz="1600" dirty="0"/>
                  <a:t>For a rank-2 tensor, the invariant quantities come from finding its eigenvalues</a:t>
                </a:r>
                <a:r>
                  <a:rPr lang="en-GB" sz="1600" dirty="0"/>
                  <a:t> (if you’ve forgotten what eigenvalues are, we will cover them in much more detail soon!)</a:t>
                </a:r>
              </a:p>
              <a:p>
                <a:endParaRPr lang="en-GB" sz="1600" dirty="0"/>
              </a:p>
              <a:p>
                <a:endParaRPr sz="1600" dirty="0"/>
              </a:p>
              <a:p>
                <a:r>
                  <a:rPr sz="1600" dirty="0"/>
                  <a:t>This determinant can be written as a cubic </a:t>
                </a:r>
                <a:r>
                  <a:rPr lang="en-GB" sz="1600" dirty="0"/>
                  <a:t>equation with three coefficients</a:t>
                </a:r>
              </a:p>
              <a:p>
                <a:endParaRPr sz="1600" dirty="0"/>
              </a:p>
              <a:p>
                <a:endParaRPr lang="en-GB" sz="1600" dirty="0"/>
              </a:p>
              <a:p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600" i="1" dirty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sz="1600" dirty="0"/>
                  <a:t>,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₂</m:t>
                    </m:r>
                  </m:oMath>
                </a14:m>
                <a:r>
                  <a:rPr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sz="1600" dirty="0"/>
                  <a:t> are the </a:t>
                </a:r>
                <a:r>
                  <a:rPr sz="1600" b="1" dirty="0"/>
                  <a:t>invariants</a:t>
                </a:r>
                <a:r>
                  <a:rPr sz="1600" dirty="0"/>
                  <a:t> of a rank-2 tensor in 3D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3" y="2156908"/>
                <a:ext cx="10936296" cy="3910405"/>
              </a:xfrm>
              <a:blipFill>
                <a:blip r:embed="rId3"/>
                <a:stretch>
                  <a:fillRect l="-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605e74e3529a4f59.png"/>
          <p:cNvPicPr>
            <a:picLocks noChangeAspect="1"/>
          </p:cNvPicPr>
          <p:nvPr/>
        </p:nvPicPr>
        <p:blipFill>
          <a:blip r:embed="rId4"/>
          <a:srcRect r="46610"/>
          <a:stretch>
            <a:fillRect/>
          </a:stretch>
        </p:blipFill>
        <p:spPr>
          <a:xfrm>
            <a:off x="5144109" y="3260683"/>
            <a:ext cx="2733914" cy="722209"/>
          </a:xfrm>
          <a:prstGeom prst="rect">
            <a:avLst/>
          </a:prstGeom>
        </p:spPr>
      </p:pic>
      <p:pic>
        <p:nvPicPr>
          <p:cNvPr id="8" name="Picture 7" descr="605e74e3529a4f59.png">
            <a:extLst>
              <a:ext uri="{FF2B5EF4-FFF2-40B4-BE49-F238E27FC236}">
                <a16:creationId xmlns:a16="http://schemas.microsoft.com/office/drawing/2014/main" id="{3C17812D-47A8-75B5-3ECB-F2323F84A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99"/>
          <a:stretch>
            <a:fillRect/>
          </a:stretch>
        </p:blipFill>
        <p:spPr>
          <a:xfrm>
            <a:off x="7395881" y="4212396"/>
            <a:ext cx="2181435" cy="722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59D19C-7040-C454-7381-8508F807C0B6}"/>
                  </a:ext>
                </a:extLst>
              </p:cNvPr>
              <p:cNvSpPr txBox="1"/>
              <p:nvPr/>
            </p:nvSpPr>
            <p:spPr>
              <a:xfrm>
                <a:off x="838201" y="4964658"/>
                <a:ext cx="34462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59D19C-7040-C454-7381-8508F807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4964658"/>
                <a:ext cx="3446200" cy="276999"/>
              </a:xfrm>
              <a:prstGeom prst="rect">
                <a:avLst/>
              </a:prstGeom>
              <a:blipFill>
                <a:blip r:embed="rId5"/>
                <a:stretch>
                  <a:fillRect l="-1416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A6B39D-2EC3-3849-C1CC-B6A030CF3EEA}"/>
                  </a:ext>
                </a:extLst>
              </p:cNvPr>
              <p:cNvSpPr txBox="1"/>
              <p:nvPr/>
            </p:nvSpPr>
            <p:spPr>
              <a:xfrm>
                <a:off x="9419279" y="4964657"/>
                <a:ext cx="11405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i="1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GB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A6B39D-2EC3-3849-C1CC-B6A030CF3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279" y="4964657"/>
                <a:ext cx="1140569" cy="276999"/>
              </a:xfrm>
              <a:prstGeom prst="rect">
                <a:avLst/>
              </a:prstGeom>
              <a:blipFill>
                <a:blip r:embed="rId6"/>
                <a:stretch>
                  <a:fillRect l="-4278" t="-2174" r="-748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EBC16B-0DAA-666A-6A18-716C06FAFAFD}"/>
                  </a:ext>
                </a:extLst>
              </p:cNvPr>
              <p:cNvSpPr txBox="1"/>
              <p:nvPr/>
            </p:nvSpPr>
            <p:spPr>
              <a:xfrm>
                <a:off x="4627843" y="4827365"/>
                <a:ext cx="4496167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tr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EBC16B-0DAA-666A-6A18-716C06FAF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843" y="4827365"/>
                <a:ext cx="4496167" cy="5186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/>
      <p:bldP spid="10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Invariants, pressure and stress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065468"/>
                <a:ext cx="5678497" cy="3796071"/>
              </a:xfrm>
            </p:spPr>
            <p:txBody>
              <a:bodyPr wrap="square"/>
              <a:lstStyle/>
              <a:p>
                <a:r>
                  <a:rPr lang="en-GB" sz="1350" dirty="0"/>
                  <a:t>When modelling any continuum material, stress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3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35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1350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1350" dirty="0"/>
                  <a:t>) is a rank-2 tensor which describes how the material is being pushed (or pulled) in any direction</a:t>
                </a:r>
              </a:p>
              <a:p>
                <a:r>
                  <a:rPr lang="en-GB" sz="1350" dirty="0"/>
                  <a:t>Pressure (</a:t>
                </a:r>
                <a14:m>
                  <m:oMath xmlns:m="http://schemas.openxmlformats.org/officeDocument/2006/math">
                    <m:r>
                      <a:rPr lang="en-GB" sz="135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350" dirty="0"/>
                  <a:t>) is a scalar quantity, which gives some information about how much stress the material is under</a:t>
                </a:r>
              </a:p>
              <a:p>
                <a:r>
                  <a:rPr lang="en-GB" sz="1350" dirty="0"/>
                  <a:t>Perhaps unsurprisingly, the pressure experienced at any point within a material does not depend on the coordinate system used to calculate it — it is an invariant quantity</a:t>
                </a:r>
                <a:endParaRPr sz="135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065468"/>
                <a:ext cx="5678497" cy="3796071"/>
              </a:xfrm>
              <a:blipFill>
                <a:blip r:embed="rId2"/>
                <a:stretch>
                  <a:fillRect l="-107" r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e1ac02044750c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570" y="5150503"/>
            <a:ext cx="3192332" cy="596292"/>
          </a:xfrm>
          <a:prstGeom prst="rect">
            <a:avLst/>
          </a:prstGeom>
        </p:spPr>
      </p:pic>
      <p:pic>
        <p:nvPicPr>
          <p:cNvPr id="8" name="Picture 7" descr="The image shows a close-up of a measuring tape with a rainbow spectrum, and the extracted text appears to be numerical values, possibly denoting measurements or positions on the tape.&#10;&#10;AI-generated content may be incorrect.">
            <a:extLst>
              <a:ext uri="{FF2B5EF4-FFF2-40B4-BE49-F238E27FC236}">
                <a16:creationId xmlns:a16="http://schemas.microsoft.com/office/drawing/2014/main" id="{7001255D-5DF5-F1D4-9B92-1BF846874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676" y="1645920"/>
            <a:ext cx="4977204" cy="37329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09E026-979D-67FC-BD02-181B1891272F}"/>
              </a:ext>
            </a:extLst>
          </p:cNvPr>
          <p:cNvSpPr txBox="1"/>
          <p:nvPr/>
        </p:nvSpPr>
        <p:spPr>
          <a:xfrm>
            <a:off x="6831106" y="5532399"/>
            <a:ext cx="4631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Source: By Nevit Dilmen - Self-photographed, CC BY-SA 3.0, https://commons.wikimedia.org/w/index.php?curid=3821227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Matrices which aren't tensors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17502" y="2130014"/>
                <a:ext cx="11351363" cy="3731525"/>
              </a:xfrm>
            </p:spPr>
            <p:txBody>
              <a:bodyPr wrap="square"/>
              <a:lstStyle/>
              <a:p>
                <a:r>
                  <a:rPr lang="en-GB" sz="1350" dirty="0"/>
                  <a:t>Every rank-2 tensor is a matrix, but not every matrix is a tensor</a:t>
                </a:r>
              </a:p>
              <a:p>
                <a:r>
                  <a:rPr lang="en-GB" dirty="0"/>
                  <a:t>Trivially, any matrix given just as numbers, but without a coordinate system, will not be a tensor</a:t>
                </a:r>
                <a:endParaRPr lang="en-GB" sz="1350" dirty="0"/>
              </a:p>
              <a:p>
                <a:r>
                  <a:rPr lang="en-GB" sz="1350" dirty="0"/>
                  <a:t>More importantly, though, t</a:t>
                </a:r>
                <a:r>
                  <a:rPr sz="1350" dirty="0"/>
                  <a:t>here are two commonly encountered quantities which are matrices</a:t>
                </a:r>
                <a:r>
                  <a:rPr lang="en-GB" sz="1350" dirty="0"/>
                  <a:t>, relate obviously to coordinate directions</a:t>
                </a:r>
                <a:r>
                  <a:rPr sz="1350" dirty="0"/>
                  <a:t>, but </a:t>
                </a:r>
                <a:r>
                  <a:rPr lang="en-GB" sz="1350" dirty="0"/>
                  <a:t>are </a:t>
                </a:r>
                <a:r>
                  <a:rPr sz="1350" dirty="0"/>
                  <a:t>not tensors</a:t>
                </a:r>
              </a:p>
              <a:p>
                <a:r>
                  <a:rPr sz="1350" dirty="0"/>
                  <a:t>The first is the coordinate transformation</a:t>
                </a:r>
                <a:r>
                  <a:rPr lang="en-GB" sz="1350" dirty="0"/>
                  <a:t>, or Jacobian</a:t>
                </a:r>
              </a:p>
              <a:p>
                <a:endParaRPr sz="1350" dirty="0"/>
              </a:p>
              <a:p>
                <a:r>
                  <a:rPr sz="1350" dirty="0"/>
                  <a:t>The second is the </a:t>
                </a:r>
                <a:r>
                  <a:rPr sz="1350" b="1" dirty="0"/>
                  <a:t>deformation gradient</a:t>
                </a:r>
                <a:r>
                  <a:rPr sz="1350" dirty="0"/>
                  <a:t>, Fᵢⱼ — this transforms an infinitesimal particle from its reference configuration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35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sz="1350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sz="1350" dirty="0"/>
                  <a:t> to its current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35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GB" sz="1350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sz="1350" dirty="0"/>
                  <a:t>, by deformation</a:t>
                </a:r>
                <a:r>
                  <a:rPr lang="en-GB" sz="1350" dirty="0"/>
                  <a:t> (squashing and expanding)</a:t>
                </a:r>
                <a:r>
                  <a:rPr sz="1350" dirty="0"/>
                  <a:t> alone (no rotation or translation)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17502" y="2130014"/>
                <a:ext cx="11351363" cy="3731525"/>
              </a:xfrm>
              <a:blipFill>
                <a:blip r:embed="rId2"/>
                <a:stretch>
                  <a:fillRect l="-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592824ccfb93a3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776" y="3878606"/>
            <a:ext cx="3611880" cy="697942"/>
          </a:xfrm>
          <a:prstGeom prst="rect">
            <a:avLst/>
          </a:prstGeom>
        </p:spPr>
      </p:pic>
      <p:pic>
        <p:nvPicPr>
          <p:cNvPr id="7" name="Picture 6" descr="698d6951b75053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017" y="5100561"/>
            <a:ext cx="1822889" cy="9821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these matrices?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1"/>
              </p:nvPr>
            </p:nvSpPr>
            <p:spPr>
              <a:xfrm>
                <a:off x="420624" y="2468880"/>
                <a:ext cx="10936224" cy="3383280"/>
              </a:xfrm>
            </p:spPr>
            <p:txBody>
              <a:bodyPr wrap="square"/>
              <a:lstStyle/>
              <a:p>
                <a:r>
                  <a:rPr sz="1500" dirty="0"/>
                  <a:t>Both these examples take one vector (</a:t>
                </a:r>
                <a14:m>
                  <m:oMath xmlns:m="http://schemas.openxmlformats.org/officeDocument/2006/math"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𝐞</m:t>
                    </m:r>
                    <m:r>
                      <a:rPr lang="en-GB" sz="15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sz="1500" dirty="0"/>
                  <a:t> or </a:t>
                </a:r>
                <a14:m>
                  <m:oMath xmlns:m="http://schemas.openxmlformats.org/officeDocument/2006/math"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sz="1500" dirty="0"/>
                  <a:t>) and transform it to a new vector (</a:t>
                </a:r>
                <a14:m>
                  <m:oMath xmlns:m="http://schemas.openxmlformats.org/officeDocument/2006/math"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r>
                  <a:rPr sz="1500" dirty="0"/>
                  <a:t> or </a:t>
                </a:r>
                <a14:m>
                  <m:oMath xmlns:m="http://schemas.openxmlformats.org/officeDocument/2006/math">
                    <m:r>
                      <a:rPr lang="en-GB" sz="1500" b="1" i="0" dirty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sz="1500" dirty="0"/>
                  <a:t>)</a:t>
                </a:r>
              </a:p>
              <a:p>
                <a:r>
                  <a:rPr sz="1500" dirty="0"/>
                  <a:t>These quantities </a:t>
                </a:r>
                <a:r>
                  <a:rPr sz="1500" b="1" dirty="0"/>
                  <a:t>transform as vectors</a:t>
                </a:r>
                <a:r>
                  <a:rPr sz="1500" dirty="0"/>
                  <a:t> — i.e. would need one coordinate transform, whilst a regular rank-2 tensor would require two</a:t>
                </a:r>
              </a:p>
              <a:p>
                <a:r>
                  <a:rPr sz="1500" dirty="0"/>
                  <a:t>On inspection, </a:t>
                </a:r>
                <a:r>
                  <a:rPr lang="en-GB" sz="1500" dirty="0"/>
                  <a:t>this is </a:t>
                </a:r>
                <a:r>
                  <a:rPr sz="1500" dirty="0"/>
                  <a:t>perhaps not surprising: </a:t>
                </a:r>
                <a:r>
                  <a:rPr lang="en-GB" sz="1500" dirty="0"/>
                  <a:t>when we perform a coordinate transformation, this would either be in the coordinates we started with or with the coordinates we end up with</a:t>
                </a:r>
                <a:endParaRPr sz="1500" dirty="0"/>
              </a:p>
              <a:p>
                <a:r>
                  <a:rPr sz="1500" dirty="0"/>
                  <a:t>Such quantities are known as </a:t>
                </a:r>
                <a:r>
                  <a:rPr sz="1500" b="1" dirty="0"/>
                  <a:t>two-point tensors </a:t>
                </a:r>
                <a:r>
                  <a:rPr lang="en-GB" sz="1500" dirty="0"/>
                  <a:t>(which, despite still having tensor in this name, does not make it a tensor), </a:t>
                </a:r>
                <a:r>
                  <a:rPr sz="1500" dirty="0"/>
                  <a:t>or </a:t>
                </a:r>
                <a:r>
                  <a:rPr sz="1500" b="1" dirty="0"/>
                  <a:t>double vectors</a:t>
                </a:r>
              </a:p>
              <a:p>
                <a:r>
                  <a:rPr sz="1500" dirty="0"/>
                  <a:t>This name does not always make it to the literature, though...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1"/>
              </p:nvPr>
            </p:nvSpPr>
            <p:spPr>
              <a:xfrm>
                <a:off x="420624" y="2468880"/>
                <a:ext cx="10936224" cy="3383280"/>
              </a:xfrm>
              <a:blipFill>
                <a:blip r:embed="rId2"/>
                <a:stretch>
                  <a:fillRect l="-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3FF8-BF14-A431-DBA7-FAB99AEF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A3452-DE41-F7B9-1C44-D2FC51AFE4A1}"/>
              </a:ext>
            </a:extLst>
          </p:cNvPr>
          <p:cNvSpPr txBox="1"/>
          <p:nvPr/>
        </p:nvSpPr>
        <p:spPr>
          <a:xfrm>
            <a:off x="0" y="868680"/>
            <a:ext cx="45171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Deformation gradient</a:t>
            </a:r>
          </a:p>
        </p:txBody>
      </p:sp>
    </p:spTree>
    <p:extLst>
      <p:ext uri="{BB962C8B-B14F-4D97-AF65-F5344CB8AC3E}">
        <p14:creationId xmlns:p14="http://schemas.microsoft.com/office/powerpoint/2010/main" val="158610771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33A5C1-8B26-480D-93ED-653EFDF1AA60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fa506cba-b887-44cc-9b1e-6d6d7a9d81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3774</Words>
  <Application>Microsoft Office PowerPoint</Application>
  <PresentationFormat>Widescreen</PresentationFormat>
  <Paragraphs>302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Aptos</vt:lpstr>
      <vt:lpstr>Aptos Display</vt:lpstr>
      <vt:lpstr>Arial</vt:lpstr>
      <vt:lpstr>Cambria Math</vt:lpstr>
      <vt:lpstr>King</vt:lpstr>
      <vt:lpstr>Open Sans</vt:lpstr>
      <vt:lpstr>Open Sans Light</vt:lpstr>
      <vt:lpstr>Office Theme</vt:lpstr>
      <vt:lpstr>PowerPoint Presentation</vt:lpstr>
      <vt:lpstr>Mathematical methods for scientific computing</vt:lpstr>
      <vt:lpstr>Mathematical methods for scientific computing</vt:lpstr>
      <vt:lpstr>Assumed knowledge — calculus</vt:lpstr>
      <vt:lpstr>Assumed knowledge — series</vt:lpstr>
      <vt:lpstr>Assumed knowledge — further identities</vt:lpstr>
      <vt:lpstr>Notation note</vt:lpstr>
      <vt:lpstr>Outline</vt:lpstr>
      <vt:lpstr>PowerPoint Presentation</vt:lpstr>
      <vt:lpstr>Vector calculus and evolution equations</vt:lpstr>
      <vt:lpstr>What are these equations?</vt:lpstr>
      <vt:lpstr>Vector form of equations</vt:lpstr>
      <vt:lpstr>Unpacking this vector form</vt:lpstr>
      <vt:lpstr>Coordinate-independent expressions</vt:lpstr>
      <vt:lpstr>Quick review of vector operations — gradient</vt:lpstr>
      <vt:lpstr>Quick review of vector operations — divergence</vt:lpstr>
      <vt:lpstr>Quick review of vector operations — curl</vt:lpstr>
      <vt:lpstr>More vector operations — the outer product</vt:lpstr>
      <vt:lpstr>More vector operations - the divergence of a matrix</vt:lpstr>
      <vt:lpstr>PowerPoint Presentation</vt:lpstr>
      <vt:lpstr>Index notation</vt:lpstr>
      <vt:lpstr>Reading index notation — scalars and vectors</vt:lpstr>
      <vt:lpstr>Reading index notation — matrices</vt:lpstr>
      <vt:lpstr>Combined quantities</vt:lpstr>
      <vt:lpstr>PowerPoint Presentation</vt:lpstr>
      <vt:lpstr>Free indices</vt:lpstr>
      <vt:lpstr>Repeated indices</vt:lpstr>
      <vt:lpstr>Dummy indices</vt:lpstr>
      <vt:lpstr>PowerPoint Presentation</vt:lpstr>
      <vt:lpstr>Dummy indices</vt:lpstr>
      <vt:lpstr>Vector and matrix multiplication</vt:lpstr>
      <vt:lpstr>Indices — summary</vt:lpstr>
      <vt:lpstr>Back to grad, div and curl</vt:lpstr>
      <vt:lpstr>The Levi-Civita symbol</vt:lpstr>
      <vt:lpstr>PowerPoint Presentation</vt:lpstr>
      <vt:lpstr>PowerPoint Presentation</vt:lpstr>
      <vt:lpstr>Vector calculus in index notation</vt:lpstr>
      <vt:lpstr>Changing indices with the Kronecker delta</vt:lpstr>
      <vt:lpstr>PowerPoint Presentation</vt:lpstr>
      <vt:lpstr>Some examples</vt:lpstr>
      <vt:lpstr>PowerPoint Presentation</vt:lpstr>
      <vt:lpstr>Some examples</vt:lpstr>
      <vt:lpstr>PowerPoint Presentation</vt:lpstr>
      <vt:lpstr>A disclaimer</vt:lpstr>
      <vt:lpstr>PowerPoint Presentation</vt:lpstr>
      <vt:lpstr>Tensors</vt:lpstr>
      <vt:lpstr>PowerPoint Presentation</vt:lpstr>
      <vt:lpstr>PowerPoint Presentation</vt:lpstr>
      <vt:lpstr>PowerPoint Presentation</vt:lpstr>
      <vt:lpstr>Why do we care about tensors?</vt:lpstr>
      <vt:lpstr>Invariant quantities</vt:lpstr>
      <vt:lpstr>Invariants, pressure and stress</vt:lpstr>
      <vt:lpstr>Matrices which aren't tensors</vt:lpstr>
      <vt:lpstr>What are these matrices?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Millmore</dc:creator>
  <cp:lastModifiedBy>Stephen Millmore</cp:lastModifiedBy>
  <cp:revision>1</cp:revision>
  <dcterms:created xsi:type="dcterms:W3CDTF">2026-06-16T10:40:47Z</dcterms:created>
  <dcterms:modified xsi:type="dcterms:W3CDTF">2026-10-06T11:03:40Z</dcterms:modified>
</cp:coreProperties>
</file>