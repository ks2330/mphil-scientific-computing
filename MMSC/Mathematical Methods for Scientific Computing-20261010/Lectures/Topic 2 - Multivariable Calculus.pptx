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4" r:id="rId9"/>
    <p:sldId id="263" r:id="rId10"/>
    <p:sldId id="264" r:id="rId11"/>
    <p:sldId id="265" r:id="rId12"/>
    <p:sldId id="306" r:id="rId13"/>
    <p:sldId id="307" r:id="rId14"/>
    <p:sldId id="308" r:id="rId15"/>
    <p:sldId id="305" r:id="rId16"/>
    <p:sldId id="266" r:id="rId17"/>
    <p:sldId id="309" r:id="rId18"/>
    <p:sldId id="267" r:id="rId19"/>
    <p:sldId id="310" r:id="rId20"/>
    <p:sldId id="313" r:id="rId21"/>
    <p:sldId id="311" r:id="rId22"/>
    <p:sldId id="312" r:id="rId23"/>
    <p:sldId id="268" r:id="rId24"/>
    <p:sldId id="269" r:id="rId25"/>
    <p:sldId id="270" r:id="rId26"/>
    <p:sldId id="271" r:id="rId27"/>
    <p:sldId id="272" r:id="rId28"/>
    <p:sldId id="273" r:id="rId29"/>
    <p:sldId id="314" r:id="rId30"/>
    <p:sldId id="274" r:id="rId31"/>
    <p:sldId id="275" r:id="rId32"/>
    <p:sldId id="276" r:id="rId33"/>
    <p:sldId id="315" r:id="rId34"/>
    <p:sldId id="277" r:id="rId35"/>
    <p:sldId id="278" r:id="rId36"/>
    <p:sldId id="316" r:id="rId37"/>
    <p:sldId id="279" r:id="rId38"/>
    <p:sldId id="317" r:id="rId39"/>
    <p:sldId id="318" r:id="rId40"/>
    <p:sldId id="280" r:id="rId41"/>
    <p:sldId id="319" r:id="rId42"/>
    <p:sldId id="320" r:id="rId43"/>
    <p:sldId id="281" r:id="rId44"/>
    <p:sldId id="282" r:id="rId45"/>
    <p:sldId id="283" r:id="rId46"/>
    <p:sldId id="284" r:id="rId47"/>
    <p:sldId id="285" r:id="rId48"/>
    <p:sldId id="321" r:id="rId49"/>
    <p:sldId id="322" r:id="rId50"/>
    <p:sldId id="32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BC154-610E-416B-B592-C32E5F257E57}" v="183" dt="2026-10-06T13:22:55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Millmore" userId="7b2404fb-f360-4859-a21a-833f72764a74" providerId="ADAL" clId="{F8060359-7CB0-4CFA-8452-FFE64AEC2193}"/>
    <pc:docChg chg="undo custSel addSld delSld modSld sldOrd">
      <pc:chgData name="Stephen Millmore" userId="7b2404fb-f360-4859-a21a-833f72764a74" providerId="ADAL" clId="{F8060359-7CB0-4CFA-8452-FFE64AEC2193}" dt="2026-10-02T11:11:31.526" v="27680" actId="20577"/>
      <pc:docMkLst>
        <pc:docMk/>
      </pc:docMkLst>
      <pc:sldChg chg="addSp delSp modSp mod">
        <pc:chgData name="Stephen Millmore" userId="7b2404fb-f360-4859-a21a-833f72764a74" providerId="ADAL" clId="{F8060359-7CB0-4CFA-8452-FFE64AEC2193}" dt="2026-10-02T09:24:29.044" v="24857" actId="20577"/>
        <pc:sldMkLst>
          <pc:docMk/>
          <pc:sldMk cId="0" sldId="256"/>
        </pc:sldMkLst>
        <pc:spChg chg="add mod">
          <ac:chgData name="Stephen Millmore" userId="7b2404fb-f360-4859-a21a-833f72764a74" providerId="ADAL" clId="{F8060359-7CB0-4CFA-8452-FFE64AEC2193}" dt="2026-10-02T09:24:29.044" v="24857" actId="20577"/>
          <ac:spMkLst>
            <pc:docMk/>
            <pc:sldMk cId="0" sldId="256"/>
            <ac:spMk id="4" creationId="{07416A64-9339-A599-72EA-955688A7BB55}"/>
          </ac:spMkLst>
        </pc:spChg>
      </pc:sldChg>
      <pc:sldChg chg="delSp modSp mod">
        <pc:chgData name="Stephen Millmore" userId="7b2404fb-f360-4859-a21a-833f72764a74" providerId="ADAL" clId="{F8060359-7CB0-4CFA-8452-FFE64AEC2193}" dt="2026-10-02T09:24:02.076" v="24832" actId="404"/>
        <pc:sldMkLst>
          <pc:docMk/>
          <pc:sldMk cId="0" sldId="257"/>
        </pc:sldMkLst>
        <pc:spChg chg="mod">
          <ac:chgData name="Stephen Millmore" userId="7b2404fb-f360-4859-a21a-833f72764a74" providerId="ADAL" clId="{F8060359-7CB0-4CFA-8452-FFE64AEC2193}" dt="2026-10-02T09:24:02.076" v="24832" actId="404"/>
          <ac:spMkLst>
            <pc:docMk/>
            <pc:sldMk cId="0" sldId="257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2T09:25:56.003" v="24864" actId="1076"/>
        <pc:sldMkLst>
          <pc:docMk/>
          <pc:sldMk cId="0" sldId="258"/>
        </pc:sldMkLst>
        <pc:picChg chg="add mod">
          <ac:chgData name="Stephen Millmore" userId="7b2404fb-f360-4859-a21a-833f72764a74" providerId="ADAL" clId="{F8060359-7CB0-4CFA-8452-FFE64AEC2193}" dt="2026-10-02T09:25:56.003" v="24864" actId="1076"/>
          <ac:picMkLst>
            <pc:docMk/>
            <pc:sldMk cId="0" sldId="258"/>
            <ac:picMk id="4" creationId="{49DACF6A-CDD5-D86F-6796-51F807A2B38A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09:29:30.185" v="25027" actId="1076"/>
        <pc:sldMkLst>
          <pc:docMk/>
          <pc:sldMk cId="0" sldId="259"/>
        </pc:sldMkLst>
        <pc:spChg chg="add mod">
          <ac:chgData name="Stephen Millmore" userId="7b2404fb-f360-4859-a21a-833f72764a74" providerId="ADAL" clId="{F8060359-7CB0-4CFA-8452-FFE64AEC2193}" dt="2026-10-02T09:28:50.523" v="25020" actId="1076"/>
          <ac:spMkLst>
            <pc:docMk/>
            <pc:sldMk cId="0" sldId="259"/>
            <ac:spMk id="3" creationId="{00602364-220D-2964-ECA2-F5C1AC97DFB1}"/>
          </ac:spMkLst>
        </pc:spChg>
        <pc:spChg chg="mod">
          <ac:chgData name="Stephen Millmore" userId="7b2404fb-f360-4859-a21a-833f72764a74" providerId="ADAL" clId="{F8060359-7CB0-4CFA-8452-FFE64AEC2193}" dt="2026-10-02T09:28:24.822" v="25012" actId="21"/>
          <ac:spMkLst>
            <pc:docMk/>
            <pc:sldMk cId="0" sldId="259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09:29:30.185" v="25027" actId="1076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09:29:21.144" v="25025" actId="1076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09:29:23.397" v="25026" actId="1076"/>
          <ac:picMkLst>
            <pc:docMk/>
            <pc:sldMk cId="0" sldId="259"/>
            <ac:picMk id="8" creationId="{00000000-0000-0000-0000-000000000000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09:31:49.081" v="25091" actId="22"/>
        <pc:sldMkLst>
          <pc:docMk/>
          <pc:sldMk cId="0" sldId="260"/>
        </pc:sldMkLst>
        <pc:spChg chg="mod">
          <ac:chgData name="Stephen Millmore" userId="7b2404fb-f360-4859-a21a-833f72764a74" providerId="ADAL" clId="{F8060359-7CB0-4CFA-8452-FFE64AEC2193}" dt="2026-10-02T09:31:16.245" v="25085" actId="113"/>
          <ac:spMkLst>
            <pc:docMk/>
            <pc:sldMk cId="0" sldId="260"/>
            <ac:spMk id="4" creationId="{00000000-0000-0000-0000-000000000000}"/>
          </ac:spMkLst>
        </pc:spChg>
        <pc:picChg chg="add mod">
          <ac:chgData name="Stephen Millmore" userId="7b2404fb-f360-4859-a21a-833f72764a74" providerId="ADAL" clId="{F8060359-7CB0-4CFA-8452-FFE64AEC2193}" dt="2026-10-02T09:29:36.744" v="25029" actId="1076"/>
          <ac:picMkLst>
            <pc:docMk/>
            <pc:sldMk cId="0" sldId="260"/>
            <ac:picMk id="9" creationId="{87679215-A6FF-C382-9668-F13C611870C7}"/>
          </ac:picMkLst>
        </pc:picChg>
        <pc:picChg chg="add mod">
          <ac:chgData name="Stephen Millmore" userId="7b2404fb-f360-4859-a21a-833f72764a74" providerId="ADAL" clId="{F8060359-7CB0-4CFA-8452-FFE64AEC2193}" dt="2026-10-02T09:29:36.744" v="25029" actId="1076"/>
          <ac:picMkLst>
            <pc:docMk/>
            <pc:sldMk cId="0" sldId="260"/>
            <ac:picMk id="11" creationId="{4A78AF72-24D8-178F-FEC7-EE1B519F9557}"/>
          </ac:picMkLst>
        </pc:picChg>
        <pc:picChg chg="add mod">
          <ac:chgData name="Stephen Millmore" userId="7b2404fb-f360-4859-a21a-833f72764a74" providerId="ADAL" clId="{F8060359-7CB0-4CFA-8452-FFE64AEC2193}" dt="2026-10-02T09:29:36.744" v="25029" actId="1076"/>
          <ac:picMkLst>
            <pc:docMk/>
            <pc:sldMk cId="0" sldId="260"/>
            <ac:picMk id="13" creationId="{161C903F-2C7F-1BBD-17DE-736D014608B3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09:33:34.225" v="25131" actId="113"/>
        <pc:sldMkLst>
          <pc:docMk/>
          <pc:sldMk cId="0" sldId="261"/>
        </pc:sldMkLst>
        <pc:spChg chg="mod">
          <ac:chgData name="Stephen Millmore" userId="7b2404fb-f360-4859-a21a-833f72764a74" providerId="ADAL" clId="{F8060359-7CB0-4CFA-8452-FFE64AEC2193}" dt="2026-10-02T09:33:34.225" v="25131" actId="113"/>
          <ac:spMkLst>
            <pc:docMk/>
            <pc:sldMk cId="0" sldId="261"/>
            <ac:spMk id="4" creationId="{00000000-0000-0000-0000-000000000000}"/>
          </ac:spMkLst>
        </pc:spChg>
        <pc:picChg chg="mod modCrop">
          <ac:chgData name="Stephen Millmore" userId="7b2404fb-f360-4859-a21a-833f72764a74" providerId="ADAL" clId="{F8060359-7CB0-4CFA-8452-FFE64AEC2193}" dt="2026-10-02T09:32:55.390" v="25115" actId="14100"/>
          <ac:picMkLst>
            <pc:docMk/>
            <pc:sldMk cId="0" sldId="261"/>
            <ac:picMk id="9" creationId="{00000000-0000-0000-0000-000000000000}"/>
          </ac:picMkLst>
        </pc:picChg>
        <pc:picChg chg="add mod">
          <ac:chgData name="Stephen Millmore" userId="7b2404fb-f360-4859-a21a-833f72764a74" providerId="ADAL" clId="{F8060359-7CB0-4CFA-8452-FFE64AEC2193}" dt="2026-10-02T09:31:53.270" v="25093" actId="1076"/>
          <ac:picMkLst>
            <pc:docMk/>
            <pc:sldMk cId="0" sldId="261"/>
            <ac:picMk id="10" creationId="{31D8CF81-02B2-279F-0CF9-DCDB2A43594A}"/>
          </ac:picMkLst>
        </pc:picChg>
        <pc:picChg chg="add mod">
          <ac:chgData name="Stephen Millmore" userId="7b2404fb-f360-4859-a21a-833f72764a74" providerId="ADAL" clId="{F8060359-7CB0-4CFA-8452-FFE64AEC2193}" dt="2026-10-02T09:31:53.270" v="25093" actId="1076"/>
          <ac:picMkLst>
            <pc:docMk/>
            <pc:sldMk cId="0" sldId="261"/>
            <ac:picMk id="12" creationId="{13AE6D70-5DFB-FBE0-B856-860E9E69A4E0}"/>
          </ac:picMkLst>
        </pc:picChg>
        <pc:picChg chg="add mod">
          <ac:chgData name="Stephen Millmore" userId="7b2404fb-f360-4859-a21a-833f72764a74" providerId="ADAL" clId="{F8060359-7CB0-4CFA-8452-FFE64AEC2193}" dt="2026-10-02T09:31:53.270" v="25093" actId="1076"/>
          <ac:picMkLst>
            <pc:docMk/>
            <pc:sldMk cId="0" sldId="261"/>
            <ac:picMk id="14" creationId="{40A3E8D8-8548-C8C7-A5F2-94F9028CD020}"/>
          </ac:picMkLst>
        </pc:picChg>
        <pc:picChg chg="add mod modCrop">
          <ac:chgData name="Stephen Millmore" userId="7b2404fb-f360-4859-a21a-833f72764a74" providerId="ADAL" clId="{F8060359-7CB0-4CFA-8452-FFE64AEC2193}" dt="2026-10-02T09:32:57.447" v="25116" actId="1076"/>
          <ac:picMkLst>
            <pc:docMk/>
            <pc:sldMk cId="0" sldId="261"/>
            <ac:picMk id="16" creationId="{F92D3DFB-6E6D-BEC7-C904-6FC5C956A16B}"/>
          </ac:picMkLst>
        </pc:picChg>
        <pc:picChg chg="add mod modCrop">
          <ac:chgData name="Stephen Millmore" userId="7b2404fb-f360-4859-a21a-833f72764a74" providerId="ADAL" clId="{F8060359-7CB0-4CFA-8452-FFE64AEC2193}" dt="2026-10-02T09:32:58.556" v="25117" actId="1076"/>
          <ac:picMkLst>
            <pc:docMk/>
            <pc:sldMk cId="0" sldId="261"/>
            <ac:picMk id="18" creationId="{E16F0B14-041E-E3E3-F87B-A45F5E09F369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09:40:48.531" v="25517" actId="208"/>
        <pc:sldMkLst>
          <pc:docMk/>
          <pc:sldMk cId="0" sldId="262"/>
        </pc:sldMkLst>
        <pc:spChg chg="add mod">
          <ac:chgData name="Stephen Millmore" userId="7b2404fb-f360-4859-a21a-833f72764a74" providerId="ADAL" clId="{F8060359-7CB0-4CFA-8452-FFE64AEC2193}" dt="2026-10-02T09:37:22.813" v="25187" actId="1076"/>
          <ac:spMkLst>
            <pc:docMk/>
            <pc:sldMk cId="0" sldId="262"/>
            <ac:spMk id="3" creationId="{4C31DA00-795D-2B5B-579C-BD310C2115D7}"/>
          </ac:spMkLst>
        </pc:spChg>
        <pc:spChg chg="mod">
          <ac:chgData name="Stephen Millmore" userId="7b2404fb-f360-4859-a21a-833f72764a74" providerId="ADAL" clId="{F8060359-7CB0-4CFA-8452-FFE64AEC2193}" dt="2026-10-02T09:37:14.162" v="25185" actId="27636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Stephen Millmore" userId="7b2404fb-f360-4859-a21a-833f72764a74" providerId="ADAL" clId="{F8060359-7CB0-4CFA-8452-FFE64AEC2193}" dt="2026-10-02T09:37:26.787" v="25188" actId="1076"/>
          <ac:spMkLst>
            <pc:docMk/>
            <pc:sldMk cId="0" sldId="262"/>
            <ac:spMk id="9" creationId="{77F471C3-85A0-9082-4D72-7E4481D11004}"/>
          </ac:spMkLst>
        </pc:spChg>
        <pc:spChg chg="add mod">
          <ac:chgData name="Stephen Millmore" userId="7b2404fb-f360-4859-a21a-833f72764a74" providerId="ADAL" clId="{F8060359-7CB0-4CFA-8452-FFE64AEC2193}" dt="2026-10-02T09:40:48.531" v="25517" actId="208"/>
          <ac:spMkLst>
            <pc:docMk/>
            <pc:sldMk cId="0" sldId="262"/>
            <ac:spMk id="10" creationId="{1206E9CE-363B-8606-C68C-342F9CAAAE7B}"/>
          </ac:spMkLst>
        </pc:spChg>
        <pc:picChg chg="mod">
          <ac:chgData name="Stephen Millmore" userId="7b2404fb-f360-4859-a21a-833f72764a74" providerId="ADAL" clId="{F8060359-7CB0-4CFA-8452-FFE64AEC2193}" dt="2026-10-02T09:33:59.068" v="25133" actId="14100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09:43:37.016" v="25673" actId="14100"/>
        <pc:sldMkLst>
          <pc:docMk/>
          <pc:sldMk cId="0" sldId="263"/>
        </pc:sldMkLst>
        <pc:spChg chg="mod">
          <ac:chgData name="Stephen Millmore" userId="7b2404fb-f360-4859-a21a-833f72764a74" providerId="ADAL" clId="{F8060359-7CB0-4CFA-8452-FFE64AEC2193}" dt="2026-10-02T09:43:37.016" v="25673" actId="14100"/>
          <ac:spMkLst>
            <pc:docMk/>
            <pc:sldMk cId="0" sldId="263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09:42:56.360" v="25661" actId="1076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09:43:22.459" v="25671" actId="1076"/>
          <ac:picMkLst>
            <pc:docMk/>
            <pc:sldMk cId="0" sldId="263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03:13.652" v="26226" actId="1076"/>
        <pc:sldMkLst>
          <pc:docMk/>
          <pc:sldMk cId="0" sldId="264"/>
        </pc:sldMkLst>
        <pc:spChg chg="mod">
          <ac:chgData name="Stephen Millmore" userId="7b2404fb-f360-4859-a21a-833f72764a74" providerId="ADAL" clId="{F8060359-7CB0-4CFA-8452-FFE64AEC2193}" dt="2026-10-02T10:03:07.635" v="26223" actId="27636"/>
          <ac:spMkLst>
            <pc:docMk/>
            <pc:sldMk cId="0" sldId="264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03:13.652" v="26226" actId="1076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03:12.099" v="26225" actId="1076"/>
          <ac:picMkLst>
            <pc:docMk/>
            <pc:sldMk cId="0" sldId="264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03:09.984" v="26224" actId="1076"/>
          <ac:picMkLst>
            <pc:docMk/>
            <pc:sldMk cId="0" sldId="264"/>
            <ac:picMk id="8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04:38.092" v="26252" actId="6549"/>
        <pc:sldMkLst>
          <pc:docMk/>
          <pc:sldMk cId="0" sldId="265"/>
        </pc:sldMkLst>
        <pc:spChg chg="mod">
          <ac:chgData name="Stephen Millmore" userId="7b2404fb-f360-4859-a21a-833f72764a74" providerId="ADAL" clId="{F8060359-7CB0-4CFA-8452-FFE64AEC2193}" dt="2026-10-02T10:04:38.092" v="26252" actId="6549"/>
          <ac:spMkLst>
            <pc:docMk/>
            <pc:sldMk cId="0" sldId="265"/>
            <ac:spMk id="9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04:07.780" v="26241" actId="1076"/>
          <ac:picMkLst>
            <pc:docMk/>
            <pc:sldMk cId="0" sldId="265"/>
            <ac:picMk id="6" creationId="{00000000-0000-0000-0000-000000000000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10:06:18.394" v="26303" actId="1076"/>
        <pc:sldMkLst>
          <pc:docMk/>
          <pc:sldMk cId="0" sldId="266"/>
        </pc:sldMkLst>
        <pc:spChg chg="add mod">
          <ac:chgData name="Stephen Millmore" userId="7b2404fb-f360-4859-a21a-833f72764a74" providerId="ADAL" clId="{F8060359-7CB0-4CFA-8452-FFE64AEC2193}" dt="2026-10-02T10:06:02.170" v="26295" actId="1076"/>
          <ac:spMkLst>
            <pc:docMk/>
            <pc:sldMk cId="0" sldId="266"/>
            <ac:spMk id="3" creationId="{714AD442-12B6-25E9-0951-92A73054E0C1}"/>
          </ac:spMkLst>
        </pc:spChg>
        <pc:spChg chg="mod">
          <ac:chgData name="Stephen Millmore" userId="7b2404fb-f360-4859-a21a-833f72764a74" providerId="ADAL" clId="{F8060359-7CB0-4CFA-8452-FFE64AEC2193}" dt="2026-10-02T10:05:58.966" v="26294" actId="255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Stephen Millmore" userId="7b2404fb-f360-4859-a21a-833f72764a74" providerId="ADAL" clId="{F8060359-7CB0-4CFA-8452-FFE64AEC2193}" dt="2026-10-02T10:06:10.148" v="26299" actId="1076"/>
          <ac:spMkLst>
            <pc:docMk/>
            <pc:sldMk cId="0" sldId="266"/>
            <ac:spMk id="9" creationId="{88303923-7540-6E2B-D502-D2C681750F68}"/>
          </ac:spMkLst>
        </pc:spChg>
        <pc:picChg chg="mod">
          <ac:chgData name="Stephen Millmore" userId="7b2404fb-f360-4859-a21a-833f72764a74" providerId="ADAL" clId="{F8060359-7CB0-4CFA-8452-FFE64AEC2193}" dt="2026-10-02T10:06:06.465" v="26298" actId="1076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06:18.394" v="26303" actId="1076"/>
          <ac:picMkLst>
            <pc:docMk/>
            <pc:sldMk cId="0" sldId="266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08:40.299" v="26394"/>
        <pc:sldMkLst>
          <pc:docMk/>
          <pc:sldMk cId="0" sldId="267"/>
        </pc:sldMkLst>
        <pc:spChg chg="mod">
          <ac:chgData name="Stephen Millmore" userId="7b2404fb-f360-4859-a21a-833f72764a74" providerId="ADAL" clId="{F8060359-7CB0-4CFA-8452-FFE64AEC2193}" dt="2026-10-02T10:08:40.299" v="26394"/>
          <ac:spMkLst>
            <pc:docMk/>
            <pc:sldMk cId="0" sldId="267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06:52.299" v="26305" actId="14100"/>
          <ac:picMkLst>
            <pc:docMk/>
            <pc:sldMk cId="0" sldId="267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07:53.444" v="26323" actId="14100"/>
          <ac:picMkLst>
            <pc:docMk/>
            <pc:sldMk cId="0" sldId="267"/>
            <ac:picMk id="7" creationId="{00000000-0000-0000-0000-000000000000}"/>
          </ac:picMkLst>
        </pc:picChg>
      </pc:sldChg>
      <pc:sldChg chg="addSp modSp mod">
        <pc:chgData name="Stephen Millmore" userId="7b2404fb-f360-4859-a21a-833f72764a74" providerId="ADAL" clId="{F8060359-7CB0-4CFA-8452-FFE64AEC2193}" dt="2026-10-02T10:11:20.735" v="26413" actId="27614"/>
        <pc:sldMkLst>
          <pc:docMk/>
          <pc:sldMk cId="0" sldId="268"/>
        </pc:sldMkLst>
        <pc:picChg chg="add mod">
          <ac:chgData name="Stephen Millmore" userId="7b2404fb-f360-4859-a21a-833f72764a74" providerId="ADAL" clId="{F8060359-7CB0-4CFA-8452-FFE64AEC2193}" dt="2026-10-02T10:11:20.735" v="26413" actId="27614"/>
          <ac:picMkLst>
            <pc:docMk/>
            <pc:sldMk cId="0" sldId="268"/>
            <ac:picMk id="4" creationId="{C7D696D0-55C6-5442-1B81-FDBE90D90F3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14:56.124" v="26643"/>
        <pc:sldMkLst>
          <pc:docMk/>
          <pc:sldMk cId="0" sldId="269"/>
        </pc:sldMkLst>
        <pc:spChg chg="mod">
          <ac:chgData name="Stephen Millmore" userId="7b2404fb-f360-4859-a21a-833f72764a74" providerId="ADAL" clId="{F8060359-7CB0-4CFA-8452-FFE64AEC2193}" dt="2026-10-02T10:14:56.124" v="26643"/>
          <ac:spMkLst>
            <pc:docMk/>
            <pc:sldMk cId="0" sldId="269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11:30.405" v="26414" actId="1076"/>
          <ac:picMkLst>
            <pc:docMk/>
            <pc:sldMk cId="0" sldId="269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14:00.745" v="26588" actId="1076"/>
          <ac:picMkLst>
            <pc:docMk/>
            <pc:sldMk cId="0" sldId="269"/>
            <ac:picMk id="7" creationId="{00000000-0000-0000-0000-000000000000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10:17:53.744" v="26709" actId="1076"/>
        <pc:sldMkLst>
          <pc:docMk/>
          <pc:sldMk cId="0" sldId="270"/>
        </pc:sldMkLst>
        <pc:spChg chg="add mod">
          <ac:chgData name="Stephen Millmore" userId="7b2404fb-f360-4859-a21a-833f72764a74" providerId="ADAL" clId="{F8060359-7CB0-4CFA-8452-FFE64AEC2193}" dt="2026-10-02T10:17:53.744" v="26709" actId="1076"/>
          <ac:spMkLst>
            <pc:docMk/>
            <pc:sldMk cId="0" sldId="270"/>
            <ac:spMk id="3" creationId="{A7C973DD-BDF9-76B9-890F-FEBFBDC4188F}"/>
          </ac:spMkLst>
        </pc:spChg>
        <pc:spChg chg="mod">
          <ac:chgData name="Stephen Millmore" userId="7b2404fb-f360-4859-a21a-833f72764a74" providerId="ADAL" clId="{F8060359-7CB0-4CFA-8452-FFE64AEC2193}" dt="2026-10-02T10:17:12.669" v="26695" actId="6549"/>
          <ac:spMkLst>
            <pc:docMk/>
            <pc:sldMk cId="0" sldId="270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17:17.759" v="26697" actId="14100"/>
          <ac:picMkLst>
            <pc:docMk/>
            <pc:sldMk cId="0" sldId="270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17:36.203" v="26702" actId="1076"/>
          <ac:picMkLst>
            <pc:docMk/>
            <pc:sldMk cId="0" sldId="270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20:31.548" v="26833" actId="27636"/>
        <pc:sldMkLst>
          <pc:docMk/>
          <pc:sldMk cId="0" sldId="271"/>
        </pc:sldMkLst>
        <pc:spChg chg="mod">
          <ac:chgData name="Stephen Millmore" userId="7b2404fb-f360-4859-a21a-833f72764a74" providerId="ADAL" clId="{F8060359-7CB0-4CFA-8452-FFE64AEC2193}" dt="2026-10-02T10:20:31.548" v="26833" actId="27636"/>
          <ac:spMkLst>
            <pc:docMk/>
            <pc:sldMk cId="0" sldId="271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18:12.272" v="26716" actId="1076"/>
          <ac:picMkLst>
            <pc:docMk/>
            <pc:sldMk cId="0" sldId="271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18:27.500" v="26721" actId="1076"/>
          <ac:picMkLst>
            <pc:docMk/>
            <pc:sldMk cId="0" sldId="271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21:17.373" v="26851" actId="1076"/>
        <pc:sldMkLst>
          <pc:docMk/>
          <pc:sldMk cId="0" sldId="272"/>
        </pc:sldMkLst>
        <pc:spChg chg="mod">
          <ac:chgData name="Stephen Millmore" userId="7b2404fb-f360-4859-a21a-833f72764a74" providerId="ADAL" clId="{F8060359-7CB0-4CFA-8452-FFE64AEC2193}" dt="2026-10-02T10:21:09.659" v="26848" actId="20577"/>
          <ac:spMkLst>
            <pc:docMk/>
            <pc:sldMk cId="0" sldId="272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20:47.603" v="26836" actId="1076"/>
          <ac:picMkLst>
            <pc:docMk/>
            <pc:sldMk cId="0" sldId="272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1:15.205" v="26850" actId="1076"/>
          <ac:picMkLst>
            <pc:docMk/>
            <pc:sldMk cId="0" sldId="272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1:17.373" v="26851" actId="1076"/>
          <ac:picMkLst>
            <pc:docMk/>
            <pc:sldMk cId="0" sldId="272"/>
            <ac:picMk id="8" creationId="{00000000-0000-0000-0000-000000000000}"/>
          </ac:picMkLst>
        </pc:picChg>
      </pc:sldChg>
      <pc:sldChg chg="addSp delSp modSp mod">
        <pc:chgData name="Stephen Millmore" userId="7b2404fb-f360-4859-a21a-833f72764a74" providerId="ADAL" clId="{F8060359-7CB0-4CFA-8452-FFE64AEC2193}" dt="2026-10-02T10:22:49.024" v="26885" actId="1076"/>
        <pc:sldMkLst>
          <pc:docMk/>
          <pc:sldMk cId="0" sldId="273"/>
        </pc:sldMkLst>
        <pc:spChg chg="mod">
          <ac:chgData name="Stephen Millmore" userId="7b2404fb-f360-4859-a21a-833f72764a74" providerId="ADAL" clId="{F8060359-7CB0-4CFA-8452-FFE64AEC2193}" dt="2026-10-02T10:22:44.197" v="26884" actId="113"/>
          <ac:spMkLst>
            <pc:docMk/>
            <pc:sldMk cId="0" sldId="273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22:08.615" v="26872" actId="1076"/>
          <ac:picMkLst>
            <pc:docMk/>
            <pc:sldMk cId="0" sldId="273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2:36.044" v="26883" actId="1076"/>
          <ac:picMkLst>
            <pc:docMk/>
            <pc:sldMk cId="0" sldId="273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2:31.729" v="26882" actId="1076"/>
          <ac:picMkLst>
            <pc:docMk/>
            <pc:sldMk cId="0" sldId="273"/>
            <ac:picMk id="8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2:49.024" v="26885" actId="1076"/>
          <ac:picMkLst>
            <pc:docMk/>
            <pc:sldMk cId="0" sldId="273"/>
            <ac:picMk id="9" creationId="{00000000-0000-0000-0000-000000000000}"/>
          </ac:picMkLst>
        </pc:picChg>
        <pc:picChg chg="add">
          <ac:chgData name="Stephen Millmore" userId="7b2404fb-f360-4859-a21a-833f72764a74" providerId="ADAL" clId="{F8060359-7CB0-4CFA-8452-FFE64AEC2193}" dt="2026-10-02T10:21:38.890" v="26852" actId="22"/>
          <ac:picMkLst>
            <pc:docMk/>
            <pc:sldMk cId="0" sldId="273"/>
            <ac:picMk id="10" creationId="{84C274B7-3644-FD6F-49BD-7366B1E4B6C9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24:31.818" v="27001" actId="20577"/>
        <pc:sldMkLst>
          <pc:docMk/>
          <pc:sldMk cId="0" sldId="274"/>
        </pc:sldMkLst>
        <pc:spChg chg="mod">
          <ac:chgData name="Stephen Millmore" userId="7b2404fb-f360-4859-a21a-833f72764a74" providerId="ADAL" clId="{F8060359-7CB0-4CFA-8452-FFE64AEC2193}" dt="2026-10-02T10:24:31.818" v="27001" actId="20577"/>
          <ac:spMkLst>
            <pc:docMk/>
            <pc:sldMk cId="0" sldId="274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23:30.646" v="26904" actId="1076"/>
          <ac:picMkLst>
            <pc:docMk/>
            <pc:sldMk cId="0" sldId="274"/>
            <ac:picMk id="6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25:28.269" v="27030" actId="14100"/>
        <pc:sldMkLst>
          <pc:docMk/>
          <pc:sldMk cId="0" sldId="275"/>
        </pc:sldMkLst>
        <pc:spChg chg="mod">
          <ac:chgData name="Stephen Millmore" userId="7b2404fb-f360-4859-a21a-833f72764a74" providerId="ADAL" clId="{F8060359-7CB0-4CFA-8452-FFE64AEC2193}" dt="2026-10-02T10:25:28.269" v="27030" actId="14100"/>
          <ac:spMkLst>
            <pc:docMk/>
            <pc:sldMk cId="0" sldId="275"/>
            <ac:spMk id="4" creationId="{00000000-0000-0000-0000-000000000000}"/>
          </ac:spMkLst>
        </pc:spChg>
      </pc:sldChg>
      <pc:sldChg chg="delSp modSp mod">
        <pc:chgData name="Stephen Millmore" userId="7b2404fb-f360-4859-a21a-833f72764a74" providerId="ADAL" clId="{F8060359-7CB0-4CFA-8452-FFE64AEC2193}" dt="2026-10-02T10:27:29.240" v="27105" actId="1076"/>
        <pc:sldMkLst>
          <pc:docMk/>
          <pc:sldMk cId="0" sldId="276"/>
        </pc:sldMkLst>
        <pc:spChg chg="mod">
          <ac:chgData name="Stephen Millmore" userId="7b2404fb-f360-4859-a21a-833f72764a74" providerId="ADAL" clId="{F8060359-7CB0-4CFA-8452-FFE64AEC2193}" dt="2026-10-02T10:27:24.716" v="27104" actId="14100"/>
          <ac:spMkLst>
            <pc:docMk/>
            <pc:sldMk cId="0" sldId="276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26:23.117" v="27047" actId="1076"/>
          <ac:picMkLst>
            <pc:docMk/>
            <pc:sldMk cId="0" sldId="276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7:29.240" v="27105" actId="1076"/>
          <ac:picMkLst>
            <pc:docMk/>
            <pc:sldMk cId="0" sldId="276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29:20.900" v="27188" actId="1076"/>
        <pc:sldMkLst>
          <pc:docMk/>
          <pc:sldMk cId="0" sldId="277"/>
        </pc:sldMkLst>
        <pc:spChg chg="mod">
          <ac:chgData name="Stephen Millmore" userId="7b2404fb-f360-4859-a21a-833f72764a74" providerId="ADAL" clId="{F8060359-7CB0-4CFA-8452-FFE64AEC2193}" dt="2026-10-02T10:29:16.960" v="27187" actId="20577"/>
          <ac:spMkLst>
            <pc:docMk/>
            <pc:sldMk cId="0" sldId="277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27:41.641" v="27108" actId="1076"/>
          <ac:picMkLst>
            <pc:docMk/>
            <pc:sldMk cId="0" sldId="277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29:20.900" v="27188" actId="1076"/>
          <ac:picMkLst>
            <pc:docMk/>
            <pc:sldMk cId="0" sldId="277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30:32.559" v="27214"/>
        <pc:sldMkLst>
          <pc:docMk/>
          <pc:sldMk cId="0" sldId="278"/>
        </pc:sldMkLst>
        <pc:spChg chg="mod">
          <ac:chgData name="Stephen Millmore" userId="7b2404fb-f360-4859-a21a-833f72764a74" providerId="ADAL" clId="{F8060359-7CB0-4CFA-8452-FFE64AEC2193}" dt="2026-10-02T10:30:32.559" v="27214"/>
          <ac:spMkLst>
            <pc:docMk/>
            <pc:sldMk cId="0" sldId="278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30:20.225" v="27210" actId="1076"/>
          <ac:picMkLst>
            <pc:docMk/>
            <pc:sldMk cId="0" sldId="278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30:17.539" v="27209" actId="1076"/>
          <ac:picMkLst>
            <pc:docMk/>
            <pc:sldMk cId="0" sldId="278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32:29.086" v="27227"/>
        <pc:sldMkLst>
          <pc:docMk/>
          <pc:sldMk cId="0" sldId="279"/>
        </pc:sldMkLst>
        <pc:spChg chg="mod">
          <ac:chgData name="Stephen Millmore" userId="7b2404fb-f360-4859-a21a-833f72764a74" providerId="ADAL" clId="{F8060359-7CB0-4CFA-8452-FFE64AEC2193}" dt="2026-10-02T10:32:29.086" v="27227"/>
          <ac:spMkLst>
            <pc:docMk/>
            <pc:sldMk cId="0" sldId="279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32:05.668" v="27221" actId="1076"/>
          <ac:picMkLst>
            <pc:docMk/>
            <pc:sldMk cId="0" sldId="279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32:22.330" v="27226" actId="1076"/>
          <ac:picMkLst>
            <pc:docMk/>
            <pc:sldMk cId="0" sldId="279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0:33:30.556" v="27248"/>
        <pc:sldMkLst>
          <pc:docMk/>
          <pc:sldMk cId="0" sldId="280"/>
        </pc:sldMkLst>
        <pc:spChg chg="mod">
          <ac:chgData name="Stephen Millmore" userId="7b2404fb-f360-4859-a21a-833f72764a74" providerId="ADAL" clId="{F8060359-7CB0-4CFA-8452-FFE64AEC2193}" dt="2026-10-02T10:33:30.556" v="27248"/>
          <ac:spMkLst>
            <pc:docMk/>
            <pc:sldMk cId="0" sldId="280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32:45.125" v="27228" actId="1076"/>
          <ac:picMkLst>
            <pc:docMk/>
            <pc:sldMk cId="0" sldId="280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33:09.857" v="27239" actId="1076"/>
          <ac:picMkLst>
            <pc:docMk/>
            <pc:sldMk cId="0" sldId="280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0:33:20.876" v="27247" actId="1076"/>
          <ac:picMkLst>
            <pc:docMk/>
            <pc:sldMk cId="0" sldId="280"/>
            <ac:picMk id="8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1:01:51.687" v="27270" actId="14100"/>
        <pc:sldMkLst>
          <pc:docMk/>
          <pc:sldMk cId="0" sldId="281"/>
        </pc:sldMkLst>
        <pc:spChg chg="mod">
          <ac:chgData name="Stephen Millmore" userId="7b2404fb-f360-4859-a21a-833f72764a74" providerId="ADAL" clId="{F8060359-7CB0-4CFA-8452-FFE64AEC2193}" dt="2026-10-02T11:01:43.051" v="27267" actId="5793"/>
          <ac:spMkLst>
            <pc:docMk/>
            <pc:sldMk cId="0" sldId="281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0:33:52.502" v="27256" actId="1076"/>
          <ac:picMkLst>
            <pc:docMk/>
            <pc:sldMk cId="0" sldId="281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1:01:47.784" v="27268" actId="14100"/>
          <ac:picMkLst>
            <pc:docMk/>
            <pc:sldMk cId="0" sldId="281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1:01:51.687" v="27270" actId="14100"/>
          <ac:picMkLst>
            <pc:docMk/>
            <pc:sldMk cId="0" sldId="281"/>
            <ac:picMk id="8" creationId="{00000000-0000-0000-0000-000000000000}"/>
          </ac:picMkLst>
        </pc:picChg>
      </pc:sldChg>
      <pc:sldChg chg="addSp modSp mod">
        <pc:chgData name="Stephen Millmore" userId="7b2404fb-f360-4859-a21a-833f72764a74" providerId="ADAL" clId="{F8060359-7CB0-4CFA-8452-FFE64AEC2193}" dt="2026-10-02T11:04:25.994" v="27274" actId="27614"/>
        <pc:sldMkLst>
          <pc:docMk/>
          <pc:sldMk cId="0" sldId="282"/>
        </pc:sldMkLst>
        <pc:picChg chg="add mod">
          <ac:chgData name="Stephen Millmore" userId="7b2404fb-f360-4859-a21a-833f72764a74" providerId="ADAL" clId="{F8060359-7CB0-4CFA-8452-FFE64AEC2193}" dt="2026-10-02T11:04:25.994" v="27274" actId="27614"/>
          <ac:picMkLst>
            <pc:docMk/>
            <pc:sldMk cId="0" sldId="282"/>
            <ac:picMk id="4" creationId="{AB985601-1991-0FC6-3FA1-4D9EBBE61AD9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1:05:52.547" v="27297" actId="1076"/>
        <pc:sldMkLst>
          <pc:docMk/>
          <pc:sldMk cId="0" sldId="283"/>
        </pc:sldMkLst>
        <pc:spChg chg="mod">
          <ac:chgData name="Stephen Millmore" userId="7b2404fb-f360-4859-a21a-833f72764a74" providerId="ADAL" clId="{F8060359-7CB0-4CFA-8452-FFE64AEC2193}" dt="2026-10-02T11:05:37.597" v="27295"/>
          <ac:spMkLst>
            <pc:docMk/>
            <pc:sldMk cId="0" sldId="283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1:05:00.005" v="27287" actId="1076"/>
          <ac:picMkLst>
            <pc:docMk/>
            <pc:sldMk cId="0" sldId="283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1:05:52.547" v="27297" actId="1076"/>
          <ac:picMkLst>
            <pc:docMk/>
            <pc:sldMk cId="0" sldId="283"/>
            <ac:picMk id="7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1:09:04.841" v="27607" actId="27636"/>
        <pc:sldMkLst>
          <pc:docMk/>
          <pc:sldMk cId="0" sldId="284"/>
        </pc:sldMkLst>
        <pc:spChg chg="mod">
          <ac:chgData name="Stephen Millmore" userId="7b2404fb-f360-4859-a21a-833f72764a74" providerId="ADAL" clId="{F8060359-7CB0-4CFA-8452-FFE64AEC2193}" dt="2026-10-02T11:09:04.841" v="27607" actId="27636"/>
          <ac:spMkLst>
            <pc:docMk/>
            <pc:sldMk cId="0" sldId="284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1:06:43.681" v="27309" actId="1076"/>
          <ac:picMkLst>
            <pc:docMk/>
            <pc:sldMk cId="0" sldId="284"/>
            <ac:picMk id="6" creationId="{00000000-0000-0000-0000-000000000000}"/>
          </ac:picMkLst>
        </pc:picChg>
      </pc:sldChg>
      <pc:sldChg chg="delSp modSp mod">
        <pc:chgData name="Stephen Millmore" userId="7b2404fb-f360-4859-a21a-833f72764a74" providerId="ADAL" clId="{F8060359-7CB0-4CFA-8452-FFE64AEC2193}" dt="2026-10-02T11:11:31.526" v="27680" actId="20577"/>
        <pc:sldMkLst>
          <pc:docMk/>
          <pc:sldMk cId="0" sldId="285"/>
        </pc:sldMkLst>
        <pc:spChg chg="mod">
          <ac:chgData name="Stephen Millmore" userId="7b2404fb-f360-4859-a21a-833f72764a74" providerId="ADAL" clId="{F8060359-7CB0-4CFA-8452-FFE64AEC2193}" dt="2026-10-02T11:11:31.526" v="27680" actId="20577"/>
          <ac:spMkLst>
            <pc:docMk/>
            <pc:sldMk cId="0" sldId="285"/>
            <ac:spMk id="8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2T11:09:22.171" v="27610" actId="1076"/>
          <ac:picMkLst>
            <pc:docMk/>
            <pc:sldMk cId="0" sldId="285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F8060359-7CB0-4CFA-8452-FFE64AEC2193}" dt="2026-10-02T11:10:42.579" v="27675" actId="1076"/>
          <ac:picMkLst>
            <pc:docMk/>
            <pc:sldMk cId="0" sldId="285"/>
            <ac:picMk id="7" creationId="{00000000-0000-0000-0000-000000000000}"/>
          </ac:picMkLst>
        </pc:picChg>
      </pc:sldChg>
    </pc:docChg>
  </pc:docChgLst>
  <pc:docChgLst>
    <pc:chgData name="Stephen Millmore" userId="7b2404fb-f360-4859-a21a-833f72764a74" providerId="ADAL" clId="{81ACD43F-62AC-445E-9ACE-F10791BBB929}"/>
    <pc:docChg chg="undo custSel addSld delSld modSld">
      <pc:chgData name="Stephen Millmore" userId="7b2404fb-f360-4859-a21a-833f72764a74" providerId="ADAL" clId="{81ACD43F-62AC-445E-9ACE-F10791BBB929}" dt="2026-10-06T13:22:55.125" v="279"/>
      <pc:docMkLst>
        <pc:docMk/>
      </pc:docMkLst>
      <pc:sldChg chg="modSp mod addAnim delAnim modAnim">
        <pc:chgData name="Stephen Millmore" userId="7b2404fb-f360-4859-a21a-833f72764a74" providerId="ADAL" clId="{81ACD43F-62AC-445E-9ACE-F10791BBB929}" dt="2026-10-06T11:29:44.584" v="7"/>
        <pc:sldMkLst>
          <pc:docMk/>
          <pc:sldMk cId="0" sldId="259"/>
        </pc:sldMkLst>
        <pc:spChg chg="mod">
          <ac:chgData name="Stephen Millmore" userId="7b2404fb-f360-4859-a21a-833f72764a74" providerId="ADAL" clId="{81ACD43F-62AC-445E-9ACE-F10791BBB929}" dt="2026-10-06T11:29:10.732" v="0" actId="313"/>
          <ac:spMkLst>
            <pc:docMk/>
            <pc:sldMk cId="0" sldId="259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10-06T11:29:21.540" v="3" actId="14100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10-06T11:29:21.540" v="3" actId="14100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10-06T11:29:21.540" v="3" actId="14100"/>
          <ac:picMkLst>
            <pc:docMk/>
            <pc:sldMk cId="0" sldId="259"/>
            <ac:picMk id="8" creationId="{00000000-0000-0000-0000-000000000000}"/>
          </ac:picMkLst>
        </pc:picChg>
      </pc:sldChg>
      <pc:sldChg chg="modAnim">
        <pc:chgData name="Stephen Millmore" userId="7b2404fb-f360-4859-a21a-833f72764a74" providerId="ADAL" clId="{81ACD43F-62AC-445E-9ACE-F10791BBB929}" dt="2026-10-06T11:29:51.028" v="8"/>
        <pc:sldMkLst>
          <pc:docMk/>
          <pc:sldMk cId="0" sldId="260"/>
        </pc:sldMkLst>
      </pc:sldChg>
      <pc:sldChg chg="modAnim">
        <pc:chgData name="Stephen Millmore" userId="7b2404fb-f360-4859-a21a-833f72764a74" providerId="ADAL" clId="{81ACD43F-62AC-445E-9ACE-F10791BBB929}" dt="2026-10-06T11:30:44.077" v="9"/>
        <pc:sldMkLst>
          <pc:docMk/>
          <pc:sldMk cId="0" sldId="261"/>
        </pc:sldMkLst>
      </pc:sldChg>
      <pc:sldChg chg="modSp addAnim delAnim modAnim">
        <pc:chgData name="Stephen Millmore" userId="7b2404fb-f360-4859-a21a-833f72764a74" providerId="ADAL" clId="{81ACD43F-62AC-445E-9ACE-F10791BBB929}" dt="2026-10-06T11:32:12.813" v="17"/>
        <pc:sldMkLst>
          <pc:docMk/>
          <pc:sldMk cId="0" sldId="262"/>
        </pc:sldMkLst>
        <pc:spChg chg="mod">
          <ac:chgData name="Stephen Millmore" userId="7b2404fb-f360-4859-a21a-833f72764a74" providerId="ADAL" clId="{81ACD43F-62AC-445E-9ACE-F10791BBB929}" dt="2026-10-06T11:32:12.813" v="17"/>
          <ac:spMkLst>
            <pc:docMk/>
            <pc:sldMk cId="0" sldId="262"/>
            <ac:spMk id="4" creationId="{00000000-0000-0000-0000-000000000000}"/>
          </ac:spMkLst>
        </pc:spChg>
      </pc:sldChg>
      <pc:sldChg chg="addAnim delAnim modAnim">
        <pc:chgData name="Stephen Millmore" userId="7b2404fb-f360-4859-a21a-833f72764a74" providerId="ADAL" clId="{81ACD43F-62AC-445E-9ACE-F10791BBB929}" dt="2026-10-06T11:34:29.044" v="42"/>
        <pc:sldMkLst>
          <pc:docMk/>
          <pc:sldMk cId="0" sldId="263"/>
        </pc:sldMkLst>
      </pc:sldChg>
      <pc:sldChg chg="modAnim">
        <pc:chgData name="Stephen Millmore" userId="7b2404fb-f360-4859-a21a-833f72764a74" providerId="ADAL" clId="{81ACD43F-62AC-445E-9ACE-F10791BBB929}" dt="2026-10-06T11:35:58.696" v="46"/>
        <pc:sldMkLst>
          <pc:docMk/>
          <pc:sldMk cId="0" sldId="264"/>
        </pc:sldMkLst>
      </pc:sldChg>
      <pc:sldChg chg="delSp modSp mod delAnim modAnim">
        <pc:chgData name="Stephen Millmore" userId="7b2404fb-f360-4859-a21a-833f72764a74" providerId="ADAL" clId="{81ACD43F-62AC-445E-9ACE-F10791BBB929}" dt="2026-10-06T11:37:07.861" v="54" actId="478"/>
        <pc:sldMkLst>
          <pc:docMk/>
          <pc:sldMk cId="0" sldId="265"/>
        </pc:sldMkLst>
        <pc:spChg chg="mod">
          <ac:chgData name="Stephen Millmore" userId="7b2404fb-f360-4859-a21a-833f72764a74" providerId="ADAL" clId="{81ACD43F-62AC-445E-9ACE-F10791BBB929}" dt="2026-10-06T11:37:05.388" v="53" actId="20577"/>
          <ac:spMkLst>
            <pc:docMk/>
            <pc:sldMk cId="0" sldId="265"/>
            <ac:spMk id="9" creationId="{00000000-0000-0000-0000-000000000000}"/>
          </ac:spMkLst>
        </pc:spChg>
        <pc:picChg chg="del">
          <ac:chgData name="Stephen Millmore" userId="7b2404fb-f360-4859-a21a-833f72764a74" providerId="ADAL" clId="{81ACD43F-62AC-445E-9ACE-F10791BBB929}" dt="2026-10-06T11:37:07.861" v="54" actId="478"/>
          <ac:picMkLst>
            <pc:docMk/>
            <pc:sldMk cId="0" sldId="265"/>
            <ac:picMk id="7" creationId="{00000000-0000-0000-0000-000000000000}"/>
          </ac:picMkLst>
        </pc:picChg>
        <pc:picChg chg="del">
          <ac:chgData name="Stephen Millmore" userId="7b2404fb-f360-4859-a21a-833f72764a74" providerId="ADAL" clId="{81ACD43F-62AC-445E-9ACE-F10791BBB929}" dt="2026-10-06T11:37:07.861" v="54" actId="478"/>
          <ac:picMkLst>
            <pc:docMk/>
            <pc:sldMk cId="0" sldId="265"/>
            <ac:picMk id="8" creationId="{00000000-0000-0000-0000-000000000000}"/>
          </ac:picMkLst>
        </pc:picChg>
      </pc:sldChg>
      <pc:sldChg chg="addAnim delAnim modAnim">
        <pc:chgData name="Stephen Millmore" userId="7b2404fb-f360-4859-a21a-833f72764a74" providerId="ADAL" clId="{81ACD43F-62AC-445E-9ACE-F10791BBB929}" dt="2026-10-06T11:39:11.753" v="117"/>
        <pc:sldMkLst>
          <pc:docMk/>
          <pc:sldMk cId="0" sldId="266"/>
        </pc:sldMkLst>
      </pc:sldChg>
      <pc:sldChg chg="modAnim">
        <pc:chgData name="Stephen Millmore" userId="7b2404fb-f360-4859-a21a-833f72764a74" providerId="ADAL" clId="{81ACD43F-62AC-445E-9ACE-F10791BBB929}" dt="2026-10-06T13:10:28.170" v="141"/>
        <pc:sldMkLst>
          <pc:docMk/>
          <pc:sldMk cId="0" sldId="269"/>
        </pc:sldMkLst>
      </pc:sldChg>
      <pc:sldChg chg="modAnim">
        <pc:chgData name="Stephen Millmore" userId="7b2404fb-f360-4859-a21a-833f72764a74" providerId="ADAL" clId="{81ACD43F-62AC-445E-9ACE-F10791BBB929}" dt="2026-10-06T13:10:50.066" v="142"/>
        <pc:sldMkLst>
          <pc:docMk/>
          <pc:sldMk cId="0" sldId="270"/>
        </pc:sldMkLst>
      </pc:sldChg>
      <pc:sldChg chg="modAnim">
        <pc:chgData name="Stephen Millmore" userId="7b2404fb-f360-4859-a21a-833f72764a74" providerId="ADAL" clId="{81ACD43F-62AC-445E-9ACE-F10791BBB929}" dt="2026-10-06T13:11:00.274" v="143"/>
        <pc:sldMkLst>
          <pc:docMk/>
          <pc:sldMk cId="0" sldId="271"/>
        </pc:sldMkLst>
      </pc:sldChg>
      <pc:sldChg chg="modAnim">
        <pc:chgData name="Stephen Millmore" userId="7b2404fb-f360-4859-a21a-833f72764a74" providerId="ADAL" clId="{81ACD43F-62AC-445E-9ACE-F10791BBB929}" dt="2026-10-06T13:14:11.900" v="167"/>
        <pc:sldMkLst>
          <pc:docMk/>
          <pc:sldMk cId="0" sldId="272"/>
        </pc:sldMkLst>
      </pc:sldChg>
      <pc:sldChg chg="addAnim delAnim modAnim">
        <pc:chgData name="Stephen Millmore" userId="7b2404fb-f360-4859-a21a-833f72764a74" providerId="ADAL" clId="{81ACD43F-62AC-445E-9ACE-F10791BBB929}" dt="2026-10-06T13:14:38.963" v="172"/>
        <pc:sldMkLst>
          <pc:docMk/>
          <pc:sldMk cId="0" sldId="273"/>
        </pc:sldMkLst>
      </pc:sldChg>
      <pc:sldChg chg="modAnim">
        <pc:chgData name="Stephen Millmore" userId="7b2404fb-f360-4859-a21a-833f72764a74" providerId="ADAL" clId="{81ACD43F-62AC-445E-9ACE-F10791BBB929}" dt="2026-10-06T13:14:49.491" v="174"/>
        <pc:sldMkLst>
          <pc:docMk/>
          <pc:sldMk cId="0" sldId="274"/>
        </pc:sldMkLst>
      </pc:sldChg>
      <pc:sldChg chg="modAnim">
        <pc:chgData name="Stephen Millmore" userId="7b2404fb-f360-4859-a21a-833f72764a74" providerId="ADAL" clId="{81ACD43F-62AC-445E-9ACE-F10791BBB929}" dt="2026-10-06T13:15:00.087" v="175"/>
        <pc:sldMkLst>
          <pc:docMk/>
          <pc:sldMk cId="0" sldId="275"/>
        </pc:sldMkLst>
      </pc:sldChg>
      <pc:sldChg chg="modAnim">
        <pc:chgData name="Stephen Millmore" userId="7b2404fb-f360-4859-a21a-833f72764a74" providerId="ADAL" clId="{81ACD43F-62AC-445E-9ACE-F10791BBB929}" dt="2026-10-06T13:16:11.643" v="193"/>
        <pc:sldMkLst>
          <pc:docMk/>
          <pc:sldMk cId="0" sldId="276"/>
        </pc:sldMkLst>
      </pc:sldChg>
      <pc:sldChg chg="modAnim">
        <pc:chgData name="Stephen Millmore" userId="7b2404fb-f360-4859-a21a-833f72764a74" providerId="ADAL" clId="{81ACD43F-62AC-445E-9ACE-F10791BBB929}" dt="2026-10-06T13:16:27.642" v="194"/>
        <pc:sldMkLst>
          <pc:docMk/>
          <pc:sldMk cId="0" sldId="277"/>
        </pc:sldMkLst>
      </pc:sldChg>
      <pc:sldChg chg="modAnim">
        <pc:chgData name="Stephen Millmore" userId="7b2404fb-f360-4859-a21a-833f72764a74" providerId="ADAL" clId="{81ACD43F-62AC-445E-9ACE-F10791BBB929}" dt="2026-10-06T13:16:45.505" v="197"/>
        <pc:sldMkLst>
          <pc:docMk/>
          <pc:sldMk cId="0" sldId="278"/>
        </pc:sldMkLst>
      </pc:sldChg>
      <pc:sldChg chg="addAnim delAnim modAnim">
        <pc:chgData name="Stephen Millmore" userId="7b2404fb-f360-4859-a21a-833f72764a74" providerId="ADAL" clId="{81ACD43F-62AC-445E-9ACE-F10791BBB929}" dt="2026-10-06T13:18:36.194" v="222"/>
        <pc:sldMkLst>
          <pc:docMk/>
          <pc:sldMk cId="0" sldId="279"/>
        </pc:sldMkLst>
      </pc:sldChg>
      <pc:sldChg chg="modAnim">
        <pc:chgData name="Stephen Millmore" userId="7b2404fb-f360-4859-a21a-833f72764a74" providerId="ADAL" clId="{81ACD43F-62AC-445E-9ACE-F10791BBB929}" dt="2026-10-06T13:20:21.817" v="243"/>
        <pc:sldMkLst>
          <pc:docMk/>
          <pc:sldMk cId="0" sldId="280"/>
        </pc:sldMkLst>
      </pc:sldChg>
      <pc:sldChg chg="modAnim">
        <pc:chgData name="Stephen Millmore" userId="7b2404fb-f360-4859-a21a-833f72764a74" providerId="ADAL" clId="{81ACD43F-62AC-445E-9ACE-F10791BBB929}" dt="2026-10-06T13:20:42.790" v="246"/>
        <pc:sldMkLst>
          <pc:docMk/>
          <pc:sldMk cId="0" sldId="281"/>
        </pc:sldMkLst>
      </pc:sldChg>
      <pc:sldChg chg="modAnim">
        <pc:chgData name="Stephen Millmore" userId="7b2404fb-f360-4859-a21a-833f72764a74" providerId="ADAL" clId="{81ACD43F-62AC-445E-9ACE-F10791BBB929}" dt="2026-10-06T13:21:29.815" v="248"/>
        <pc:sldMkLst>
          <pc:docMk/>
          <pc:sldMk cId="0" sldId="283"/>
        </pc:sldMkLst>
      </pc:sldChg>
      <pc:sldChg chg="modAnim">
        <pc:chgData name="Stephen Millmore" userId="7b2404fb-f360-4859-a21a-833f72764a74" providerId="ADAL" clId="{81ACD43F-62AC-445E-9ACE-F10791BBB929}" dt="2026-10-06T13:21:35.167" v="249"/>
        <pc:sldMkLst>
          <pc:docMk/>
          <pc:sldMk cId="0" sldId="284"/>
        </pc:sldMkLst>
      </pc:sldChg>
      <pc:sldChg chg="modSp add mod">
        <pc:chgData name="Stephen Millmore" userId="7b2404fb-f360-4859-a21a-833f72764a74" providerId="ADAL" clId="{81ACD43F-62AC-445E-9ACE-F10791BBB929}" dt="2026-10-06T11:33:09.400" v="37" actId="20577"/>
        <pc:sldMkLst>
          <pc:docMk/>
          <pc:sldMk cId="1586107713" sldId="304"/>
        </pc:sldMkLst>
        <pc:spChg chg="mod">
          <ac:chgData name="Stephen Millmore" userId="7b2404fb-f360-4859-a21a-833f72764a74" providerId="ADAL" clId="{81ACD43F-62AC-445E-9ACE-F10791BBB929}" dt="2026-10-06T11:33:09.400" v="37" actId="20577"/>
          <ac:spMkLst>
            <pc:docMk/>
            <pc:sldMk cId="1586107713" sldId="304"/>
            <ac:spMk id="3" creationId="{B6BA3452-DE41-F7B9-1C44-D2FC51AFE4A1}"/>
          </ac:spMkLst>
        </pc:spChg>
      </pc:sldChg>
      <pc:sldChg chg="add modAnim">
        <pc:chgData name="Stephen Millmore" userId="7b2404fb-f360-4859-a21a-833f72764a74" providerId="ADAL" clId="{81ACD43F-62AC-445E-9ACE-F10791BBB929}" dt="2026-10-06T11:38:06.275" v="82"/>
        <pc:sldMkLst>
          <pc:docMk/>
          <pc:sldMk cId="2709537661" sldId="305"/>
        </pc:sldMkLst>
      </pc:sldChg>
      <pc:sldChg chg="modSp add mod">
        <pc:chgData name="Stephen Millmore" userId="7b2404fb-f360-4859-a21a-833f72764a74" providerId="ADAL" clId="{81ACD43F-62AC-445E-9ACE-F10791BBB929}" dt="2026-10-06T11:37:25.740" v="79" actId="20577"/>
        <pc:sldMkLst>
          <pc:docMk/>
          <pc:sldMk cId="1495474985" sldId="306"/>
        </pc:sldMkLst>
        <pc:spChg chg="mod">
          <ac:chgData name="Stephen Millmore" userId="7b2404fb-f360-4859-a21a-833f72764a74" providerId="ADAL" clId="{81ACD43F-62AC-445E-9ACE-F10791BBB929}" dt="2026-10-06T11:37:25.740" v="79" actId="20577"/>
          <ac:spMkLst>
            <pc:docMk/>
            <pc:sldMk cId="1495474985" sldId="306"/>
            <ac:spMk id="3" creationId="{6C9076DA-2659-9543-EB57-B73E5C7D5079}"/>
          </ac:spMkLst>
        </pc:spChg>
      </pc:sldChg>
      <pc:sldChg chg="add">
        <pc:chgData name="Stephen Millmore" userId="7b2404fb-f360-4859-a21a-833f72764a74" providerId="ADAL" clId="{81ACD43F-62AC-445E-9ACE-F10791BBB929}" dt="2026-10-06T11:38:00.172" v="80"/>
        <pc:sldMkLst>
          <pc:docMk/>
          <pc:sldMk cId="2978177116" sldId="307"/>
        </pc:sldMkLst>
      </pc:sldChg>
      <pc:sldChg chg="add">
        <pc:chgData name="Stephen Millmore" userId="7b2404fb-f360-4859-a21a-833f72764a74" providerId="ADAL" clId="{81ACD43F-62AC-445E-9ACE-F10791BBB929}" dt="2026-10-06T11:38:00.587" v="81"/>
        <pc:sldMkLst>
          <pc:docMk/>
          <pc:sldMk cId="362421367" sldId="308"/>
        </pc:sldMkLst>
      </pc:sldChg>
      <pc:sldChg chg="modSp add mod">
        <pc:chgData name="Stephen Millmore" userId="7b2404fb-f360-4859-a21a-833f72764a74" providerId="ADAL" clId="{81ACD43F-62AC-445E-9ACE-F10791BBB929}" dt="2026-10-06T11:38:57.077" v="114" actId="20577"/>
        <pc:sldMkLst>
          <pc:docMk/>
          <pc:sldMk cId="245714174" sldId="309"/>
        </pc:sldMkLst>
        <pc:spChg chg="mod">
          <ac:chgData name="Stephen Millmore" userId="7b2404fb-f360-4859-a21a-833f72764a74" providerId="ADAL" clId="{81ACD43F-62AC-445E-9ACE-F10791BBB929}" dt="2026-10-06T11:38:57.077" v="114" actId="20577"/>
          <ac:spMkLst>
            <pc:docMk/>
            <pc:sldMk cId="245714174" sldId="309"/>
            <ac:spMk id="3" creationId="{4E3344C2-69FA-5F03-8F07-CF18012CCDF2}"/>
          </ac:spMkLst>
        </pc:spChg>
      </pc:sldChg>
      <pc:sldChg chg="add del">
        <pc:chgData name="Stephen Millmore" userId="7b2404fb-f360-4859-a21a-833f72764a74" providerId="ADAL" clId="{81ACD43F-62AC-445E-9ACE-F10791BBB929}" dt="2026-10-06T11:38:48.332" v="84"/>
        <pc:sldMkLst>
          <pc:docMk/>
          <pc:sldMk cId="1952374842" sldId="309"/>
        </pc:sldMkLst>
      </pc:sldChg>
      <pc:sldChg chg="modSp add mod">
        <pc:chgData name="Stephen Millmore" userId="7b2404fb-f360-4859-a21a-833f72764a74" providerId="ADAL" clId="{81ACD43F-62AC-445E-9ACE-F10791BBB929}" dt="2026-10-06T11:39:52.985" v="136" actId="20577"/>
        <pc:sldMkLst>
          <pc:docMk/>
          <pc:sldMk cId="1742159889" sldId="310"/>
        </pc:sldMkLst>
        <pc:spChg chg="mod">
          <ac:chgData name="Stephen Millmore" userId="7b2404fb-f360-4859-a21a-833f72764a74" providerId="ADAL" clId="{81ACD43F-62AC-445E-9ACE-F10791BBB929}" dt="2026-10-06T11:39:52.985" v="136" actId="20577"/>
          <ac:spMkLst>
            <pc:docMk/>
            <pc:sldMk cId="1742159889" sldId="310"/>
            <ac:spMk id="3" creationId="{C29B7909-22BC-43AA-6D98-3E92F733918A}"/>
          </ac:spMkLst>
        </pc:spChg>
      </pc:sldChg>
      <pc:sldChg chg="add">
        <pc:chgData name="Stephen Millmore" userId="7b2404fb-f360-4859-a21a-833f72764a74" providerId="ADAL" clId="{81ACD43F-62AC-445E-9ACE-F10791BBB929}" dt="2026-10-06T11:39:56.292" v="137"/>
        <pc:sldMkLst>
          <pc:docMk/>
          <pc:sldMk cId="1341826855" sldId="311"/>
        </pc:sldMkLst>
      </pc:sldChg>
      <pc:sldChg chg="add">
        <pc:chgData name="Stephen Millmore" userId="7b2404fb-f360-4859-a21a-833f72764a74" providerId="ADAL" clId="{81ACD43F-62AC-445E-9ACE-F10791BBB929}" dt="2026-10-06T11:39:57.367" v="138"/>
        <pc:sldMkLst>
          <pc:docMk/>
          <pc:sldMk cId="3186406709" sldId="312"/>
        </pc:sldMkLst>
      </pc:sldChg>
      <pc:sldChg chg="add">
        <pc:chgData name="Stephen Millmore" userId="7b2404fb-f360-4859-a21a-833f72764a74" providerId="ADAL" clId="{81ACD43F-62AC-445E-9ACE-F10791BBB929}" dt="2026-10-06T11:41:18.225" v="139"/>
        <pc:sldMkLst>
          <pc:docMk/>
          <pc:sldMk cId="2353788928" sldId="313"/>
        </pc:sldMkLst>
      </pc:sldChg>
      <pc:sldChg chg="modSp add mod">
        <pc:chgData name="Stephen Millmore" userId="7b2404fb-f360-4859-a21a-833f72764a74" providerId="ADAL" clId="{81ACD43F-62AC-445E-9ACE-F10791BBB929}" dt="2026-10-06T13:13:50.269" v="165" actId="20577"/>
        <pc:sldMkLst>
          <pc:docMk/>
          <pc:sldMk cId="1735091529" sldId="314"/>
        </pc:sldMkLst>
        <pc:spChg chg="mod">
          <ac:chgData name="Stephen Millmore" userId="7b2404fb-f360-4859-a21a-833f72764a74" providerId="ADAL" clId="{81ACD43F-62AC-445E-9ACE-F10791BBB929}" dt="2026-10-06T13:13:50.269" v="165" actId="20577"/>
          <ac:spMkLst>
            <pc:docMk/>
            <pc:sldMk cId="1735091529" sldId="314"/>
            <ac:spMk id="3" creationId="{CFA9AF1D-FF5D-EE1D-3E74-1E56338FEE8E}"/>
          </ac:spMkLst>
        </pc:spChg>
      </pc:sldChg>
      <pc:sldChg chg="modSp add mod">
        <pc:chgData name="Stephen Millmore" userId="7b2404fb-f360-4859-a21a-833f72764a74" providerId="ADAL" clId="{81ACD43F-62AC-445E-9ACE-F10791BBB929}" dt="2026-10-06T13:15:54.265" v="191" actId="20577"/>
        <pc:sldMkLst>
          <pc:docMk/>
          <pc:sldMk cId="2192331676" sldId="315"/>
        </pc:sldMkLst>
        <pc:spChg chg="mod">
          <ac:chgData name="Stephen Millmore" userId="7b2404fb-f360-4859-a21a-833f72764a74" providerId="ADAL" clId="{81ACD43F-62AC-445E-9ACE-F10791BBB929}" dt="2026-10-06T13:15:54.265" v="191" actId="20577"/>
          <ac:spMkLst>
            <pc:docMk/>
            <pc:sldMk cId="2192331676" sldId="315"/>
            <ac:spMk id="3" creationId="{08D30D62-94B6-9B15-7C19-B0F62B354F47}"/>
          </ac:spMkLst>
        </pc:spChg>
      </pc:sldChg>
      <pc:sldChg chg="modSp add mod">
        <pc:chgData name="Stephen Millmore" userId="7b2404fb-f360-4859-a21a-833f72764a74" providerId="ADAL" clId="{81ACD43F-62AC-445E-9ACE-F10791BBB929}" dt="2026-10-06T13:17:33.196" v="218" actId="20577"/>
        <pc:sldMkLst>
          <pc:docMk/>
          <pc:sldMk cId="1627022946" sldId="316"/>
        </pc:sldMkLst>
        <pc:spChg chg="mod">
          <ac:chgData name="Stephen Millmore" userId="7b2404fb-f360-4859-a21a-833f72764a74" providerId="ADAL" clId="{81ACD43F-62AC-445E-9ACE-F10791BBB929}" dt="2026-10-06T13:17:33.196" v="218" actId="20577"/>
          <ac:spMkLst>
            <pc:docMk/>
            <pc:sldMk cId="1627022946" sldId="316"/>
            <ac:spMk id="3" creationId="{51F4E034-2F66-39AB-5F3D-A3008AAA14CB}"/>
          </ac:spMkLst>
        </pc:spChg>
      </pc:sldChg>
      <pc:sldChg chg="modSp add mod">
        <pc:chgData name="Stephen Millmore" userId="7b2404fb-f360-4859-a21a-833f72764a74" providerId="ADAL" clId="{81ACD43F-62AC-445E-9ACE-F10791BBB929}" dt="2026-10-06T13:18:44.304" v="237" actId="20577"/>
        <pc:sldMkLst>
          <pc:docMk/>
          <pc:sldMk cId="595330298" sldId="317"/>
        </pc:sldMkLst>
        <pc:spChg chg="mod">
          <ac:chgData name="Stephen Millmore" userId="7b2404fb-f360-4859-a21a-833f72764a74" providerId="ADAL" clId="{81ACD43F-62AC-445E-9ACE-F10791BBB929}" dt="2026-10-06T13:18:44.304" v="237" actId="20577"/>
          <ac:spMkLst>
            <pc:docMk/>
            <pc:sldMk cId="595330298" sldId="317"/>
            <ac:spMk id="3" creationId="{8D102983-395C-EE3E-625D-AD9170332AC8}"/>
          </ac:spMkLst>
        </pc:spChg>
      </pc:sldChg>
      <pc:sldChg chg="add">
        <pc:chgData name="Stephen Millmore" userId="7b2404fb-f360-4859-a21a-833f72764a74" providerId="ADAL" clId="{81ACD43F-62AC-445E-9ACE-F10791BBB929}" dt="2026-10-06T13:19:42.365" v="238"/>
        <pc:sldMkLst>
          <pc:docMk/>
          <pc:sldMk cId="4291800055" sldId="318"/>
        </pc:sldMkLst>
      </pc:sldChg>
      <pc:sldChg chg="add">
        <pc:chgData name="Stephen Millmore" userId="7b2404fb-f360-4859-a21a-833f72764a74" providerId="ADAL" clId="{81ACD43F-62AC-445E-9ACE-F10791BBB929}" dt="2026-10-06T13:20:02.199" v="239"/>
        <pc:sldMkLst>
          <pc:docMk/>
          <pc:sldMk cId="3361038283" sldId="319"/>
        </pc:sldMkLst>
      </pc:sldChg>
      <pc:sldChg chg="add">
        <pc:chgData name="Stephen Millmore" userId="7b2404fb-f360-4859-a21a-833f72764a74" providerId="ADAL" clId="{81ACD43F-62AC-445E-9ACE-F10791BBB929}" dt="2026-10-06T13:20:02.814" v="240"/>
        <pc:sldMkLst>
          <pc:docMk/>
          <pc:sldMk cId="455574743" sldId="320"/>
        </pc:sldMkLst>
      </pc:sldChg>
      <pc:sldChg chg="modSp add">
        <pc:chgData name="Stephen Millmore" userId="7b2404fb-f360-4859-a21a-833f72764a74" providerId="ADAL" clId="{81ACD43F-62AC-445E-9ACE-F10791BBB929}" dt="2026-10-06T13:22:55.125" v="279"/>
        <pc:sldMkLst>
          <pc:docMk/>
          <pc:sldMk cId="1069233477" sldId="321"/>
        </pc:sldMkLst>
        <pc:spChg chg="mod">
          <ac:chgData name="Stephen Millmore" userId="7b2404fb-f360-4859-a21a-833f72764a74" providerId="ADAL" clId="{81ACD43F-62AC-445E-9ACE-F10791BBB929}" dt="2026-10-06T13:22:55.125" v="279"/>
          <ac:spMkLst>
            <pc:docMk/>
            <pc:sldMk cId="1069233477" sldId="321"/>
            <ac:spMk id="3" creationId="{10AEF98E-F06C-B7D5-1BF4-568E2E0721B9}"/>
          </ac:spMkLst>
        </pc:spChg>
      </pc:sldChg>
      <pc:sldChg chg="modSp add">
        <pc:chgData name="Stephen Millmore" userId="7b2404fb-f360-4859-a21a-833f72764a74" providerId="ADAL" clId="{81ACD43F-62AC-445E-9ACE-F10791BBB929}" dt="2026-10-06T13:22:53.172" v="278"/>
        <pc:sldMkLst>
          <pc:docMk/>
          <pc:sldMk cId="37455900" sldId="322"/>
        </pc:sldMkLst>
        <pc:spChg chg="mod">
          <ac:chgData name="Stephen Millmore" userId="7b2404fb-f360-4859-a21a-833f72764a74" providerId="ADAL" clId="{81ACD43F-62AC-445E-9ACE-F10791BBB929}" dt="2026-10-06T13:22:53.172" v="278"/>
          <ac:spMkLst>
            <pc:docMk/>
            <pc:sldMk cId="37455900" sldId="322"/>
            <ac:spMk id="3" creationId="{CB9F69C1-0D34-FE66-E162-23B7A579B5FB}"/>
          </ac:spMkLst>
        </pc:spChg>
      </pc:sldChg>
      <pc:sldChg chg="modSp add mod">
        <pc:chgData name="Stephen Millmore" userId="7b2404fb-f360-4859-a21a-833f72764a74" providerId="ADAL" clId="{81ACD43F-62AC-445E-9ACE-F10791BBB929}" dt="2026-10-06T13:22:49.457" v="277" actId="20577"/>
        <pc:sldMkLst>
          <pc:docMk/>
          <pc:sldMk cId="3981053917" sldId="323"/>
        </pc:sldMkLst>
        <pc:spChg chg="mod">
          <ac:chgData name="Stephen Millmore" userId="7b2404fb-f360-4859-a21a-833f72764a74" providerId="ADAL" clId="{81ACD43F-62AC-445E-9ACE-F10791BBB929}" dt="2026-10-06T13:22:49.457" v="277" actId="20577"/>
          <ac:spMkLst>
            <pc:docMk/>
            <pc:sldMk cId="3981053917" sldId="323"/>
            <ac:spMk id="3" creationId="{C836B494-B005-BB39-76FE-A578DF90C2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C7051-9062-409C-AE15-A6F1197FF95B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D7100-7860-40F6-91C6-0D4E22308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88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FA55-AB30-DC00-E2D5-68E8C958A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A787B-CFE3-6DC2-8024-0F3E64B0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CD79-E43C-F3C8-544C-5A174FC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6D58-05B8-F5C3-A035-F7C00C8D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D760-E676-D76C-E7A6-BC0710FA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2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D004-397A-980E-C179-F9B825D6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DE7A-C9BD-5D48-8ED9-FDF82A7FB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54283-3B57-036F-F7E5-7440DB72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F0BA2-5F33-A0ED-F607-756FFF37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A7E19-6197-C66B-8306-F294C21E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53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A67F-2255-BDD7-8A59-2118FE32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4723-D975-03E2-44E8-702199E7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B290E-EDF0-FA32-8161-B3B394D7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7736-164F-E5EE-675C-A1395E71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AFD4-CC0F-D913-3A93-8EC16447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13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B428-181F-BFCF-DA92-29995069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1729-74D5-9433-CDFD-80218A593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5E06B-69F1-EADB-BB1F-62CC49C0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22311-E765-9BF3-8FC2-739EF31D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F365E-9401-08DE-D3A0-C6BC8359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48CD9-152A-EBD8-E221-A59FDA6D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25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DA84-A405-DEDE-EA19-DCCA0926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D0D1A-A68D-F8FA-432C-F87A52F35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FA5-083B-CBBD-4F35-7AEB939DC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84906-4322-6720-6959-0CE1F2352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A1C4C-F47B-0BAE-085B-C1E99F07B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42B9B-7E19-D371-AF0A-18673069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3848B-B261-DEB6-BD59-38888DEE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06104-ECD0-28DA-19E8-BB91DF18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81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76DB-4410-7DCC-AD51-8273A2B2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F26A-640A-6217-7A3C-69A7D466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21451-4B3C-E455-432C-DB73D818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6006B-E5FE-AEBF-E534-5D04132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31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AB999-75F0-0393-64BD-5629BE26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F2CEA-D6F9-5458-EC7A-78F58486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71D6-C3C0-D0E4-AB1A-6EC9C35F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8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7551-8117-0F02-0917-94FA1193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1FE65-537B-4FF0-1431-53208C90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10B7D-C6D8-36CB-7941-F7654D5DE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84519-A286-3C31-40A6-C84E19D8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535EE-7C1C-48EF-6443-1332DA1B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1B981-C8BD-5C93-3F1B-E3EB2335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7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D123-13C3-9EE5-FD39-128AAA98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8C6E1-9D2E-9B5C-5E04-27DD6C893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3B5C8-693E-CED5-5E09-7367C4B03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8B8B8-A322-D829-23F6-A2C77D33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25D4F-B481-C386-8315-B4452FFC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B3BDF-E459-D9C0-2F7B-C51F031C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CFC3-DD72-FEF3-0E01-5837CE22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7BEFA-5226-117B-AE48-BF37D9518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1218-7C69-8DCC-959F-2AEBD9FE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D6782-4812-5023-7D77-3EDF9DCC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E6C2-F748-15D4-B64F-EAFD75D1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5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333F4-1559-3508-32AC-D6792F1D3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6504C-601D-55EA-12FF-0B2BA1886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5D75-F368-364E-BDB5-EF5AFCEA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7816-F9B0-36E6-989C-53A724F3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50D4-B7F9-700B-20CB-364B3518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04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Quote on C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EF71B-F60E-7B48-83E4-55A1FCF58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" t="1868" r="1868" b="1620"/>
          <a:stretch/>
        </p:blipFill>
        <p:spPr>
          <a:xfrm>
            <a:off x="2" y="1"/>
            <a:ext cx="12191999" cy="686077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F1FDF40F-AA30-C342-848B-716B6756B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90553" y="6356352"/>
            <a:ext cx="249423" cy="246217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ctr" defTabSz="685748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bg1"/>
                </a:solidFill>
                <a:latin typeface="Arial" panose="020B0604020202020204" pitchFamily="34" charset="0"/>
                <a:ea typeface="Open Sans Regular"/>
                <a:cs typeface="Arial" panose="020B0604020202020204" pitchFamily="34" charset="0"/>
                <a:sym typeface="Open Sans Regular"/>
              </a:defRPr>
            </a:lvl1pPr>
          </a:lstStyle>
          <a:p>
            <a:fld id="{72DA58F3-7ABE-4823-8671-C5AB3367817B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38C8141-5A82-894D-AA12-C382770E5E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1507" y="2077279"/>
            <a:ext cx="9588988" cy="3010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5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Extrabold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“Click to add a quote here”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61086-B098-5A56-B1BB-C5AFF0ABC48D}"/>
              </a:ext>
            </a:extLst>
          </p:cNvPr>
          <p:cNvGrpSpPr/>
          <p:nvPr/>
        </p:nvGrpSpPr>
        <p:grpSpPr>
          <a:xfrm>
            <a:off x="191344" y="116632"/>
            <a:ext cx="3695217" cy="644279"/>
            <a:chOff x="191344" y="116632"/>
            <a:chExt cx="3695217" cy="6442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E1A39C-3555-4F26-6768-2FDE7A7D4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6561" y="360257"/>
              <a:ext cx="3600000" cy="400654"/>
            </a:xfrm>
            <a:prstGeom prst="rect">
              <a:avLst/>
            </a:prstGeom>
          </p:spPr>
        </p:pic>
        <p:sp>
          <p:nvSpPr>
            <p:cNvPr id="10" name="Text Box 1">
              <a:extLst>
                <a:ext uri="{FF2B5EF4-FFF2-40B4-BE49-F238E27FC236}">
                  <a16:creationId xmlns:a16="http://schemas.microsoft.com/office/drawing/2014/main" id="{D79D3A15-557E-A135-7056-EF2918A3AA75}"/>
                </a:ext>
              </a:extLst>
            </p:cNvPr>
            <p:cNvSpPr txBox="1"/>
            <p:nvPr/>
          </p:nvSpPr>
          <p:spPr>
            <a:xfrm>
              <a:off x="191344" y="116632"/>
              <a:ext cx="3300437" cy="31034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4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rPr>
                <a:t>Laboratory for Scientific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753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 and me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8">
            <a:extLst>
              <a:ext uri="{FF2B5EF4-FFF2-40B4-BE49-F238E27FC236}">
                <a16:creationId xmlns:a16="http://schemas.microsoft.com/office/drawing/2014/main" id="{B4B0D22C-051D-4147-AAAA-FD7CE0AE94C2}"/>
              </a:ext>
            </a:extLst>
          </p:cNvPr>
          <p:cNvSpPr/>
          <p:nvPr/>
        </p:nvSpPr>
        <p:spPr>
          <a:xfrm>
            <a:off x="-366504" y="-9012"/>
            <a:ext cx="12206479" cy="6858000"/>
          </a:xfrm>
          <a:prstGeom prst="rect">
            <a:avLst/>
          </a:prstGeom>
          <a:solidFill>
            <a:srgbClr val="F2F2F2">
              <a:alpha val="29851"/>
            </a:srgbClr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King"/>
                <a:ea typeface="King"/>
                <a:cs typeface="King"/>
                <a:sym typeface="King"/>
              </a:defRPr>
            </a:pP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ing"/>
              <a:sym typeface="King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1FDF40F-AA30-C342-848B-716B6756B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90553" y="6356352"/>
            <a:ext cx="249423" cy="246217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ctr" defTabSz="685748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Regular"/>
                <a:cs typeface="Arial" panose="020B0604020202020204" pitchFamily="34" charset="0"/>
                <a:sym typeface="Open Sans Regular"/>
              </a:defRPr>
            </a:lvl1pPr>
          </a:lstStyle>
          <a:p>
            <a:fld id="{72DA58F3-7ABE-4823-8671-C5AB3367817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190112-CEED-9340-B787-75A4C7E33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05" y="1212589"/>
            <a:ext cx="10936297" cy="4597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Your heading here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5A38A35-98AD-244B-BC56-964CBC1CCA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72200" y="2438931"/>
            <a:ext cx="5181600" cy="34226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3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200" b="0" i="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</a:lstStyle>
          <a:p>
            <a:pPr lvl="0"/>
            <a:r>
              <a:rPr lang="en-GB" dirty="0"/>
              <a:t>Click to add your text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BE56363-26EA-0E45-92A7-DC3D5187182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17503" y="2438931"/>
            <a:ext cx="5181600" cy="34226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3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200" b="0" i="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</a:lstStyle>
          <a:p>
            <a:pPr lvl="0"/>
            <a:r>
              <a:rPr lang="en-GB" dirty="0"/>
              <a:t>Click to add your text here</a:t>
            </a:r>
          </a:p>
        </p:txBody>
      </p:sp>
      <p:pic>
        <p:nvPicPr>
          <p:cNvPr id="11" name="UoC_BrandTexture_SingleColour_RGB_UoC_SingleColour_CB_Texture_CMYK.png">
            <a:extLst>
              <a:ext uri="{FF2B5EF4-FFF2-40B4-BE49-F238E27FC236}">
                <a16:creationId xmlns:a16="http://schemas.microsoft.com/office/drawing/2014/main" id="{29EF94AE-3313-FC4E-B5A9-4CAF3AD8C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9" t="7599" r="11393" b="85049"/>
          <a:stretch/>
        </p:blipFill>
        <p:spPr>
          <a:xfrm>
            <a:off x="0" y="-9013"/>
            <a:ext cx="12192000" cy="85567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A160D4D-5096-A1F4-9D53-0787DCD52149}"/>
              </a:ext>
            </a:extLst>
          </p:cNvPr>
          <p:cNvGrpSpPr/>
          <p:nvPr/>
        </p:nvGrpSpPr>
        <p:grpSpPr>
          <a:xfrm>
            <a:off x="191344" y="116632"/>
            <a:ext cx="3695217" cy="644279"/>
            <a:chOff x="191344" y="116632"/>
            <a:chExt cx="3695217" cy="64427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70DEE98-C849-78F9-388D-56620E03B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6561" y="360257"/>
              <a:ext cx="3600000" cy="400654"/>
            </a:xfrm>
            <a:prstGeom prst="rect">
              <a:avLst/>
            </a:prstGeom>
          </p:spPr>
        </p:pic>
        <p:sp>
          <p:nvSpPr>
            <p:cNvPr id="13" name="Text Box 1">
              <a:extLst>
                <a:ext uri="{FF2B5EF4-FFF2-40B4-BE49-F238E27FC236}">
                  <a16:creationId xmlns:a16="http://schemas.microsoft.com/office/drawing/2014/main" id="{9E52DE24-BFF0-8348-2945-978021348D6E}"/>
                </a:ext>
              </a:extLst>
            </p:cNvPr>
            <p:cNvSpPr txBox="1"/>
            <p:nvPr/>
          </p:nvSpPr>
          <p:spPr>
            <a:xfrm>
              <a:off x="191344" y="116632"/>
              <a:ext cx="3300437" cy="31034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4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rPr>
                <a:t>Laboratory for Scientific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2820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4DAC2-C681-6B3A-B639-151DB377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5ED96-5809-0B63-9264-FF8207CBE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3C83-BFD9-BA2A-0350-15A308C00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39C97-1B4B-EC4A-D21A-09382ECE7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CB7C1-05E5-FFC1-E6D3-B48A31F72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4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7416A64-9339-A599-72EA-955688A7BB55}"/>
              </a:ext>
            </a:extLst>
          </p:cNvPr>
          <p:cNvSpPr txBox="1">
            <a:spLocks/>
          </p:cNvSpPr>
          <p:nvPr/>
        </p:nvSpPr>
        <p:spPr>
          <a:xfrm>
            <a:off x="1453907" y="2229679"/>
            <a:ext cx="9588988" cy="301053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50" b="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Extrabold" panose="020B0606030504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400" b="1" i="0" dirty="0"/>
              <a:t>Mathematical Methods for Scientific Computing</a:t>
            </a:r>
          </a:p>
          <a:p>
            <a:r>
              <a:rPr lang="en-GB" sz="2400" dirty="0"/>
              <a:t>Multivariable Calculus</a:t>
            </a:r>
          </a:p>
          <a:p>
            <a:r>
              <a:rPr lang="en-GB" sz="1000" dirty="0"/>
              <a:t> </a:t>
            </a:r>
          </a:p>
          <a:p>
            <a:r>
              <a:rPr lang="en-GB" sz="1600" i="0" dirty="0"/>
              <a:t>Stephen Millmore </a:t>
            </a:r>
          </a:p>
          <a:p>
            <a:r>
              <a:rPr lang="en-GB" sz="1600" i="0" dirty="0"/>
              <a:t>Laboratory for Scientific Computing,</a:t>
            </a:r>
          </a:p>
          <a:p>
            <a:r>
              <a:rPr lang="en-GB" sz="1600" i="0" dirty="0"/>
              <a:t>University of Cambridge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20624" y="2468880"/>
            <a:ext cx="10936224" cy="3383280"/>
          </a:xfrm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</a:pPr>
            <a:r>
              <a:rPr sz="1800" dirty="0"/>
              <a:t>1.  Multivariable calculus</a:t>
            </a:r>
          </a:p>
          <a:p>
            <a:pPr>
              <a:spcAft>
                <a:spcPts val="1400"/>
              </a:spcAft>
            </a:pPr>
            <a:r>
              <a:rPr sz="1800" dirty="0"/>
              <a:t>2.  Thermodynamics and partial derivatives</a:t>
            </a:r>
          </a:p>
          <a:p>
            <a:pPr>
              <a:spcAft>
                <a:spcPts val="1400"/>
              </a:spcAft>
            </a:pPr>
            <a:r>
              <a:rPr sz="1800" dirty="0"/>
              <a:t>3.  Derivatives and integrals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Multivariable calculus</a:t>
            </a:r>
          </a:p>
        </p:txBody>
      </p:sp>
      <p:pic>
        <p:nvPicPr>
          <p:cNvPr id="4" name="Picture 3" descr="The image depicts a complex flowchart or diagram, possibly representing a mathematical function or algorithm, with various symbols, arrows, and geometric shapes, including a wave pattern and a vector.&#10;&#10;AI-generated content may be incorrect.">
            <a:extLst>
              <a:ext uri="{FF2B5EF4-FFF2-40B4-BE49-F238E27FC236}">
                <a16:creationId xmlns:a16="http://schemas.microsoft.com/office/drawing/2014/main" id="{49DACF6A-CDD5-D86F-6796-51F807A2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0" y="2777837"/>
            <a:ext cx="6464299" cy="3525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systems of equations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64327"/>
            <a:ext cx="11199533" cy="3797212"/>
          </a:xfrm>
        </p:spPr>
        <p:txBody>
          <a:bodyPr wrap="square">
            <a:normAutofit/>
          </a:bodyPr>
          <a:lstStyle/>
          <a:p>
            <a:r>
              <a:rPr sz="1600" dirty="0"/>
              <a:t>Scientific computing is a valuable tool for complex physical problems</a:t>
            </a:r>
          </a:p>
          <a:p>
            <a:r>
              <a:rPr sz="1600" dirty="0"/>
              <a:t>Such problems rarely have a single, well</a:t>
            </a:r>
            <a:r>
              <a:rPr lang="en-GB" sz="1600" dirty="0"/>
              <a:t>-</a:t>
            </a:r>
            <a:r>
              <a:rPr sz="1600" dirty="0"/>
              <a:t>behaved variable, but instead we must consider complex, coupled multivariable systems</a:t>
            </a:r>
          </a:p>
          <a:p>
            <a:r>
              <a:rPr lang="en-GB" sz="1600" dirty="0"/>
              <a:t>And coincidentally, my favourite equations,</a:t>
            </a:r>
            <a:r>
              <a:rPr sz="1600" dirty="0"/>
              <a:t> the compressible Euler equations</a:t>
            </a:r>
            <a:r>
              <a:rPr lang="en-GB" sz="1600" dirty="0"/>
              <a:t> are just such a system</a:t>
            </a:r>
          </a:p>
          <a:p>
            <a:endParaRPr lang="en-GB" sz="1600" dirty="0"/>
          </a:p>
          <a:p>
            <a:endParaRPr sz="1600" dirty="0"/>
          </a:p>
        </p:txBody>
      </p:sp>
      <p:pic>
        <p:nvPicPr>
          <p:cNvPr id="6" name="Picture 5" descr="e3fa92d16e9c3e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67" y="3976681"/>
            <a:ext cx="3281662" cy="615355"/>
          </a:xfrm>
          <a:prstGeom prst="rect">
            <a:avLst/>
          </a:prstGeom>
        </p:spPr>
      </p:pic>
      <p:pic>
        <p:nvPicPr>
          <p:cNvPr id="7" name="Picture 6" descr="9217325d9a1f11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79" y="4920762"/>
            <a:ext cx="5120639" cy="612051"/>
          </a:xfrm>
          <a:prstGeom prst="rect">
            <a:avLst/>
          </a:prstGeom>
        </p:spPr>
      </p:pic>
      <p:pic>
        <p:nvPicPr>
          <p:cNvPr id="8" name="Picture 7" descr="f904fa56dbaf05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05" y="5861539"/>
            <a:ext cx="4604586" cy="612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602364-220D-2964-ECA2-F5C1AC97DFB1}"/>
              </a:ext>
            </a:extLst>
          </p:cNvPr>
          <p:cNvSpPr txBox="1"/>
          <p:nvPr/>
        </p:nvSpPr>
        <p:spPr>
          <a:xfrm>
            <a:off x="6732349" y="4435166"/>
            <a:ext cx="489758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These are coupled equations – we cannot split them into three individual equations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They also have rather more than three variables it seems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and dependent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304548" y="2913326"/>
                <a:ext cx="10936296" cy="3888990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For this to be a closed system of equations, </a:t>
                </a:r>
                <a:br>
                  <a:rPr lang="en-GB" sz="1600" dirty="0"/>
                </a:br>
                <a:r>
                  <a:rPr sz="1600" dirty="0"/>
                  <a:t>we need to have three </a:t>
                </a:r>
                <a:r>
                  <a:rPr sz="1600" b="1" dirty="0"/>
                  <a:t>independent variables</a:t>
                </a:r>
                <a:endParaRPr lang="en-GB" sz="1600" b="1" dirty="0"/>
              </a:p>
              <a:p>
                <a:endParaRPr sz="1600" dirty="0"/>
              </a:p>
              <a:p>
                <a:r>
                  <a:rPr sz="1600" dirty="0"/>
                  <a:t>A good choice here is density,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600" dirty="0"/>
                  <a:t>, momentum,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600" dirty="0"/>
                  <a:t>, and total energy,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1600" dirty="0"/>
                  <a:t> – all of which are known to be </a:t>
                </a:r>
                <a:r>
                  <a:rPr lang="en-GB" sz="1600" dirty="0"/>
                  <a:t>quantities which are </a:t>
                </a:r>
                <a:r>
                  <a:rPr sz="1600" dirty="0"/>
                  <a:t>conserved</a:t>
                </a:r>
              </a:p>
              <a:p>
                <a:r>
                  <a:rPr sz="1600" dirty="0"/>
                  <a:t>For a closed system of equations, we also need to define velocity, </a:t>
                </a:r>
                <a14:m>
                  <m:oMath xmlns:m="http://schemas.openxmlformats.org/officeDocument/2006/math"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600" dirty="0"/>
                  <a:t>, and pressure,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1600" dirty="0"/>
                  <a:t>, in terms of the independent variables – and these are </a:t>
                </a:r>
                <a:r>
                  <a:rPr sz="1600" b="1" dirty="0"/>
                  <a:t>dependent variables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304548" y="2913326"/>
                <a:ext cx="10936296" cy="3888990"/>
              </a:xfrm>
              <a:blipFill>
                <a:blip r:embed="rId2"/>
                <a:stretch>
                  <a:fillRect l="-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e3fa92d16e9c3e8f.png">
            <a:extLst>
              <a:ext uri="{FF2B5EF4-FFF2-40B4-BE49-F238E27FC236}">
                <a16:creationId xmlns:a16="http://schemas.microsoft.com/office/drawing/2014/main" id="{87679215-A6FF-C382-9668-F13C61187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607" y="1357194"/>
            <a:ext cx="3281662" cy="615355"/>
          </a:xfrm>
          <a:prstGeom prst="rect">
            <a:avLst/>
          </a:prstGeom>
        </p:spPr>
      </p:pic>
      <p:pic>
        <p:nvPicPr>
          <p:cNvPr id="11" name="Picture 10" descr="9217325d9a1f11f5.png">
            <a:extLst>
              <a:ext uri="{FF2B5EF4-FFF2-40B4-BE49-F238E27FC236}">
                <a16:creationId xmlns:a16="http://schemas.microsoft.com/office/drawing/2014/main" id="{4A78AF72-24D8-178F-FEC7-EE1B519F9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119" y="2301275"/>
            <a:ext cx="5120639" cy="612051"/>
          </a:xfrm>
          <a:prstGeom prst="rect">
            <a:avLst/>
          </a:prstGeom>
        </p:spPr>
      </p:pic>
      <p:pic>
        <p:nvPicPr>
          <p:cNvPr id="13" name="Picture 12" descr="f904fa56dbaf0506.png">
            <a:extLst>
              <a:ext uri="{FF2B5EF4-FFF2-40B4-BE49-F238E27FC236}">
                <a16:creationId xmlns:a16="http://schemas.microsoft.com/office/drawing/2014/main" id="{161C903F-2C7F-1BBD-17DE-736D01460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145" y="3242052"/>
            <a:ext cx="4604586" cy="612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systems of equations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88937" y="4530105"/>
            <a:ext cx="10996361" cy="1918861"/>
          </a:xfrm>
        </p:spPr>
        <p:txBody>
          <a:bodyPr wrap="square">
            <a:normAutofit fontScale="92500"/>
          </a:bodyPr>
          <a:lstStyle/>
          <a:p>
            <a:r>
              <a:rPr sz="1400" dirty="0"/>
              <a:t>The choice of independent variables is not unique – as long as the system is </a:t>
            </a:r>
            <a:r>
              <a:rPr sz="1400" b="1" dirty="0"/>
              <a:t>closed</a:t>
            </a:r>
            <a:r>
              <a:rPr sz="1400" dirty="0"/>
              <a:t> by three variables, we can label these as the independent variables</a:t>
            </a:r>
          </a:p>
          <a:p>
            <a:r>
              <a:rPr sz="1400" dirty="0"/>
              <a:t>For some applications, the actual choice of independent variables doesn't really matter – we just need to know the equations can be solved</a:t>
            </a:r>
          </a:p>
          <a:p>
            <a:r>
              <a:rPr sz="1400" dirty="0"/>
              <a:t>However, if we want to start manipulating our equations, and performing additional calculus, we need to be certain we are consistent with how variables are treated</a:t>
            </a:r>
          </a:p>
        </p:txBody>
      </p:sp>
      <p:pic>
        <p:nvPicPr>
          <p:cNvPr id="9" name="Picture 8" descr="d25fdbfbb44a4023.png"/>
          <p:cNvPicPr>
            <a:picLocks noChangeAspect="1"/>
          </p:cNvPicPr>
          <p:nvPr/>
        </p:nvPicPr>
        <p:blipFill>
          <a:blip r:embed="rId2"/>
          <a:srcRect l="-10787" t="-6412" r="84191" b="-11280"/>
          <a:stretch>
            <a:fillRect/>
          </a:stretch>
        </p:blipFill>
        <p:spPr>
          <a:xfrm>
            <a:off x="7392678" y="1932917"/>
            <a:ext cx="1812951" cy="612051"/>
          </a:xfrm>
          <a:prstGeom prst="rect">
            <a:avLst/>
          </a:prstGeom>
        </p:spPr>
      </p:pic>
      <p:pic>
        <p:nvPicPr>
          <p:cNvPr id="10" name="Picture 9" descr="e3fa92d16e9c3e8f.png">
            <a:extLst>
              <a:ext uri="{FF2B5EF4-FFF2-40B4-BE49-F238E27FC236}">
                <a16:creationId xmlns:a16="http://schemas.microsoft.com/office/drawing/2014/main" id="{31D8CF81-02B2-279F-0CF9-DCDB2A435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67" y="1872868"/>
            <a:ext cx="3281662" cy="615355"/>
          </a:xfrm>
          <a:prstGeom prst="rect">
            <a:avLst/>
          </a:prstGeom>
        </p:spPr>
      </p:pic>
      <p:pic>
        <p:nvPicPr>
          <p:cNvPr id="12" name="Picture 11" descr="9217325d9a1f11f5.png">
            <a:extLst>
              <a:ext uri="{FF2B5EF4-FFF2-40B4-BE49-F238E27FC236}">
                <a16:creationId xmlns:a16="http://schemas.microsoft.com/office/drawing/2014/main" id="{13AE6D70-5DFB-FBE0-B856-860E9E69A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79" y="2816949"/>
            <a:ext cx="5120639" cy="612051"/>
          </a:xfrm>
          <a:prstGeom prst="rect">
            <a:avLst/>
          </a:prstGeom>
        </p:spPr>
      </p:pic>
      <p:pic>
        <p:nvPicPr>
          <p:cNvPr id="14" name="Picture 13" descr="f904fa56dbaf0506.png">
            <a:extLst>
              <a:ext uri="{FF2B5EF4-FFF2-40B4-BE49-F238E27FC236}">
                <a16:creationId xmlns:a16="http://schemas.microsoft.com/office/drawing/2014/main" id="{40A3E8D8-8548-C8C7-A5F2-94F9028CD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05" y="3757726"/>
            <a:ext cx="4604586" cy="612051"/>
          </a:xfrm>
          <a:prstGeom prst="rect">
            <a:avLst/>
          </a:prstGeom>
        </p:spPr>
      </p:pic>
      <p:pic>
        <p:nvPicPr>
          <p:cNvPr id="16" name="Picture 15" descr="d25fdbfbb44a4023.png">
            <a:extLst>
              <a:ext uri="{FF2B5EF4-FFF2-40B4-BE49-F238E27FC236}">
                <a16:creationId xmlns:a16="http://schemas.microsoft.com/office/drawing/2014/main" id="{F92D3DFB-6E6D-BEC7-C904-6FC5C956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97" r="48513"/>
          <a:stretch>
            <a:fillRect/>
          </a:stretch>
        </p:blipFill>
        <p:spPr>
          <a:xfrm>
            <a:off x="7611033" y="2816949"/>
            <a:ext cx="1847503" cy="568561"/>
          </a:xfrm>
          <a:prstGeom prst="rect">
            <a:avLst/>
          </a:prstGeom>
        </p:spPr>
      </p:pic>
      <p:pic>
        <p:nvPicPr>
          <p:cNvPr id="18" name="Picture 17" descr="d25fdbfbb44a4023.png">
            <a:extLst>
              <a:ext uri="{FF2B5EF4-FFF2-40B4-BE49-F238E27FC236}">
                <a16:creationId xmlns:a16="http://schemas.microsoft.com/office/drawing/2014/main" id="{E16F0B14-041E-E3E3-F87B-A45F5E09F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712" t="-16504"/>
          <a:stretch>
            <a:fillRect/>
          </a:stretch>
        </p:blipFill>
        <p:spPr>
          <a:xfrm>
            <a:off x="7392678" y="3593161"/>
            <a:ext cx="2774344" cy="612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Closure and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508043"/>
                <a:ext cx="10566055" cy="3661468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When we need to manipulate these equations, we frequently find ourselves taking derivatives with respect to other variables</a:t>
                </a:r>
              </a:p>
              <a:p>
                <a:r>
                  <a:rPr sz="1600" dirty="0"/>
                  <a:t>Before doing this, we need to be sure which independent variables we have</a:t>
                </a:r>
                <a:endParaRPr lang="en-GB" sz="1600" dirty="0"/>
              </a:p>
              <a:p>
                <a:r>
                  <a:rPr sz="1600" dirty="0"/>
                  <a:t>For example, in the situation with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1600" dirty="0"/>
                  <a:t> being the independent variables,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sz="1600" dirty="0"/>
                  <a:t>Another </a:t>
                </a:r>
                <a:r>
                  <a:rPr sz="1600" dirty="0" err="1"/>
                  <a:t>parameterisation</a:t>
                </a:r>
                <a:r>
                  <a:rPr sz="1600" dirty="0"/>
                  <a:t> might use ρ, ε and </a:t>
                </a:r>
                <a:r>
                  <a:rPr sz="1600" dirty="0" err="1"/>
                  <a:t>ρv</a:t>
                </a:r>
                <a:r>
                  <a:rPr sz="1600" dirty="0"/>
                  <a:t> as independent variables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508043"/>
                <a:ext cx="10566055" cy="3661468"/>
              </a:xfrm>
              <a:blipFill>
                <a:blip r:embed="rId2"/>
                <a:stretch>
                  <a:fillRect l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25fdbfbb44a4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32" y="1860316"/>
            <a:ext cx="6026553" cy="459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31DA00-795D-2B5B-579C-BD310C2115D7}"/>
                  </a:ext>
                </a:extLst>
              </p:cNvPr>
              <p:cNvSpPr txBox="1"/>
              <p:nvPr/>
            </p:nvSpPr>
            <p:spPr>
              <a:xfrm>
                <a:off x="4314743" y="4451156"/>
                <a:ext cx="3562514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const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31DA00-795D-2B5B-579C-BD310C211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743" y="4451156"/>
                <a:ext cx="3562514" cy="715902"/>
              </a:xfrm>
              <a:prstGeom prst="rect">
                <a:avLst/>
              </a:prstGeom>
              <a:blipFill>
                <a:blip r:embed="rId4"/>
                <a:stretch>
                  <a:fillRect b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F471C3-85A0-9082-4D72-7E4481D11004}"/>
                  </a:ext>
                </a:extLst>
              </p:cNvPr>
              <p:cNvSpPr txBox="1"/>
              <p:nvPr/>
            </p:nvSpPr>
            <p:spPr>
              <a:xfrm>
                <a:off x="4446231" y="5870727"/>
                <a:ext cx="3784754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const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F471C3-85A0-9082-4D72-7E4481D11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231" y="5870727"/>
                <a:ext cx="3784754" cy="715902"/>
              </a:xfrm>
              <a:prstGeom prst="rect">
                <a:avLst/>
              </a:prstGeom>
              <a:blipFill>
                <a:blip r:embed="rId5"/>
                <a:stretch>
                  <a:fillRect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06E9CE-363B-8606-C68C-342F9CAAAE7B}"/>
                  </a:ext>
                </a:extLst>
              </p:cNvPr>
              <p:cNvSpPr txBox="1"/>
              <p:nvPr/>
            </p:nvSpPr>
            <p:spPr>
              <a:xfrm>
                <a:off x="8810513" y="3786692"/>
                <a:ext cx="2802367" cy="213827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Outside of these equations, you could consider taking the derivative of a function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compared with the derivative of this function on the surface of a cone, </a:t>
                </a:r>
                <a:b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- in one of these,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treated as constant, in the other it is not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06E9CE-363B-8606-C68C-342F9CAAA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513" y="3786692"/>
                <a:ext cx="2802367" cy="2138278"/>
              </a:xfrm>
              <a:prstGeom prst="rect">
                <a:avLst/>
              </a:prstGeom>
              <a:blipFill>
                <a:blip r:embed="rId6"/>
                <a:stretch>
                  <a:fillRect l="-433" t="-283" r="-1082" b="-19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  <p:bldP spid="9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3FF8-BF14-A431-DBA7-FAB99AEF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A3452-DE41-F7B9-1C44-D2FC51AFE4A1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Partial derivatives</a:t>
            </a:r>
          </a:p>
        </p:txBody>
      </p:sp>
    </p:spTree>
    <p:extLst>
      <p:ext uri="{BB962C8B-B14F-4D97-AF65-F5344CB8AC3E}">
        <p14:creationId xmlns:p14="http://schemas.microsoft.com/office/powerpoint/2010/main" val="15861077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Switching between multiple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22438"/>
            <a:ext cx="11302953" cy="4195482"/>
          </a:xfrm>
        </p:spPr>
        <p:txBody>
          <a:bodyPr wrap="square">
            <a:normAutofit/>
          </a:bodyPr>
          <a:lstStyle/>
          <a:p>
            <a:r>
              <a:rPr sz="1400" dirty="0"/>
              <a:t>When it comes to physical systems, there are a large number of variables which can be used to describe properties, e.g. pressure, temperature, volume, density, </a:t>
            </a:r>
            <a:r>
              <a:rPr lang="en-GB" sz="1400" dirty="0"/>
              <a:t>number density, </a:t>
            </a:r>
            <a:r>
              <a:rPr sz="1400" dirty="0"/>
              <a:t>entropy, energy, momentum, velocity, enthalpy and heat (not an exhaustive list)</a:t>
            </a:r>
          </a:p>
          <a:p>
            <a:r>
              <a:rPr sz="1400" dirty="0"/>
              <a:t>These are not all independent variables, and often we will be able to write one in terms of </a:t>
            </a:r>
            <a:r>
              <a:rPr lang="en-GB" sz="1400" dirty="0"/>
              <a:t>one or more of the other variables</a:t>
            </a:r>
            <a:endParaRPr sz="1400" dirty="0"/>
          </a:p>
          <a:p>
            <a:r>
              <a:rPr sz="1400" dirty="0"/>
              <a:t>For example, the ideal gas law can be expressed as</a:t>
            </a:r>
            <a:endParaRPr lang="en-GB" sz="1400" dirty="0"/>
          </a:p>
          <a:p>
            <a:endParaRPr sz="1400" dirty="0"/>
          </a:p>
          <a:p>
            <a:r>
              <a:rPr sz="1400" dirty="0"/>
              <a:t>More generally, we </a:t>
            </a:r>
            <a:r>
              <a:rPr lang="en-GB" sz="1400" dirty="0"/>
              <a:t>want equations which don’t assume a form for these </a:t>
            </a:r>
            <a:r>
              <a:rPr sz="1400" dirty="0"/>
              <a:t>these relationships, </a:t>
            </a:r>
            <a:r>
              <a:rPr lang="en-GB" sz="1400" dirty="0"/>
              <a:t>in which case, </a:t>
            </a:r>
            <a:r>
              <a:rPr sz="1400" dirty="0"/>
              <a:t>we know that we could write</a:t>
            </a:r>
            <a:endParaRPr lang="en-GB" sz="1400" dirty="0"/>
          </a:p>
          <a:p>
            <a:endParaRPr sz="1400" dirty="0"/>
          </a:p>
          <a:p>
            <a:r>
              <a:rPr sz="1400" dirty="0"/>
              <a:t>When </a:t>
            </a:r>
            <a:r>
              <a:rPr sz="1400" dirty="0" err="1"/>
              <a:t>analysing</a:t>
            </a:r>
            <a:r>
              <a:rPr sz="1400" dirty="0"/>
              <a:t> properties of a material, we may find we need to take derivatives with respect to variables we did not use in our formulation, and for this we need the </a:t>
            </a:r>
            <a:r>
              <a:rPr sz="1400" b="1" dirty="0"/>
              <a:t>multivariable chain rule</a:t>
            </a:r>
          </a:p>
        </p:txBody>
      </p:sp>
      <p:pic>
        <p:nvPicPr>
          <p:cNvPr id="6" name="Picture 5" descr="d4c0ea76bd538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638" y="3723415"/>
            <a:ext cx="5120640" cy="437145"/>
          </a:xfrm>
          <a:prstGeom prst="rect">
            <a:avLst/>
          </a:prstGeom>
        </p:spPr>
      </p:pic>
      <p:pic>
        <p:nvPicPr>
          <p:cNvPr id="7" name="Picture 6" descr="20473468e4f73c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768" y="4585018"/>
            <a:ext cx="4784463" cy="4471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of sound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98725"/>
                <a:ext cx="11227650" cy="4249270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lang="en-GB" sz="1600" dirty="0"/>
                  <a:t>An example, which motivates why we might need to worry about multivariable calculus, is the speed of sound, which is defined by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This expression would be fine if we choose our independent variables to be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600" dirty="0"/>
                  <a:t> (pressure, density and entropy) </a:t>
                </a:r>
              </a:p>
              <a:p>
                <a:r>
                  <a:rPr lang="en-GB" sz="1600" dirty="0"/>
                  <a:t>We'd also need to know the function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Entropy is not a nice quantity to work with, it can’t be directly measured, which makes identifying a relationship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difficult; it is far more common to find</a:t>
                </a:r>
              </a:p>
              <a:p>
                <a:r>
                  <a:rPr lang="en-GB" sz="1600" dirty="0"/>
                  <a:t>Because density and entropy are independent variables, that </a:t>
                </a:r>
                <a:r>
                  <a:rPr lang="en-GB" sz="1600" dirty="0" err="1"/>
                  <a:t>meas</a:t>
                </a:r>
                <a:r>
                  <a:rPr lang="en-GB" sz="1600" dirty="0"/>
                  <a:t> we could write the other variables in terms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600" dirty="0"/>
                  <a:t>, i.e. we know we have</a:t>
                </a:r>
              </a:p>
              <a:p>
                <a:r>
                  <a:rPr lang="en-GB" sz="1600" dirty="0"/>
                  <a:t>Technically, we actually have here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GB" sz="1600" dirty="0"/>
                  <a:t>since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98725"/>
                <a:ext cx="11227650" cy="4249270"/>
              </a:xfrm>
              <a:blipFill>
                <a:blip r:embed="rId2"/>
                <a:stretch>
                  <a:fillRect l="-217" b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9cc58911d731d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206" y="2409713"/>
            <a:ext cx="1238918" cy="617049"/>
          </a:xfrm>
          <a:prstGeom prst="rect">
            <a:avLst/>
          </a:prstGeom>
        </p:spPr>
      </p:pic>
      <p:pic>
        <p:nvPicPr>
          <p:cNvPr id="7" name="Picture 6" descr="07b43b8108a001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777" y="4572557"/>
            <a:ext cx="3613225" cy="342908"/>
          </a:xfrm>
          <a:prstGeom prst="rect">
            <a:avLst/>
          </a:prstGeom>
        </p:spPr>
      </p:pic>
      <p:pic>
        <p:nvPicPr>
          <p:cNvPr id="8" name="Picture 7" descr="fc69bf9761f7b8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1201" y="5374150"/>
            <a:ext cx="5120640" cy="315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Multivariable chain rule</a:t>
            </a:r>
          </a:p>
        </p:txBody>
      </p:sp>
      <p:pic>
        <p:nvPicPr>
          <p:cNvPr id="6" name="Picture 5" descr="d1518f27aceb34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84" y="2522668"/>
            <a:ext cx="9500780" cy="693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0623" y="1952514"/>
                <a:ext cx="10977103" cy="1903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dirty="0"/>
                  <a:t>If we have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sz="1600" dirty="0"/>
                  <a:t>, and assume we don't know that V is not actually a function of 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3" y="1952514"/>
                <a:ext cx="10977103" cy="1903534"/>
              </a:xfrm>
              <a:prstGeom prst="rect">
                <a:avLst/>
              </a:prstGeom>
              <a:blipFill>
                <a:blip r:embed="rId3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34CBB-3CFE-9C34-3271-274163CB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9076DA-2659-9543-EB57-B73E5C7D5079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Multivariable chain rule</a:t>
            </a:r>
          </a:p>
        </p:txBody>
      </p:sp>
    </p:spTree>
    <p:extLst>
      <p:ext uri="{BB962C8B-B14F-4D97-AF65-F5344CB8AC3E}">
        <p14:creationId xmlns:p14="http://schemas.microsoft.com/office/powerpoint/2010/main" val="14954749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6AD19-E0C4-F4CB-3735-036D7BC3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3BB02-5781-7C3D-D2BA-278A3C241593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Multivariable chain rule</a:t>
            </a:r>
          </a:p>
        </p:txBody>
      </p:sp>
    </p:spTree>
    <p:extLst>
      <p:ext uri="{BB962C8B-B14F-4D97-AF65-F5344CB8AC3E}">
        <p14:creationId xmlns:p14="http://schemas.microsoft.com/office/powerpoint/2010/main" val="297817711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DFE5-69AA-1991-7181-2845E34B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0ACC55-897F-9873-4593-8D8E8901F3E5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Multivariable chain rule</a:t>
            </a:r>
          </a:p>
        </p:txBody>
      </p:sp>
    </p:spTree>
    <p:extLst>
      <p:ext uri="{BB962C8B-B14F-4D97-AF65-F5344CB8AC3E}">
        <p14:creationId xmlns:p14="http://schemas.microsoft.com/office/powerpoint/2010/main" val="36242136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2744-A4CD-B859-5588-6F56FC3C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87C9-B244-1CA8-7A88-32FD2011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Multivariable chain rule</a:t>
            </a:r>
          </a:p>
        </p:txBody>
      </p:sp>
      <p:pic>
        <p:nvPicPr>
          <p:cNvPr id="6" name="Picture 5" descr="d1518f27aceb34fe.png">
            <a:extLst>
              <a:ext uri="{FF2B5EF4-FFF2-40B4-BE49-F238E27FC236}">
                <a16:creationId xmlns:a16="http://schemas.microsoft.com/office/drawing/2014/main" id="{AD8B068B-4585-2210-2F1E-32E411D19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84" y="2522668"/>
            <a:ext cx="9500780" cy="693724"/>
          </a:xfrm>
          <a:prstGeom prst="rect">
            <a:avLst/>
          </a:prstGeom>
        </p:spPr>
      </p:pic>
      <p:pic>
        <p:nvPicPr>
          <p:cNvPr id="7" name="Picture 6" descr="5bcb4b60ca6edb12.png">
            <a:extLst>
              <a:ext uri="{FF2B5EF4-FFF2-40B4-BE49-F238E27FC236}">
                <a16:creationId xmlns:a16="http://schemas.microsoft.com/office/drawing/2014/main" id="{9B33C5D5-D735-58DA-8B01-6089D9156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216" y="4100671"/>
            <a:ext cx="7264872" cy="693724"/>
          </a:xfrm>
          <a:prstGeom prst="rect">
            <a:avLst/>
          </a:prstGeom>
        </p:spPr>
      </p:pic>
      <p:pic>
        <p:nvPicPr>
          <p:cNvPr id="8" name="Picture 7" descr="79ca1b40820eb382.png">
            <a:extLst>
              <a:ext uri="{FF2B5EF4-FFF2-40B4-BE49-F238E27FC236}">
                <a16:creationId xmlns:a16="http://schemas.microsoft.com/office/drawing/2014/main" id="{2F04BC17-7588-D497-56C7-6A36B9F65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945" y="5502880"/>
            <a:ext cx="6297415" cy="693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D7301-33CC-3435-B631-FF0EC053D573}"/>
                  </a:ext>
                </a:extLst>
              </p:cNvPr>
              <p:cNvSpPr txBox="1"/>
              <p:nvPr/>
            </p:nvSpPr>
            <p:spPr>
              <a:xfrm>
                <a:off x="420623" y="1952514"/>
                <a:ext cx="10977103" cy="3380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dirty="0"/>
                  <a:t>If we have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sz="1600" dirty="0"/>
                  <a:t>, and assume we don't know that V is not actually a function of 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GB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dirty="0"/>
                  <a:t>If we do actually have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sz="1600" dirty="0"/>
              </a:p>
              <a:p>
                <a:pPr>
                  <a:lnSpc>
                    <a:spcPct val="150000"/>
                  </a:lnSpc>
                </a:pPr>
                <a:endParaRPr lang="en-GB" sz="1600" dirty="0"/>
              </a:p>
              <a:p>
                <a:pPr>
                  <a:lnSpc>
                    <a:spcPct val="150000"/>
                  </a:lnSpc>
                </a:pPr>
                <a:endParaRPr lang="en-GB" sz="1600" dirty="0"/>
              </a:p>
              <a:p>
                <a:pPr>
                  <a:lnSpc>
                    <a:spcPct val="150000"/>
                  </a:lnSpc>
                </a:pPr>
                <a:r>
                  <a:rPr lang="en-GB" sz="1600" dirty="0"/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dirty="0"/>
                  <a:t>If we have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D7301-33CC-3435-B631-FF0EC053D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3" y="1952514"/>
                <a:ext cx="10977103" cy="3380862"/>
              </a:xfrm>
              <a:prstGeom prst="rect">
                <a:avLst/>
              </a:prstGeom>
              <a:blipFill>
                <a:blip r:embed="rId5"/>
                <a:stretch>
                  <a:fillRect l="-222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53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Reciprocal and cyclic rules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70847"/>
            <a:ext cx="10474615" cy="3790692"/>
          </a:xfrm>
        </p:spPr>
        <p:txBody>
          <a:bodyPr wrap="square">
            <a:normAutofit/>
          </a:bodyPr>
          <a:lstStyle/>
          <a:p>
            <a:r>
              <a:rPr sz="1600" dirty="0"/>
              <a:t>We are about to see that we may need to manipulate the partial derivative expressions to make them easier to compute</a:t>
            </a:r>
          </a:p>
          <a:p>
            <a:r>
              <a:rPr sz="1600" dirty="0"/>
              <a:t>To help, we can derive useful relationships</a:t>
            </a:r>
          </a:p>
        </p:txBody>
      </p:sp>
      <p:pic>
        <p:nvPicPr>
          <p:cNvPr id="6" name="Picture 5" descr="b57d1b3e8a0740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373" y="4707571"/>
            <a:ext cx="2647631" cy="1201484"/>
          </a:xfrm>
          <a:prstGeom prst="rect">
            <a:avLst/>
          </a:prstGeom>
        </p:spPr>
      </p:pic>
      <p:pic>
        <p:nvPicPr>
          <p:cNvPr id="7" name="Picture 6" descr="11c39e2c75e1c8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07571"/>
            <a:ext cx="4081307" cy="9505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4AD442-12B6-25E9-0951-92A73054E0C1}"/>
              </a:ext>
            </a:extLst>
          </p:cNvPr>
          <p:cNvSpPr txBox="1"/>
          <p:nvPr/>
        </p:nvSpPr>
        <p:spPr>
          <a:xfrm>
            <a:off x="1299883" y="3920990"/>
            <a:ext cx="3517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The reciprocal rule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303923-7540-6E2B-D502-D2C681750F68}"/>
              </a:ext>
            </a:extLst>
          </p:cNvPr>
          <p:cNvSpPr txBox="1"/>
          <p:nvPr/>
        </p:nvSpPr>
        <p:spPr>
          <a:xfrm>
            <a:off x="6319221" y="3920990"/>
            <a:ext cx="3517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GB" dirty="0"/>
              <a:t>The cyclic 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1CA2-E5EB-15B3-1BA4-E19558CC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344C2-69FA-5F03-8F07-CF18012CCDF2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Cyclic and reciprocal rules</a:t>
            </a:r>
          </a:p>
        </p:txBody>
      </p:sp>
    </p:spTree>
    <p:extLst>
      <p:ext uri="{BB962C8B-B14F-4D97-AF65-F5344CB8AC3E}">
        <p14:creationId xmlns:p14="http://schemas.microsoft.com/office/powerpoint/2010/main" val="2457141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Higher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438930"/>
                <a:ext cx="11195377" cy="4316871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If we want the second derivative,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sz="1600" dirty="0"/>
                  <a:t>, we could derive a general expression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In practice, this is cumbersome, and prone to typos – instead, it is usually better to compute the first derivative, write it in terms of sensible variables (e.g.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600" dirty="0"/>
                  <a:t>), and take a much simpler second derivative</a:t>
                </a:r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438930"/>
                <a:ext cx="11195377" cy="4316871"/>
              </a:xfrm>
              <a:blipFill>
                <a:blip r:embed="rId2"/>
                <a:stretch>
                  <a:fillRect l="-218" t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ea22f9616292d8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951" y="1672354"/>
            <a:ext cx="4918934" cy="807988"/>
          </a:xfrm>
          <a:prstGeom prst="rect">
            <a:avLst/>
          </a:prstGeom>
        </p:spPr>
      </p:pic>
      <p:pic>
        <p:nvPicPr>
          <p:cNvPr id="7" name="Picture 6" descr="a71dbdb19e80e6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07" y="3026664"/>
            <a:ext cx="6304113" cy="27679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45D8-7817-AF7A-3005-4C7EFD36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B7909-22BC-43AA-6D98-3E92F733918A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Higher derivatives</a:t>
            </a:r>
          </a:p>
        </p:txBody>
      </p:sp>
    </p:spTree>
    <p:extLst>
      <p:ext uri="{BB962C8B-B14F-4D97-AF65-F5344CB8AC3E}">
        <p14:creationId xmlns:p14="http://schemas.microsoft.com/office/powerpoint/2010/main" val="174215988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A2F36-DB08-ABDC-8984-3413182F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8AB31-E582-0581-7A46-7ABBE217C25C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Higher derivatives</a:t>
            </a:r>
          </a:p>
        </p:txBody>
      </p:sp>
    </p:spTree>
    <p:extLst>
      <p:ext uri="{BB962C8B-B14F-4D97-AF65-F5344CB8AC3E}">
        <p14:creationId xmlns:p14="http://schemas.microsoft.com/office/powerpoint/2010/main" val="235378892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E7EA-6151-7909-C73C-21C82889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23028B-F7CD-1ADA-2945-130F588B3B18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Higher derivatives</a:t>
            </a:r>
          </a:p>
        </p:txBody>
      </p:sp>
    </p:spTree>
    <p:extLst>
      <p:ext uri="{BB962C8B-B14F-4D97-AF65-F5344CB8AC3E}">
        <p14:creationId xmlns:p14="http://schemas.microsoft.com/office/powerpoint/2010/main" val="134182685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23CA-C13F-315D-91EF-AB530263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1C7EDE-C42B-41A4-1D63-7C05C12B1D42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Higher derivatives</a:t>
            </a:r>
          </a:p>
        </p:txBody>
      </p:sp>
    </p:spTree>
    <p:extLst>
      <p:ext uri="{BB962C8B-B14F-4D97-AF65-F5344CB8AC3E}">
        <p14:creationId xmlns:p14="http://schemas.microsoft.com/office/powerpoint/2010/main" val="318640670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Thermodynamics and partial derivatives</a:t>
            </a:r>
          </a:p>
        </p:txBody>
      </p:sp>
      <p:pic>
        <p:nvPicPr>
          <p:cNvPr id="4" name="Picture 3" descr="The image is an abstract representation of a scientific concept with various elements like a network, particles, and geometric shapes, interconnected by lines and arrows, illustrating a flow or process.&#10;&#10;AI-generated content may be incorrect.">
            <a:extLst>
              <a:ext uri="{FF2B5EF4-FFF2-40B4-BE49-F238E27FC236}">
                <a16:creationId xmlns:a16="http://schemas.microsoft.com/office/drawing/2014/main" id="{C7D696D0-55C6-5442-1B81-FDBE90D9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272" y="2942216"/>
            <a:ext cx="5637456" cy="30749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look at the speed of sound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737821"/>
                <a:ext cx="11001739" cy="3657600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In order to compute the speed of sound, we need to compute various terms here</a:t>
                </a:r>
              </a:p>
              <a:p>
                <a:r>
                  <a:rPr sz="1600" dirty="0"/>
                  <a:t>Some are straightforward; for example, we know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GB" sz="1600" dirty="0"/>
              </a:p>
              <a:p>
                <a:r>
                  <a:rPr sz="1600" dirty="0"/>
                  <a:t>Some are material properties, which</a:t>
                </a:r>
                <a:r>
                  <a:rPr lang="en-GB" sz="1600" dirty="0"/>
                  <a:t>, when we apply this to our choice of material,</a:t>
                </a:r>
                <a:r>
                  <a:rPr sz="1600" dirty="0"/>
                  <a:t> we would expect to know, e.g. </a:t>
                </a:r>
                <a:r>
                  <a:rPr lang="en-GB" sz="1600" dirty="0"/>
                  <a:t>pressure may obey the</a:t>
                </a:r>
                <a:r>
                  <a:rPr sz="1600" dirty="0"/>
                  <a:t>the ideal ga</a:t>
                </a:r>
                <a:r>
                  <a:rPr lang="en-GB" sz="1600" dirty="0"/>
                  <a:t>s</a:t>
                </a:r>
                <a:r>
                  <a:rPr sz="1600" dirty="0"/>
                  <a:t> law</a:t>
                </a:r>
              </a:p>
              <a:p>
                <a:r>
                  <a:rPr sz="1600" dirty="0"/>
                  <a:t>This is an </a:t>
                </a:r>
                <a:r>
                  <a:rPr sz="1600" b="1" dirty="0"/>
                  <a:t>equation of state</a:t>
                </a:r>
                <a:r>
                  <a:rPr sz="1600" dirty="0"/>
                  <a:t>, </a:t>
                </a:r>
                <a:r>
                  <a:rPr lang="en-GB" sz="1600" dirty="0"/>
                  <a:t>which, depending on your stream, you may well see covered in more detail</a:t>
                </a:r>
                <a:endParaRPr sz="1600" dirty="0"/>
              </a:p>
              <a:p>
                <a:r>
                  <a:rPr lang="en-GB" sz="1600" dirty="0"/>
                  <a:t>Within this expression, however, are </a:t>
                </a:r>
                <a:r>
                  <a:rPr sz="1600" dirty="0"/>
                  <a:t>quantities we don't want to work with if we can help it; for many materials we may not know the function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sz="1600" dirty="0"/>
                  <a:t>, and therefore cannot compute</a:t>
                </a: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𝜕𝜌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737821"/>
                <a:ext cx="11001739" cy="3657600"/>
              </a:xfrm>
              <a:blipFill>
                <a:blip r:embed="rId2"/>
                <a:stretch>
                  <a:fillRect l="-22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4d8902367257f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1740583"/>
            <a:ext cx="5120640" cy="834263"/>
          </a:xfrm>
          <a:prstGeom prst="rect">
            <a:avLst/>
          </a:prstGeom>
        </p:spPr>
      </p:pic>
      <p:pic>
        <p:nvPicPr>
          <p:cNvPr id="7" name="Picture 6" descr="1891c9066645af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393" y="4145735"/>
            <a:ext cx="1247809" cy="480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Thermodynamics and closure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71831"/>
                <a:ext cx="11254544" cy="3989708"/>
              </a:xfrm>
            </p:spPr>
            <p:txBody>
              <a:bodyPr wrap="square">
                <a:normAutofit/>
              </a:bodyPr>
              <a:lstStyle/>
              <a:p>
                <a:r>
                  <a:rPr sz="1400" dirty="0"/>
                  <a:t>Throughout the slides in this topic, we have been introducing new variables, despite our motivation being closure of our system</a:t>
                </a:r>
                <a:r>
                  <a:rPr lang="en-GB" sz="1400" dirty="0"/>
                  <a:t>s</a:t>
                </a:r>
                <a:r>
                  <a:rPr sz="1400" dirty="0"/>
                  <a:t> of equations</a:t>
                </a:r>
              </a:p>
              <a:p>
                <a:r>
                  <a:rPr sz="1400" dirty="0"/>
                  <a:t>For those counting, we now have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4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sz="1400" dirty="0"/>
              </a:p>
              <a:p>
                <a:r>
                  <a:rPr sz="1400" dirty="0"/>
                  <a:t>We've also introduced three conservation laws, an equation of state, and have defined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sz="1400" dirty="0"/>
                  <a:t>, </a:t>
                </a:r>
                <a14:m>
                  <m:oMath xmlns:m="http://schemas.openxmlformats.org/officeDocument/2006/math">
                    <m:r>
                      <a:rPr lang="en-GB" sz="14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1400" dirty="0"/>
                  <a:t> in terms of other variables</a:t>
                </a:r>
              </a:p>
              <a:p>
                <a:r>
                  <a:rPr sz="1400" dirty="0"/>
                  <a:t>We then have 7 relationships for 9 variables, this is not a closed system</a:t>
                </a:r>
              </a:p>
              <a:p>
                <a:r>
                  <a:rPr sz="1400" dirty="0"/>
                  <a:t>The remaining closure then comes from thermodynamics (with a little bit of experimental measurement)</a:t>
                </a:r>
              </a:p>
              <a:p>
                <a:r>
                  <a:rPr sz="1400" dirty="0"/>
                  <a:t>The </a:t>
                </a:r>
                <a:r>
                  <a:rPr sz="1400" b="1" dirty="0"/>
                  <a:t>first law of thermodynamics </a:t>
                </a:r>
                <a:r>
                  <a:rPr sz="1400" dirty="0"/>
                  <a:t>can be written as, 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71831"/>
                <a:ext cx="11254544" cy="3989708"/>
              </a:xfrm>
              <a:blipFill>
                <a:blip r:embed="rId2"/>
                <a:stretch>
                  <a:fillRect l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048cf4329f757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91" y="5247146"/>
            <a:ext cx="4095974" cy="581245"/>
          </a:xfrm>
          <a:prstGeom prst="rect">
            <a:avLst/>
          </a:prstGeom>
        </p:spPr>
      </p:pic>
      <p:pic>
        <p:nvPicPr>
          <p:cNvPr id="7" name="Picture 6" descr="db5ac8f5bd700c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772" y="5207634"/>
            <a:ext cx="4542416" cy="5777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C973DD-BDF9-76B9-890F-FEBFBDC4188F}"/>
              </a:ext>
            </a:extLst>
          </p:cNvPr>
          <p:cNvSpPr txBox="1"/>
          <p:nvPr/>
        </p:nvSpPr>
        <p:spPr>
          <a:xfrm>
            <a:off x="5813611" y="5306857"/>
            <a:ext cx="564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Thermodynamic 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710926"/>
                <a:ext cx="11152346" cy="3544645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sz="1400" dirty="0"/>
                  <a:t>The laws of thermodynamics may seem to introduce many new variables, rather than close the system</a:t>
                </a:r>
              </a:p>
              <a:p>
                <a:r>
                  <a:rPr sz="1400" dirty="0"/>
                  <a:t>However, two of these variables,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1400" dirty="0"/>
                  <a:t> are directly related to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sz="1400" dirty="0"/>
              </a:p>
              <a:p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1400" dirty="0"/>
                  <a:t> are internal energy and entropy </a:t>
                </a:r>
                <a:r>
                  <a:rPr sz="1400" b="1" dirty="0"/>
                  <a:t>per unit mass</a:t>
                </a:r>
              </a:p>
              <a:p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1400" dirty="0"/>
                  <a:t> are </a:t>
                </a:r>
                <a:r>
                  <a:rPr sz="1400" b="1" dirty="0"/>
                  <a:t>total </a:t>
                </a:r>
                <a:r>
                  <a:rPr sz="1400" dirty="0"/>
                  <a:t>internal energy and entropy, and for a given material</a:t>
                </a:r>
                <a:r>
                  <a:rPr lang="en-GB" sz="1400" dirty="0"/>
                  <a:t>;</a:t>
                </a:r>
                <a:r>
                  <a:rPr sz="1400" dirty="0"/>
                  <a:t> we simply divide by, or multiply by, mass (a constant) to convert between these</a:t>
                </a:r>
                <a:r>
                  <a:rPr lang="en-GB" sz="1400" dirty="0"/>
                  <a:t> pairs of variables</a:t>
                </a:r>
                <a:endParaRPr sz="1400" dirty="0"/>
              </a:p>
              <a:p>
                <a:r>
                  <a:rPr sz="1400" dirty="0"/>
                  <a:t>We have also introduced heat,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1400" dirty="0"/>
                  <a:t>, which is </a:t>
                </a:r>
                <a:r>
                  <a:rPr lang="en-GB" sz="1400" dirty="0"/>
                  <a:t>another </a:t>
                </a:r>
                <a:r>
                  <a:rPr sz="1400" dirty="0"/>
                  <a:t>quantity </a:t>
                </a:r>
                <a:r>
                  <a:rPr lang="en-GB" sz="1400" dirty="0"/>
                  <a:t>that is not natural </a:t>
                </a:r>
                <a:r>
                  <a:rPr sz="1400" dirty="0"/>
                  <a:t>to work with, but at least it came with an additional equation too</a:t>
                </a:r>
              </a:p>
              <a:p>
                <a:r>
                  <a:rPr sz="1400" dirty="0"/>
                  <a:t>We still need one more closure equation though, and it may not be immediately clear how we use these relationships, which relate changes of quantities, rather than the quantities themselves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710926"/>
                <a:ext cx="11152346" cy="3544645"/>
              </a:xfrm>
              <a:blipFill>
                <a:blip r:embed="rId2"/>
                <a:stretch>
                  <a:fillRect l="-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038de5788866f1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148" y="1990939"/>
            <a:ext cx="2476948" cy="349438"/>
          </a:xfrm>
          <a:prstGeom prst="rect">
            <a:avLst/>
          </a:prstGeom>
        </p:spPr>
      </p:pic>
      <p:pic>
        <p:nvPicPr>
          <p:cNvPr id="7" name="Picture 6" descr="17d93ceecbba7b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428" y="1990939"/>
            <a:ext cx="2768302" cy="3528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Maxwell's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438931"/>
                <a:ext cx="10770450" cy="3422608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This expression suggests that internal energy is a function of volume and entropy,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sz="1600" dirty="0"/>
              </a:p>
              <a:p>
                <a:r>
                  <a:rPr sz="1600" dirty="0"/>
                  <a:t>This means that the multivariable chain rule applies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Then, by direct comparison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438931"/>
                <a:ext cx="10770450" cy="3422608"/>
              </a:xfrm>
              <a:blipFill>
                <a:blip r:embed="rId2"/>
                <a:stretch>
                  <a:fillRect l="-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17d93ceecbba7b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551" y="1795749"/>
            <a:ext cx="3646235" cy="464782"/>
          </a:xfrm>
          <a:prstGeom prst="rect">
            <a:avLst/>
          </a:prstGeom>
        </p:spPr>
      </p:pic>
      <p:pic>
        <p:nvPicPr>
          <p:cNvPr id="7" name="Picture 6" descr="f9f8b4acca40b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026" y="3562099"/>
            <a:ext cx="4644614" cy="588136"/>
          </a:xfrm>
          <a:prstGeom prst="rect">
            <a:avLst/>
          </a:prstGeom>
        </p:spPr>
      </p:pic>
      <p:pic>
        <p:nvPicPr>
          <p:cNvPr id="8" name="Picture 7" descr="34c93132c4beaa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026" y="4991111"/>
            <a:ext cx="5120640" cy="65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Maxwell's relations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3" y="2438931"/>
            <a:ext cx="11034012" cy="3784368"/>
          </a:xfrm>
        </p:spPr>
        <p:txBody>
          <a:bodyPr wrap="square">
            <a:normAutofit/>
          </a:bodyPr>
          <a:lstStyle/>
          <a:p>
            <a:r>
              <a:rPr sz="1600" dirty="0"/>
              <a:t>We can then take additional derivatives of these terms</a:t>
            </a:r>
            <a:endParaRPr lang="en-GB" sz="1600" dirty="0"/>
          </a:p>
          <a:p>
            <a:endParaRPr lang="en-GB" sz="1600" dirty="0"/>
          </a:p>
          <a:p>
            <a:endParaRPr sz="1600" dirty="0"/>
          </a:p>
          <a:p>
            <a:r>
              <a:rPr sz="1600" dirty="0"/>
              <a:t>This is one of Maxwell's relations, others can be derived from:</a:t>
            </a:r>
          </a:p>
          <a:p>
            <a:pPr lvl="2"/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Helmholtz free energy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Enthalpy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Gibbs free energy</a:t>
            </a:r>
          </a:p>
        </p:txBody>
      </p:sp>
      <p:pic>
        <p:nvPicPr>
          <p:cNvPr id="6" name="Picture 5" descr="d575a5a9ac938e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027603"/>
            <a:ext cx="5120640" cy="718287"/>
          </a:xfrm>
          <a:prstGeom prst="rect">
            <a:avLst/>
          </a:prstGeom>
        </p:spPr>
      </p:pic>
      <p:pic>
        <p:nvPicPr>
          <p:cNvPr id="7" name="Picture 6" descr="bb26eb42ffbd22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56" y="4644167"/>
            <a:ext cx="5120640" cy="317492"/>
          </a:xfrm>
          <a:prstGeom prst="rect">
            <a:avLst/>
          </a:prstGeom>
        </p:spPr>
      </p:pic>
      <p:pic>
        <p:nvPicPr>
          <p:cNvPr id="8" name="Picture 7" descr="060d858eef95a9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953" y="5209605"/>
            <a:ext cx="5120640" cy="330363"/>
          </a:xfrm>
          <a:prstGeom prst="rect">
            <a:avLst/>
          </a:prstGeom>
        </p:spPr>
      </p:pic>
      <p:pic>
        <p:nvPicPr>
          <p:cNvPr id="9" name="Picture 8" descr="e82f504ba434b3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703" y="5859936"/>
            <a:ext cx="5120640" cy="315492"/>
          </a:xfrm>
          <a:prstGeom prst="rect">
            <a:avLst/>
          </a:prstGeom>
        </p:spPr>
      </p:pic>
      <p:pic>
        <p:nvPicPr>
          <p:cNvPr id="10" name="Picture 9" descr="17d93ceecbba7b82.png">
            <a:extLst>
              <a:ext uri="{FF2B5EF4-FFF2-40B4-BE49-F238E27FC236}">
                <a16:creationId xmlns:a16="http://schemas.microsoft.com/office/drawing/2014/main" id="{84C274B7-3644-FD6F-49BD-7366B1E4B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551" y="1795749"/>
            <a:ext cx="3646235" cy="464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F31DF-A1FF-DCAD-9CAF-4295BFC3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A9AF1D-FF5D-EE1D-3E74-1E56338FEE8E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Helmholtz free energy</a:t>
            </a:r>
          </a:p>
        </p:txBody>
      </p:sp>
    </p:spTree>
    <p:extLst>
      <p:ext uri="{BB962C8B-B14F-4D97-AF65-F5344CB8AC3E}">
        <p14:creationId xmlns:p14="http://schemas.microsoft.com/office/powerpoint/2010/main" val="173509152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Maxwell's relations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11680"/>
            <a:ext cx="11039391" cy="4335332"/>
          </a:xfrm>
        </p:spPr>
        <p:txBody>
          <a:bodyPr wrap="square">
            <a:normAutofit/>
          </a:bodyPr>
          <a:lstStyle/>
          <a:p>
            <a:r>
              <a:rPr sz="1600" dirty="0"/>
              <a:t>By following the steps of matching chain rule quantities with each of these relationships, and then taking a second derivative, we obtain all of Maxwell's relations</a:t>
            </a:r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sz="1600" dirty="0"/>
          </a:p>
          <a:p>
            <a:r>
              <a:rPr sz="1600" dirty="0"/>
              <a:t>These relationships allow us to rewrite terms where we don't like the variable we are dealing with </a:t>
            </a:r>
          </a:p>
          <a:p>
            <a:r>
              <a:rPr sz="1600" dirty="0"/>
              <a:t>They are particularly useful for avoiding entropy, either as the variable we are keeping constant, or as one of the variables in a partial derivative</a:t>
            </a:r>
          </a:p>
          <a:p>
            <a:r>
              <a:rPr lang="en-GB" sz="1600" dirty="0"/>
              <a:t>In order to fully close our system, we still need one more relationship</a:t>
            </a:r>
            <a:endParaRPr sz="1600" dirty="0"/>
          </a:p>
        </p:txBody>
      </p:sp>
      <p:pic>
        <p:nvPicPr>
          <p:cNvPr id="6" name="Picture 5" descr="84612d9bd8145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362" y="2587855"/>
            <a:ext cx="5120640" cy="16822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heat capacity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20624" y="2205318"/>
                <a:ext cx="10880284" cy="3646842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Specific heat capacity is a measure of the amount of heat required to raise the temperature of a material (measured per unit mass)</a:t>
                </a:r>
                <a:endParaRPr sz="1400" dirty="0"/>
              </a:p>
              <a:p>
                <a:r>
                  <a:rPr sz="1600" dirty="0"/>
                  <a:t>This is dependent on how the heat is added, two typical specific heats are considered</a:t>
                </a:r>
                <a:endParaRPr sz="1400" dirty="0"/>
              </a:p>
              <a:p>
                <a:r>
                  <a:rPr sz="1600" b="1" dirty="0"/>
                  <a:t>Specific heat at constant volume</a:t>
                </a:r>
                <a:r>
                  <a:rPr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sz="1600" dirty="0"/>
                  <a:t>, considers the amount of heat required if the volume of material does not change whilst temperature rises (but the pressure, or stress, within the material does)</a:t>
                </a:r>
                <a:endParaRPr sz="1400" dirty="0"/>
              </a:p>
              <a:p>
                <a:r>
                  <a:rPr sz="1600" b="1" dirty="0"/>
                  <a:t>Specific heat at constant pressure</a:t>
                </a:r>
                <a:r>
                  <a:rPr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sz="1600" dirty="0"/>
                  <a:t>, considers the amount of heat required if the pressure (or stress) does not change, but instead temperature rise causes volume to change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20624" y="2205318"/>
                <a:ext cx="10880284" cy="3646842"/>
              </a:xfrm>
              <a:blipFill>
                <a:blip r:embed="rId2"/>
                <a:stretch>
                  <a:fillRect l="-224" r="-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heat capacity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710927"/>
                <a:ext cx="11050150" cy="3437068"/>
              </a:xfrm>
            </p:spPr>
            <p:txBody>
              <a:bodyPr wrap="square">
                <a:normAutofit fontScale="92500"/>
              </a:bodyPr>
              <a:lstStyle/>
              <a:p>
                <a:r>
                  <a:rPr sz="1600" dirty="0"/>
                  <a:t>Typically, actual specific heats are calculated either from first-principles atomistic calculation, or </a:t>
                </a:r>
                <a:r>
                  <a:rPr lang="en-GB" sz="1600" dirty="0"/>
                  <a:t>measured </a:t>
                </a:r>
                <a:r>
                  <a:rPr sz="1600" dirty="0"/>
                  <a:t>experimentally</a:t>
                </a:r>
              </a:p>
              <a:p>
                <a:r>
                  <a:rPr sz="1600" dirty="0"/>
                  <a:t>Either way, we can assume they are a known function of two independent thermodynamic variables for any given material </a:t>
                </a:r>
              </a:p>
              <a:p>
                <a:r>
                  <a:rPr sz="1600" dirty="0"/>
                  <a:t>But if 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sz="1600" dirty="0"/>
                  <a:t>, we can show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The second expression requires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sz="1600" dirty="0"/>
                  <a:t> is a constant, which for some materials, under conditions applicable to a simulation, is a valid assumption </a:t>
                </a:r>
              </a:p>
              <a:p>
                <a:r>
                  <a:rPr sz="1600" dirty="0"/>
                  <a:t>We can </a:t>
                </a:r>
                <a:r>
                  <a:rPr sz="1600" dirty="0" err="1"/>
                  <a:t>rela</a:t>
                </a:r>
                <a:r>
                  <a:rPr lang="en-GB" sz="1600" dirty="0"/>
                  <a:t>t</a:t>
                </a:r>
                <a:r>
                  <a:rPr sz="1600" dirty="0"/>
                  <a:t>e energy to temperature without worrying about heat (or, technically, hiding it in</a:t>
                </a:r>
                <a:r>
                  <a:rPr lang="en-GB" sz="1600" dirty="0"/>
                  <a:t> a known material parameter,</a:t>
                </a:r>
                <a:r>
                  <a:rPr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sz="16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710927"/>
                <a:ext cx="11050150" cy="3437068"/>
              </a:xfrm>
              <a:blipFill>
                <a:blip r:embed="rId2"/>
                <a:stretch>
                  <a:fillRect l="-165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77ffa5a2c7035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1759024"/>
            <a:ext cx="5120639" cy="794712"/>
          </a:xfrm>
          <a:prstGeom prst="rect">
            <a:avLst/>
          </a:prstGeom>
        </p:spPr>
      </p:pic>
      <p:pic>
        <p:nvPicPr>
          <p:cNvPr id="7" name="Picture 6" descr="1a1f868f07b15e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032877"/>
            <a:ext cx="4424082" cy="396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40D5-63F3-96B5-49A1-3A3F247B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30D62-94B6-9B15-7C19-B0F62B354F47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Internal energy</a:t>
            </a:r>
          </a:p>
        </p:txBody>
      </p:sp>
    </p:spTree>
    <p:extLst>
      <p:ext uri="{BB962C8B-B14F-4D97-AF65-F5344CB8AC3E}">
        <p14:creationId xmlns:p14="http://schemas.microsoft.com/office/powerpoint/2010/main" val="219233167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Volumetric 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501153"/>
                <a:ext cx="11195377" cy="3360386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Many of the laws of thermodynamics we have considered work with mass,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dirty="0"/>
                  <a:t>, and volume,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When dealing with continuum systems, typically we work with quantities per unit volume, e.g. density measured in kg/m³, or quantities per unit mass, e.g. specific internal energy measured in J/kg </a:t>
                </a:r>
              </a:p>
              <a:p>
                <a:r>
                  <a:rPr sz="1600" dirty="0"/>
                  <a:t>For example, we have (total) internal energy,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1600" dirty="0"/>
                  <a:t>, internal energy (per unit volume),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1600" dirty="0"/>
                  <a:t>, or specific internal energy,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Note of caution – both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1600" dirty="0"/>
                  <a:t> are frequently referred to as 'internal energy' in the literature! </a:t>
                </a:r>
              </a:p>
              <a:p>
                <a:r>
                  <a:rPr sz="1600" dirty="0"/>
                  <a:t>It is common to then see the equivalent relationship</a:t>
                </a:r>
                <a:r>
                  <a:rPr lang="en-GB" sz="1600" dirty="0"/>
                  <a:t> between specific internal energy and temperature,</a:t>
                </a:r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501153"/>
                <a:ext cx="11195377" cy="3360386"/>
              </a:xfrm>
              <a:blipFill>
                <a:blip r:embed="rId2"/>
                <a:stretch>
                  <a:fillRect l="-218" r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8bfdb04b525e7e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916" y="1717612"/>
            <a:ext cx="2116567" cy="408290"/>
          </a:xfrm>
          <a:prstGeom prst="rect">
            <a:avLst/>
          </a:prstGeom>
        </p:spPr>
      </p:pic>
      <p:pic>
        <p:nvPicPr>
          <p:cNvPr id="7" name="Picture 6" descr="745ea36bfaf98c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416" y="5766777"/>
            <a:ext cx="1761565" cy="470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834179"/>
                <a:ext cx="11141589" cy="4027360"/>
              </a:xfrm>
            </p:spPr>
            <p:txBody>
              <a:bodyPr wrap="square">
                <a:normAutofit lnSpcReduction="10000"/>
              </a:bodyPr>
              <a:lstStyle/>
              <a:p>
                <a:r>
                  <a:rPr sz="1600" dirty="0"/>
                  <a:t>Different quantities can get confusing, especially with things like total entropy,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1600" dirty="0"/>
                  <a:t>, or entropy per unit mass,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The literature cannot be guaranteed to be consistent </a:t>
                </a:r>
              </a:p>
              <a:p>
                <a:r>
                  <a:rPr sz="1600" dirty="0"/>
                  <a:t>When in doubt, dimensional analysis can help a lot </a:t>
                </a:r>
              </a:p>
              <a:p>
                <a:r>
                  <a:rPr sz="1600" dirty="0"/>
                  <a:t>The units of total internal energy are Joules,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We could be more formal, and take units out of the expression too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We can confirm that this is the quantity given by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GB" sz="160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1600" dirty="0"/>
                  <a:t>, which either have obvious units (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1600" dirty="0"/>
                  <a:t>) or are easy to look 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sz="16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834179"/>
                <a:ext cx="11141589" cy="4027360"/>
              </a:xfrm>
              <a:blipFill>
                <a:blip r:embed="rId2"/>
                <a:stretch>
                  <a:fillRect l="-219" b="-1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5bf250d3f3d6ca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295" y="3677025"/>
            <a:ext cx="3477410" cy="509373"/>
          </a:xfrm>
          <a:prstGeom prst="rect">
            <a:avLst/>
          </a:prstGeom>
        </p:spPr>
      </p:pic>
      <p:pic>
        <p:nvPicPr>
          <p:cNvPr id="7" name="Picture 6" descr="a008bd165a77d8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192" y="4565559"/>
            <a:ext cx="2713616" cy="5175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37CBF-794C-86AA-69D4-142A9A07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4E034-2F66-39AB-5F3D-A3008AAA14CB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Dimensional analysis</a:t>
            </a:r>
          </a:p>
        </p:txBody>
      </p:sp>
    </p:spTree>
    <p:extLst>
      <p:ext uri="{BB962C8B-B14F-4D97-AF65-F5344CB8AC3E}">
        <p14:creationId xmlns:p14="http://schemas.microsoft.com/office/powerpoint/2010/main" val="162702294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to the speed of sound (again)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859323"/>
                <a:ext cx="11173862" cy="3002216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Now we have thermodynamics to simplify things, we can return to our speed of sound example </a:t>
                </a:r>
              </a:p>
              <a:p>
                <a:r>
                  <a:rPr sz="1600" dirty="0"/>
                  <a:t>Since all our thermodynamic rules were in terms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1600" dirty="0"/>
                  <a:t> and not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600" dirty="0"/>
                  <a:t>, and we know how they are related, we can write 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Most of this expression is now easy to evaluate with an equation of state,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sz="1600" dirty="0"/>
                  <a:t>, but the last term needs work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859323"/>
                <a:ext cx="11173862" cy="3002216"/>
              </a:xfrm>
              <a:blipFill>
                <a:blip r:embed="rId2"/>
                <a:stretch>
                  <a:fillRect l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4cf896e714eea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33" y="1837894"/>
            <a:ext cx="5120640" cy="855889"/>
          </a:xfrm>
          <a:prstGeom prst="rect">
            <a:avLst/>
          </a:prstGeom>
        </p:spPr>
      </p:pic>
      <p:pic>
        <p:nvPicPr>
          <p:cNvPr id="7" name="Picture 6" descr="52bc86cc1cff20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80" y="3974805"/>
            <a:ext cx="5120640" cy="771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A8AE-1A6A-7464-170F-3A80C905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102983-395C-EE3E-625D-AD9170332AC8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Speed of sound</a:t>
            </a:r>
          </a:p>
        </p:txBody>
      </p:sp>
    </p:spTree>
    <p:extLst>
      <p:ext uri="{BB962C8B-B14F-4D97-AF65-F5344CB8AC3E}">
        <p14:creationId xmlns:p14="http://schemas.microsoft.com/office/powerpoint/2010/main" val="59533029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63781-626A-6FFB-64E3-F7A64BEE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12BFCC-5A08-CC43-B62D-5D892362D44C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Speed of sound</a:t>
            </a:r>
          </a:p>
        </p:txBody>
      </p:sp>
    </p:spTree>
    <p:extLst>
      <p:ext uri="{BB962C8B-B14F-4D97-AF65-F5344CB8AC3E}">
        <p14:creationId xmlns:p14="http://schemas.microsoft.com/office/powerpoint/2010/main" val="429180005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to the speed of sound (again)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743199"/>
                <a:ext cx="11152346" cy="3259568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U</a:t>
                </a:r>
                <a:r>
                  <a:rPr sz="1600" dirty="0"/>
                  <a:t>sing first the cyclical and reciprocal rules, we get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Then, one of Maxwell's relations, and some simplification gets 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And since we saw how, if we know the specific heat at constant volume, we can find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sz="1600" dirty="0"/>
                  <a:t>, we can now hopefully compute all derivatives in this expression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743199"/>
                <a:ext cx="11152346" cy="3259568"/>
              </a:xfrm>
              <a:blipFill>
                <a:blip r:embed="rId2"/>
                <a:stretch>
                  <a:fillRect l="-219" r="-492" b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b3cfa44f9b581f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1724464"/>
            <a:ext cx="5120640" cy="798708"/>
          </a:xfrm>
          <a:prstGeom prst="rect">
            <a:avLst/>
          </a:prstGeom>
        </p:spPr>
      </p:pic>
      <p:pic>
        <p:nvPicPr>
          <p:cNvPr id="7" name="Picture 6" descr="9bdcd0cf51a987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57626"/>
            <a:ext cx="3988397" cy="636391"/>
          </a:xfrm>
          <a:prstGeom prst="rect">
            <a:avLst/>
          </a:prstGeom>
        </p:spPr>
      </p:pic>
      <p:pic>
        <p:nvPicPr>
          <p:cNvPr id="8" name="Picture 7" descr="92bfea48b67ecd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59" y="4300130"/>
            <a:ext cx="9761988" cy="729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6B7E-D159-DB41-3713-8F3C040D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D37B4D-CD97-2DAF-2D49-E68C9952265B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Speed of sound</a:t>
            </a:r>
          </a:p>
        </p:txBody>
      </p:sp>
    </p:spTree>
    <p:extLst>
      <p:ext uri="{BB962C8B-B14F-4D97-AF65-F5344CB8AC3E}">
        <p14:creationId xmlns:p14="http://schemas.microsoft.com/office/powerpoint/2010/main" val="3361038283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70ED-D941-558E-F8C2-F104FB21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549735-9D4E-C664-1C13-8BE66AED8332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Speed of sound</a:t>
            </a:r>
          </a:p>
        </p:txBody>
      </p:sp>
    </p:spTree>
    <p:extLst>
      <p:ext uri="{BB962C8B-B14F-4D97-AF65-F5344CB8AC3E}">
        <p14:creationId xmlns:p14="http://schemas.microsoft.com/office/powerpoint/2010/main" val="45557474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for the speed of sound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000922"/>
                <a:ext cx="10980224" cy="3860617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The eventual expression for the speed of sound reads </a:t>
                </a:r>
                <a:endParaRPr lang="en-GB" sz="1600" dirty="0"/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If we use the ideal gas law (which has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sz="1600" dirty="0"/>
                  <a:t>), we have</a:t>
                </a:r>
                <a:endParaRPr lang="en-GB" sz="1600" dirty="0"/>
              </a:p>
              <a:p>
                <a:endParaRPr lang="en-GB" sz="1600" dirty="0"/>
              </a:p>
              <a:p>
                <a:pPr marL="0" indent="0">
                  <a:buNone/>
                </a:pPr>
                <a:endParaRPr sz="1600" dirty="0"/>
              </a:p>
              <a:p>
                <a:r>
                  <a:rPr sz="1600" dirty="0"/>
                  <a:t>This gives a speed of sound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000922"/>
                <a:ext cx="10980224" cy="3860617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234df809b3cfec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2483660"/>
            <a:ext cx="5120640" cy="864248"/>
          </a:xfrm>
          <a:prstGeom prst="rect">
            <a:avLst/>
          </a:prstGeom>
        </p:spPr>
      </p:pic>
      <p:pic>
        <p:nvPicPr>
          <p:cNvPr id="7" name="Picture 6" descr="68207ad2fdc05c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053675"/>
            <a:ext cx="3456342" cy="529084"/>
          </a:xfrm>
          <a:prstGeom prst="rect">
            <a:avLst/>
          </a:prstGeom>
        </p:spPr>
      </p:pic>
      <p:pic>
        <p:nvPicPr>
          <p:cNvPr id="8" name="Picture 7" descr="2c14b3ff9282f1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286" y="5111991"/>
            <a:ext cx="2869396" cy="7495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Derivatives and integrals</a:t>
            </a:r>
          </a:p>
        </p:txBody>
      </p:sp>
      <p:pic>
        <p:nvPicPr>
          <p:cNvPr id="4" name="Picture 3" descr="The diagram illustrates a mathematical process involving a three-module system, where inputs from Module 2 are processed through an operator and differentiated, leading to a final state that includes a summation and superposition.&#10;&#10;AI-generated content may be incorrect.">
            <a:extLst>
              <a:ext uri="{FF2B5EF4-FFF2-40B4-BE49-F238E27FC236}">
                <a16:creationId xmlns:a16="http://schemas.microsoft.com/office/drawing/2014/main" id="{AB985601-1991-0FC6-3FA1-4D9EBBE61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527" y="2778467"/>
            <a:ext cx="6386945" cy="34837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Derivatives and integrals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14945"/>
                <a:ext cx="10936296" cy="4046594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An interesting application of multivariable calculus is when you want to take the integral of a function with respect to one variable, and a derivative with respect to the other </a:t>
                </a:r>
              </a:p>
              <a:p>
                <a:r>
                  <a:rPr sz="1600" dirty="0"/>
                  <a:t>For example, consider </a:t>
                </a:r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This could represent the total energy at time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600" dirty="0"/>
                  <a:t> within our domain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1600" dirty="0"/>
                  <a:t>, and it could be useful to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6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600" i="0" dirty="0" err="1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1600" dirty="0"/>
                  <a:t> </a:t>
                </a:r>
              </a:p>
              <a:p>
                <a:r>
                  <a:rPr sz="1600" dirty="0"/>
                  <a:t>In this case, this would be trivial, compute the integral first, and then the derivative. But what if the domain was not fixed, and we had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14945"/>
                <a:ext cx="10936296" cy="4046594"/>
              </a:xfrm>
              <a:blipFill>
                <a:blip r:embed="rId2"/>
                <a:stretch>
                  <a:fillRect l="-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85ad5a8c06dd75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109" y="2808723"/>
            <a:ext cx="3703910" cy="620277"/>
          </a:xfrm>
          <a:prstGeom prst="rect">
            <a:avLst/>
          </a:prstGeom>
        </p:spPr>
      </p:pic>
      <p:pic>
        <p:nvPicPr>
          <p:cNvPr id="7" name="Picture 6" descr="b6737bae5de8f6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104" y="4971360"/>
            <a:ext cx="3837791" cy="674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might we have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452743"/>
                <a:ext cx="11087801" cy="3706010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One possible application of this is a piston; fuel is compressed by the piston, hence the limits of the volume inside the piston change</a:t>
                </a:r>
              </a:p>
              <a:p>
                <a:r>
                  <a:rPr lang="en-GB" sz="1600" dirty="0"/>
                  <a:t>Additionally, although it is a (hopefully) closed domain, the piston exerts pressure, and this can cause fuel to ignite, hence energy is not constant in this domain </a:t>
                </a:r>
              </a:p>
              <a:p>
                <a:r>
                  <a:rPr lang="en-GB" sz="1600" dirty="0"/>
                  <a:t>In order to understand the behaviour of this piston, it is reasonable to assume we might be interested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6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6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sz="1600" dirty="0"/>
                  <a:t> is the total energy within the</a:t>
                </a:r>
                <a:r>
                  <a:rPr lang="ar-AE" sz="1600" dirty="0"/>
                  <a:t> </a:t>
                </a:r>
                <a:r>
                  <a:rPr lang="en-GB" sz="1600" dirty="0"/>
                  <a:t>fuel, and we want to know how this changes (note – energy within the fuel is not conserved, because the combustion of fuel generates kinetic energy in the piston, which removes it from the domain)</a:t>
                </a:r>
                <a:endParaRPr lang="ar-AE" sz="1600" dirty="0"/>
              </a:p>
              <a:p>
                <a:r>
                  <a:rPr lang="en-GB" sz="1600" dirty="0"/>
                  <a:t>How would we compute this?</a:t>
                </a:r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452743"/>
                <a:ext cx="11087801" cy="3706010"/>
              </a:xfrm>
              <a:blipFill>
                <a:blip r:embed="rId2"/>
                <a:stretch>
                  <a:fillRect l="-220" r="-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0f126eb699e1d8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68" y="1672354"/>
            <a:ext cx="3053952" cy="5846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Leibniz's integral rule</a:t>
            </a:r>
          </a:p>
        </p:txBody>
      </p:sp>
      <p:pic>
        <p:nvPicPr>
          <p:cNvPr id="6" name="Picture 5" descr="a4509a3e37732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708" y="1763794"/>
            <a:ext cx="3959889" cy="769534"/>
          </a:xfrm>
          <a:prstGeom prst="rect">
            <a:avLst/>
          </a:prstGeom>
        </p:spPr>
      </p:pic>
      <p:pic>
        <p:nvPicPr>
          <p:cNvPr id="7" name="Picture 6" descr="d75dc5f43dda6d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88" y="3612169"/>
            <a:ext cx="10749041" cy="7810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7505" y="2706193"/>
            <a:ext cx="10936224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If we're lucky, we can compute the integral first and then take the derivative – but a more general approach exists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Leibniz’s integral rule gives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This lets us reverse the order of operations – differentiating first, then integrating where necessary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Sometimes this will be easier to compute, and a direct </a:t>
            </a: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application (relevant to the continuum stream)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is behaviour across a shock wave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9C970-8B1E-A5E6-1007-598C0D28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EF98E-F06C-B7D5-1BF4-568E2E0721B9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Leibniz integral rule</a:t>
            </a:r>
          </a:p>
        </p:txBody>
      </p:sp>
    </p:spTree>
    <p:extLst>
      <p:ext uri="{BB962C8B-B14F-4D97-AF65-F5344CB8AC3E}">
        <p14:creationId xmlns:p14="http://schemas.microsoft.com/office/powerpoint/2010/main" val="1069233477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894F-C1ED-1A8B-F255-868299B4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9F69C1-0D34-FE66-E162-23B7A579B5FB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Leibniz integral rule</a:t>
            </a:r>
          </a:p>
        </p:txBody>
      </p:sp>
    </p:spTree>
    <p:extLst>
      <p:ext uri="{BB962C8B-B14F-4D97-AF65-F5344CB8AC3E}">
        <p14:creationId xmlns:p14="http://schemas.microsoft.com/office/powerpoint/2010/main" val="3745590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9064-FED5-9747-DDCF-6A0E1733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6B494-B005-BB39-76FE-A578DF90C29E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Leibniz integral rule</a:t>
            </a:r>
          </a:p>
        </p:txBody>
      </p:sp>
    </p:spTree>
    <p:extLst>
      <p:ext uri="{BB962C8B-B14F-4D97-AF65-F5344CB8AC3E}">
        <p14:creationId xmlns:p14="http://schemas.microsoft.com/office/powerpoint/2010/main" val="398105391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2497</Words>
  <Application>Microsoft Office PowerPoint</Application>
  <PresentationFormat>Widescreen</PresentationFormat>
  <Paragraphs>211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Aptos Display</vt:lpstr>
      <vt:lpstr>Arial</vt:lpstr>
      <vt:lpstr>Cambria Math</vt:lpstr>
      <vt:lpstr>King</vt:lpstr>
      <vt:lpstr>Open Sans</vt:lpstr>
      <vt:lpstr>Open Sans Light</vt:lpstr>
      <vt:lpstr>Office Theme</vt:lpstr>
      <vt:lpstr>PowerPoint Presentation</vt:lpstr>
      <vt:lpstr>Outline</vt:lpstr>
      <vt:lpstr>PowerPoint Presentation</vt:lpstr>
      <vt:lpstr>Coupled systems of equations</vt:lpstr>
      <vt:lpstr>Independent and dependent variables</vt:lpstr>
      <vt:lpstr>Coupled systems of equations</vt:lpstr>
      <vt:lpstr>Closure and derivatives</vt:lpstr>
      <vt:lpstr>PowerPoint Presentation</vt:lpstr>
      <vt:lpstr>Switching between multiple variables</vt:lpstr>
      <vt:lpstr>Speed of sound</vt:lpstr>
      <vt:lpstr>Multivariable chain rule</vt:lpstr>
      <vt:lpstr>PowerPoint Presentation</vt:lpstr>
      <vt:lpstr>PowerPoint Presentation</vt:lpstr>
      <vt:lpstr>PowerPoint Presentation</vt:lpstr>
      <vt:lpstr>Multivariable chain rule</vt:lpstr>
      <vt:lpstr>Reciprocal and cyclic rules</vt:lpstr>
      <vt:lpstr>PowerPoint Presentation</vt:lpstr>
      <vt:lpstr>Higher derivatives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look at the speed of sound</vt:lpstr>
      <vt:lpstr>Thermodynamics and closure</vt:lpstr>
      <vt:lpstr>Thermodynamic quantities</vt:lpstr>
      <vt:lpstr>Maxwell's relations</vt:lpstr>
      <vt:lpstr>Maxwell's relations</vt:lpstr>
      <vt:lpstr>PowerPoint Presentation</vt:lpstr>
      <vt:lpstr>Maxwell's relations</vt:lpstr>
      <vt:lpstr>Specific heat capacity</vt:lpstr>
      <vt:lpstr>Specific heat capacity</vt:lpstr>
      <vt:lpstr>PowerPoint Presentation</vt:lpstr>
      <vt:lpstr>Volumetric quantities</vt:lpstr>
      <vt:lpstr>Dimensional analysis</vt:lpstr>
      <vt:lpstr>PowerPoint Presentation</vt:lpstr>
      <vt:lpstr>Back to the speed of sound (again)</vt:lpstr>
      <vt:lpstr>PowerPoint Presentation</vt:lpstr>
      <vt:lpstr>PowerPoint Presentation</vt:lpstr>
      <vt:lpstr>Back to the speed of sound (again)</vt:lpstr>
      <vt:lpstr>PowerPoint Presentation</vt:lpstr>
      <vt:lpstr>PowerPoint Presentation</vt:lpstr>
      <vt:lpstr>Example for the speed of sound</vt:lpstr>
      <vt:lpstr>PowerPoint Presentation</vt:lpstr>
      <vt:lpstr>Derivatives and integrals</vt:lpstr>
      <vt:lpstr>Why might we have this?</vt:lpstr>
      <vt:lpstr>Leibniz's integral rule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Millmore</dc:creator>
  <cp:lastModifiedBy>Stephen Millmore</cp:lastModifiedBy>
  <cp:revision>1</cp:revision>
  <dcterms:created xsi:type="dcterms:W3CDTF">2026-06-16T10:40:47Z</dcterms:created>
  <dcterms:modified xsi:type="dcterms:W3CDTF">2026-10-06T13:23:40Z</dcterms:modified>
</cp:coreProperties>
</file>